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5">
  <p:sldMasterIdLst>
    <p:sldMasterId id="2147483720" r:id="rId1"/>
  </p:sldMasterIdLst>
  <p:notesMasterIdLst>
    <p:notesMasterId r:id="rId21"/>
  </p:notesMasterIdLst>
  <p:sldIdLst>
    <p:sldId id="309" r:id="rId2"/>
    <p:sldId id="311" r:id="rId3"/>
    <p:sldId id="331" r:id="rId4"/>
    <p:sldId id="344" r:id="rId5"/>
    <p:sldId id="345" r:id="rId6"/>
    <p:sldId id="334" r:id="rId7"/>
    <p:sldId id="333" r:id="rId8"/>
    <p:sldId id="351" r:id="rId9"/>
    <p:sldId id="335" r:id="rId10"/>
    <p:sldId id="336" r:id="rId11"/>
    <p:sldId id="346" r:id="rId12"/>
    <p:sldId id="337" r:id="rId13"/>
    <p:sldId id="347" r:id="rId14"/>
    <p:sldId id="349" r:id="rId15"/>
    <p:sldId id="341" r:id="rId16"/>
    <p:sldId id="342" r:id="rId17"/>
    <p:sldId id="350" r:id="rId18"/>
    <p:sldId id="329" r:id="rId19"/>
    <p:sldId id="330" r:id="rId20"/>
  </p:sldIdLst>
  <p:sldSz cx="12192000" cy="6858000"/>
  <p:notesSz cx="6797675" cy="987266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002060"/>
    <a:srgbClr val="3A3A7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07B703-989E-4B55-8930-2B3480A4776C}" v="1294" dt="2024-07-26T00:38:08.67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756"/>
    <p:restoredTop sz="94628"/>
  </p:normalViewPr>
  <p:slideViewPr>
    <p:cSldViewPr>
      <p:cViewPr varScale="1">
        <p:scale>
          <a:sx n="78" d="100"/>
          <a:sy n="78" d="100"/>
        </p:scale>
        <p:origin x="662" y="43"/>
      </p:cViewPr>
      <p:guideLst>
        <p:guide orient="horz" pos="2160"/>
        <p:guide pos="384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ông Văn Tình" userId="65f03aa13cf31854" providerId="LiveId" clId="{5600D85B-4242-4352-8AFF-69675DF65E8D}"/>
    <pc:docChg chg="undo custSel addSld delSld modSld modMainMaster">
      <pc:chgData name="Nông Văn Tình" userId="65f03aa13cf31854" providerId="LiveId" clId="{5600D85B-4242-4352-8AFF-69675DF65E8D}" dt="2022-12-26T05:22:43.739" v="3255" actId="20577"/>
      <pc:docMkLst>
        <pc:docMk/>
      </pc:docMkLst>
      <pc:sldChg chg="addSp delSp modSp mod modTransition">
        <pc:chgData name="Nông Văn Tình" userId="65f03aa13cf31854" providerId="LiveId" clId="{5600D85B-4242-4352-8AFF-69675DF65E8D}" dt="2022-12-25T08:39:57.393" v="2384"/>
        <pc:sldMkLst>
          <pc:docMk/>
          <pc:sldMk cId="1880246075" sldId="309"/>
        </pc:sldMkLst>
        <pc:spChg chg="del mod">
          <ac:chgData name="Nông Văn Tình" userId="65f03aa13cf31854" providerId="LiveId" clId="{5600D85B-4242-4352-8AFF-69675DF65E8D}" dt="2022-12-24T12:39:37.980" v="118" actId="478"/>
          <ac:spMkLst>
            <pc:docMk/>
            <pc:sldMk cId="1880246075" sldId="309"/>
            <ac:spMk id="6" creationId="{F4E27029-6846-47CD-94D8-1062663D6C1C}"/>
          </ac:spMkLst>
        </pc:spChg>
        <pc:spChg chg="mod">
          <ac:chgData name="Nông Văn Tình" userId="65f03aa13cf31854" providerId="LiveId" clId="{5600D85B-4242-4352-8AFF-69675DF65E8D}" dt="2022-12-25T08:37:32.296" v="2377" actId="20577"/>
          <ac:spMkLst>
            <pc:docMk/>
            <pc:sldMk cId="1880246075" sldId="309"/>
            <ac:spMk id="7" creationId="{E08ECBEB-2701-062A-8BE6-363497690E6E}"/>
          </ac:spMkLst>
        </pc:spChg>
        <pc:spChg chg="add del mod">
          <ac:chgData name="Nông Văn Tình" userId="65f03aa13cf31854" providerId="LiveId" clId="{5600D85B-4242-4352-8AFF-69675DF65E8D}" dt="2022-12-24T12:40:27.329" v="296" actId="1076"/>
          <ac:spMkLst>
            <pc:docMk/>
            <pc:sldMk cId="1880246075" sldId="309"/>
            <ac:spMk id="9" creationId="{E6D09290-4B65-42CD-89CB-0A95AD823EBF}"/>
          </ac:spMkLst>
        </pc:spChg>
      </pc:sldChg>
      <pc:sldChg chg="addSp delSp modSp mod modTransition">
        <pc:chgData name="Nông Văn Tình" userId="65f03aa13cf31854" providerId="LiveId" clId="{5600D85B-4242-4352-8AFF-69675DF65E8D}" dt="2022-12-26T03:10:30.217" v="3211" actId="1076"/>
        <pc:sldMkLst>
          <pc:docMk/>
          <pc:sldMk cId="594959915" sldId="311"/>
        </pc:sldMkLst>
        <pc:spChg chg="mod">
          <ac:chgData name="Nông Văn Tình" userId="65f03aa13cf31854" providerId="LiveId" clId="{5600D85B-4242-4352-8AFF-69675DF65E8D}" dt="2022-12-25T08:37:35.138" v="2378"/>
          <ac:spMkLst>
            <pc:docMk/>
            <pc:sldMk cId="594959915" sldId="311"/>
            <ac:spMk id="6" creationId="{F4E27029-6846-47CD-94D8-1062663D6C1C}"/>
          </ac:spMkLst>
        </pc:spChg>
        <pc:spChg chg="del mod">
          <ac:chgData name="Nông Văn Tình" userId="65f03aa13cf31854" providerId="LiveId" clId="{5600D85B-4242-4352-8AFF-69675DF65E8D}" dt="2022-12-24T12:40:48.137" v="300" actId="478"/>
          <ac:spMkLst>
            <pc:docMk/>
            <pc:sldMk cId="594959915" sldId="311"/>
            <ac:spMk id="8" creationId="{108C9A1F-315C-429E-9880-A307EC5C8EA7}"/>
          </ac:spMkLst>
        </pc:spChg>
        <pc:spChg chg="add del mod">
          <ac:chgData name="Nông Văn Tình" userId="65f03aa13cf31854" providerId="LiveId" clId="{5600D85B-4242-4352-8AFF-69675DF65E8D}" dt="2022-12-24T12:43:03.827" v="310" actId="478"/>
          <ac:spMkLst>
            <pc:docMk/>
            <pc:sldMk cId="594959915" sldId="311"/>
            <ac:spMk id="9" creationId="{E6D09290-4B65-42CD-89CB-0A95AD823EBF}"/>
          </ac:spMkLst>
        </pc:spChg>
        <pc:spChg chg="mod">
          <ac:chgData name="Nông Văn Tình" userId="65f03aa13cf31854" providerId="LiveId" clId="{5600D85B-4242-4352-8AFF-69675DF65E8D}" dt="2022-12-26T03:10:30.217" v="3211" actId="1076"/>
          <ac:spMkLst>
            <pc:docMk/>
            <pc:sldMk cId="594959915" sldId="311"/>
            <ac:spMk id="11" creationId="{71FBEBCE-54C9-42AF-A5E8-B020E18BE23F}"/>
          </ac:spMkLst>
        </pc:spChg>
        <pc:spChg chg="add del">
          <ac:chgData name="Nông Văn Tình" userId="65f03aa13cf31854" providerId="LiveId" clId="{5600D85B-4242-4352-8AFF-69675DF65E8D}" dt="2022-12-24T12:38:34.959" v="4" actId="478"/>
          <ac:spMkLst>
            <pc:docMk/>
            <pc:sldMk cId="594959915" sldId="311"/>
            <ac:spMk id="16" creationId="{9CBE5CCF-6182-4AC7-862A-D62B8542752F}"/>
          </ac:spMkLst>
        </pc:spChg>
      </pc:sldChg>
      <pc:sldChg chg="del">
        <pc:chgData name="Nông Văn Tình" userId="65f03aa13cf31854" providerId="LiveId" clId="{5600D85B-4242-4352-8AFF-69675DF65E8D}" dt="2022-12-24T12:38:26.666" v="0" actId="47"/>
        <pc:sldMkLst>
          <pc:docMk/>
          <pc:sldMk cId="1121904022" sldId="312"/>
        </pc:sldMkLst>
      </pc:sldChg>
      <pc:sldChg chg="addSp delSp modSp add mod modTransition modAnim">
        <pc:chgData name="Nông Văn Tình" userId="65f03aa13cf31854" providerId="LiveId" clId="{5600D85B-4242-4352-8AFF-69675DF65E8D}" dt="2022-12-26T03:55:01.472" v="3223" actId="20577"/>
        <pc:sldMkLst>
          <pc:docMk/>
          <pc:sldMk cId="3438259005" sldId="312"/>
        </pc:sldMkLst>
        <pc:spChg chg="mod">
          <ac:chgData name="Nông Văn Tình" userId="65f03aa13cf31854" providerId="LiveId" clId="{5600D85B-4242-4352-8AFF-69675DF65E8D}" dt="2022-12-25T10:31:15.957" v="2385"/>
          <ac:spMkLst>
            <pc:docMk/>
            <pc:sldMk cId="3438259005" sldId="312"/>
            <ac:spMk id="6" creationId="{F4E27029-6846-47CD-94D8-1062663D6C1C}"/>
          </ac:spMkLst>
        </pc:spChg>
        <pc:spChg chg="mod">
          <ac:chgData name="Nông Văn Tình" userId="65f03aa13cf31854" providerId="LiveId" clId="{5600D85B-4242-4352-8AFF-69675DF65E8D}" dt="2022-12-24T12:46:02.788" v="375" actId="20577"/>
          <ac:spMkLst>
            <pc:docMk/>
            <pc:sldMk cId="3438259005" sldId="312"/>
            <ac:spMk id="7" creationId="{E08ECBEB-2701-062A-8BE6-363497690E6E}"/>
          </ac:spMkLst>
        </pc:spChg>
        <pc:spChg chg="add mod">
          <ac:chgData name="Nông Văn Tình" userId="65f03aa13cf31854" providerId="LiveId" clId="{5600D85B-4242-4352-8AFF-69675DF65E8D}" dt="2022-12-26T03:55:01.472" v="3223" actId="20577"/>
          <ac:spMkLst>
            <pc:docMk/>
            <pc:sldMk cId="3438259005" sldId="312"/>
            <ac:spMk id="8" creationId="{92BACF9B-3C75-4D61-854B-FFE71D91CF6F}"/>
          </ac:spMkLst>
        </pc:spChg>
        <pc:spChg chg="add del mod">
          <ac:chgData name="Nông Văn Tình" userId="65f03aa13cf31854" providerId="LiveId" clId="{5600D85B-4242-4352-8AFF-69675DF65E8D}" dt="2022-12-25T07:52:54.578" v="632" actId="478"/>
          <ac:spMkLst>
            <pc:docMk/>
            <pc:sldMk cId="3438259005" sldId="312"/>
            <ac:spMk id="8" creationId="{E48D3C77-7637-4D11-BD26-5C4AFCECA962}"/>
          </ac:spMkLst>
        </pc:spChg>
        <pc:spChg chg="mod">
          <ac:chgData name="Nông Văn Tình" userId="65f03aa13cf31854" providerId="LiveId" clId="{5600D85B-4242-4352-8AFF-69675DF65E8D}" dt="2022-12-25T07:54:59.942" v="694" actId="207"/>
          <ac:spMkLst>
            <pc:docMk/>
            <pc:sldMk cId="3438259005" sldId="312"/>
            <ac:spMk id="11" creationId="{71FBEBCE-54C9-42AF-A5E8-B020E18BE23F}"/>
          </ac:spMkLst>
        </pc:spChg>
        <pc:spChg chg="add del mod">
          <ac:chgData name="Nông Văn Tình" userId="65f03aa13cf31854" providerId="LiveId" clId="{5600D85B-4242-4352-8AFF-69675DF65E8D}" dt="2022-12-26T01:18:33.645" v="2397" actId="21"/>
          <ac:spMkLst>
            <pc:docMk/>
            <pc:sldMk cId="3438259005" sldId="312"/>
            <ac:spMk id="12" creationId="{4224CF4B-A510-460F-83D8-248AD9EAFA86}"/>
          </ac:spMkLst>
        </pc:spChg>
        <pc:spChg chg="add del mod">
          <ac:chgData name="Nông Văn Tình" userId="65f03aa13cf31854" providerId="LiveId" clId="{5600D85B-4242-4352-8AFF-69675DF65E8D}" dt="2022-12-25T07:59:45.739" v="1016" actId="21"/>
          <ac:spMkLst>
            <pc:docMk/>
            <pc:sldMk cId="3438259005" sldId="312"/>
            <ac:spMk id="13" creationId="{4FCF3613-0CDB-4170-B691-7EE35B96A4D3}"/>
          </ac:spMkLst>
        </pc:spChg>
        <pc:picChg chg="add del mod">
          <ac:chgData name="Nông Văn Tình" userId="65f03aa13cf31854" providerId="LiveId" clId="{5600D85B-4242-4352-8AFF-69675DF65E8D}" dt="2022-12-25T07:50:27.381" v="483" actId="478"/>
          <ac:picMkLst>
            <pc:docMk/>
            <pc:sldMk cId="3438259005" sldId="312"/>
            <ac:picMk id="9" creationId="{20FFA551-AB6E-413D-8313-FC4E4294CD20}"/>
          </ac:picMkLst>
        </pc:picChg>
        <pc:picChg chg="add del mod">
          <ac:chgData name="Nông Văn Tình" userId="65f03aa13cf31854" providerId="LiveId" clId="{5600D85B-4242-4352-8AFF-69675DF65E8D}" dt="2022-12-26T01:18:33.645" v="2397" actId="21"/>
          <ac:picMkLst>
            <pc:docMk/>
            <pc:sldMk cId="3438259005" sldId="312"/>
            <ac:picMk id="10" creationId="{F4BC41A8-7D92-41F1-80FB-61F8195033C3}"/>
          </ac:picMkLst>
        </pc:picChg>
      </pc:sldChg>
      <pc:sldChg chg="addSp delSp modSp add mod modTransition modAnim">
        <pc:chgData name="Nông Văn Tình" userId="65f03aa13cf31854" providerId="LiveId" clId="{5600D85B-4242-4352-8AFF-69675DF65E8D}" dt="2022-12-25T10:31:55.706" v="2393"/>
        <pc:sldMkLst>
          <pc:docMk/>
          <pc:sldMk cId="3648677462" sldId="313"/>
        </pc:sldMkLst>
        <pc:spChg chg="mod">
          <ac:chgData name="Nông Văn Tình" userId="65f03aa13cf31854" providerId="LiveId" clId="{5600D85B-4242-4352-8AFF-69675DF65E8D}" dt="2022-12-25T10:31:55.706" v="2393"/>
          <ac:spMkLst>
            <pc:docMk/>
            <pc:sldMk cId="3648677462" sldId="313"/>
            <ac:spMk id="6" creationId="{F4E27029-6846-47CD-94D8-1062663D6C1C}"/>
          </ac:spMkLst>
        </pc:spChg>
        <pc:spChg chg="mod">
          <ac:chgData name="Nông Văn Tình" userId="65f03aa13cf31854" providerId="LiveId" clId="{5600D85B-4242-4352-8AFF-69675DF65E8D}" dt="2022-12-24T12:45:56.231" v="372" actId="20577"/>
          <ac:spMkLst>
            <pc:docMk/>
            <pc:sldMk cId="3648677462" sldId="313"/>
            <ac:spMk id="7" creationId="{E08ECBEB-2701-062A-8BE6-363497690E6E}"/>
          </ac:spMkLst>
        </pc:spChg>
        <pc:spChg chg="add mod">
          <ac:chgData name="Nông Văn Tình" userId="65f03aa13cf31854" providerId="LiveId" clId="{5600D85B-4242-4352-8AFF-69675DF65E8D}" dt="2022-12-25T08:07:03.712" v="1241" actId="1076"/>
          <ac:spMkLst>
            <pc:docMk/>
            <pc:sldMk cId="3648677462" sldId="313"/>
            <ac:spMk id="8" creationId="{0D3C3F1F-CE45-4E11-853C-F0EC1E135B60}"/>
          </ac:spMkLst>
        </pc:spChg>
        <pc:spChg chg="add del mod">
          <ac:chgData name="Nông Văn Tình" userId="65f03aa13cf31854" providerId="LiveId" clId="{5600D85B-4242-4352-8AFF-69675DF65E8D}" dt="2022-12-24T12:46:54.364" v="402" actId="21"/>
          <ac:spMkLst>
            <pc:docMk/>
            <pc:sldMk cId="3648677462" sldId="313"/>
            <ac:spMk id="8" creationId="{768CF07D-826B-4625-860C-E2F244FB6301}"/>
          </ac:spMkLst>
        </pc:spChg>
        <pc:spChg chg="add del mod">
          <ac:chgData name="Nông Văn Tình" userId="65f03aa13cf31854" providerId="LiveId" clId="{5600D85B-4242-4352-8AFF-69675DF65E8D}" dt="2022-12-24T12:47:01.393" v="407"/>
          <ac:spMkLst>
            <pc:docMk/>
            <pc:sldMk cId="3648677462" sldId="313"/>
            <ac:spMk id="9" creationId="{0EB48435-3BD9-49DB-8830-78285AF3FD8B}"/>
          </ac:spMkLst>
        </pc:spChg>
        <pc:spChg chg="add mod">
          <ac:chgData name="Nông Văn Tình" userId="65f03aa13cf31854" providerId="LiveId" clId="{5600D85B-4242-4352-8AFF-69675DF65E8D}" dt="2022-12-25T08:23:34.935" v="2310" actId="20577"/>
          <ac:spMkLst>
            <pc:docMk/>
            <pc:sldMk cId="3648677462" sldId="313"/>
            <ac:spMk id="10" creationId="{E4B5B175-3DB1-4A92-A388-488A40590B34}"/>
          </ac:spMkLst>
        </pc:spChg>
        <pc:spChg chg="del mod">
          <ac:chgData name="Nông Văn Tình" userId="65f03aa13cf31854" providerId="LiveId" clId="{5600D85B-4242-4352-8AFF-69675DF65E8D}" dt="2022-12-25T08:07:00.948" v="1239" actId="478"/>
          <ac:spMkLst>
            <pc:docMk/>
            <pc:sldMk cId="3648677462" sldId="313"/>
            <ac:spMk id="11" creationId="{71FBEBCE-54C9-42AF-A5E8-B020E18BE23F}"/>
          </ac:spMkLst>
        </pc:spChg>
        <pc:picChg chg="add mod">
          <ac:chgData name="Nông Văn Tình" userId="65f03aa13cf31854" providerId="LiveId" clId="{5600D85B-4242-4352-8AFF-69675DF65E8D}" dt="2022-12-25T08:07:42.057" v="1245" actId="1076"/>
          <ac:picMkLst>
            <pc:docMk/>
            <pc:sldMk cId="3648677462" sldId="313"/>
            <ac:picMk id="9" creationId="{4F020CA4-913B-4D54-BD49-1F4B3BC8F71C}"/>
          </ac:picMkLst>
        </pc:picChg>
      </pc:sldChg>
      <pc:sldChg chg="addSp delSp modSp add mod modTransition modAnim">
        <pc:chgData name="Nông Văn Tình" userId="65f03aa13cf31854" providerId="LiveId" clId="{5600D85B-4242-4352-8AFF-69675DF65E8D}" dt="2022-12-26T05:22:43.739" v="3255" actId="20577"/>
        <pc:sldMkLst>
          <pc:docMk/>
          <pc:sldMk cId="3723100967" sldId="314"/>
        </pc:sldMkLst>
        <pc:spChg chg="mod">
          <ac:chgData name="Nông Văn Tình" userId="65f03aa13cf31854" providerId="LiveId" clId="{5600D85B-4242-4352-8AFF-69675DF65E8D}" dt="2022-12-25T10:32:07.883" v="2396"/>
          <ac:spMkLst>
            <pc:docMk/>
            <pc:sldMk cId="3723100967" sldId="314"/>
            <ac:spMk id="6" creationId="{F4E27029-6846-47CD-94D8-1062663D6C1C}"/>
          </ac:spMkLst>
        </pc:spChg>
        <pc:spChg chg="mod">
          <ac:chgData name="Nông Văn Tình" userId="65f03aa13cf31854" providerId="LiveId" clId="{5600D85B-4242-4352-8AFF-69675DF65E8D}" dt="2022-12-25T08:21:02.330" v="2296" actId="20577"/>
          <ac:spMkLst>
            <pc:docMk/>
            <pc:sldMk cId="3723100967" sldId="314"/>
            <ac:spMk id="7" creationId="{E08ECBEB-2701-062A-8BE6-363497690E6E}"/>
          </ac:spMkLst>
        </pc:spChg>
        <pc:spChg chg="add del mod">
          <ac:chgData name="Nông Văn Tình" userId="65f03aa13cf31854" providerId="LiveId" clId="{5600D85B-4242-4352-8AFF-69675DF65E8D}" dt="2022-12-25T08:10:28.314" v="1408" actId="478"/>
          <ac:spMkLst>
            <pc:docMk/>
            <pc:sldMk cId="3723100967" sldId="314"/>
            <ac:spMk id="8" creationId="{9CDB518B-49B5-44D3-9065-767E8D8630AD}"/>
          </ac:spMkLst>
        </pc:spChg>
        <pc:spChg chg="add del mod">
          <ac:chgData name="Nông Văn Tình" userId="65f03aa13cf31854" providerId="LiveId" clId="{5600D85B-4242-4352-8AFF-69675DF65E8D}" dt="2022-12-25T08:21:06.585" v="2297" actId="478"/>
          <ac:spMkLst>
            <pc:docMk/>
            <pc:sldMk cId="3723100967" sldId="314"/>
            <ac:spMk id="9" creationId="{97C68DC9-FF80-46B4-BC22-C79F4F86020B}"/>
          </ac:spMkLst>
        </pc:spChg>
        <pc:spChg chg="add mod">
          <ac:chgData name="Nông Văn Tình" userId="65f03aa13cf31854" providerId="LiveId" clId="{5600D85B-4242-4352-8AFF-69675DF65E8D}" dt="2022-12-25T08:23:45.619" v="2316" actId="20577"/>
          <ac:spMkLst>
            <pc:docMk/>
            <pc:sldMk cId="3723100967" sldId="314"/>
            <ac:spMk id="10" creationId="{707A8CCF-A63C-4756-8D0F-627560C182F5}"/>
          </ac:spMkLst>
        </pc:spChg>
        <pc:spChg chg="del">
          <ac:chgData name="Nông Văn Tình" userId="65f03aa13cf31854" providerId="LiveId" clId="{5600D85B-4242-4352-8AFF-69675DF65E8D}" dt="2022-12-24T12:47:07.428" v="409" actId="478"/>
          <ac:spMkLst>
            <pc:docMk/>
            <pc:sldMk cId="3723100967" sldId="314"/>
            <ac:spMk id="11" creationId="{71FBEBCE-54C9-42AF-A5E8-B020E18BE23F}"/>
          </ac:spMkLst>
        </pc:spChg>
        <pc:graphicFrameChg chg="add del mod">
          <ac:chgData name="Nông Văn Tình" userId="65f03aa13cf31854" providerId="LiveId" clId="{5600D85B-4242-4352-8AFF-69675DF65E8D}" dt="2022-12-25T08:10:42.496" v="1411" actId="478"/>
          <ac:graphicFrameMkLst>
            <pc:docMk/>
            <pc:sldMk cId="3723100967" sldId="314"/>
            <ac:graphicFrameMk id="2" creationId="{8A479D26-2767-47BC-AA41-C828E5F6B619}"/>
          </ac:graphicFrameMkLst>
        </pc:graphicFrameChg>
        <pc:graphicFrameChg chg="add mod modGraphic">
          <ac:chgData name="Nông Văn Tình" userId="65f03aa13cf31854" providerId="LiveId" clId="{5600D85B-4242-4352-8AFF-69675DF65E8D}" dt="2022-12-26T05:22:43.739" v="3255" actId="20577"/>
          <ac:graphicFrameMkLst>
            <pc:docMk/>
            <pc:sldMk cId="3723100967" sldId="314"/>
            <ac:graphicFrameMk id="3" creationId="{BFA473F0-8FDB-4874-B29D-DC8D6B974911}"/>
          </ac:graphicFrameMkLst>
        </pc:graphicFrameChg>
      </pc:sldChg>
      <pc:sldChg chg="delSp modSp add del mod">
        <pc:chgData name="Nông Văn Tình" userId="65f03aa13cf31854" providerId="LiveId" clId="{5600D85B-4242-4352-8AFF-69675DF65E8D}" dt="2022-12-25T08:21:11.963" v="2298" actId="47"/>
        <pc:sldMkLst>
          <pc:docMk/>
          <pc:sldMk cId="1894451685" sldId="315"/>
        </pc:sldMkLst>
        <pc:spChg chg="del mod">
          <ac:chgData name="Nông Văn Tình" userId="65f03aa13cf31854" providerId="LiveId" clId="{5600D85B-4242-4352-8AFF-69675DF65E8D}" dt="2022-12-25T08:20:53.492" v="2292" actId="478"/>
          <ac:spMkLst>
            <pc:docMk/>
            <pc:sldMk cId="1894451685" sldId="315"/>
            <ac:spMk id="8" creationId="{9CDB518B-49B5-44D3-9065-767E8D8630AD}"/>
          </ac:spMkLst>
        </pc:spChg>
        <pc:spChg chg="mod">
          <ac:chgData name="Nông Văn Tình" userId="65f03aa13cf31854" providerId="LiveId" clId="{5600D85B-4242-4352-8AFF-69675DF65E8D}" dt="2022-12-24T12:47:30.703" v="455" actId="20577"/>
          <ac:spMkLst>
            <pc:docMk/>
            <pc:sldMk cId="1894451685" sldId="315"/>
            <ac:spMk id="9" creationId="{97C68DC9-FF80-46B4-BC22-C79F4F86020B}"/>
          </ac:spMkLst>
        </pc:spChg>
      </pc:sldChg>
      <pc:sldChg chg="add del">
        <pc:chgData name="Nông Văn Tình" userId="65f03aa13cf31854" providerId="LiveId" clId="{5600D85B-4242-4352-8AFF-69675DF65E8D}" dt="2022-12-25T07:49:23.253" v="478" actId="47"/>
        <pc:sldMkLst>
          <pc:docMk/>
          <pc:sldMk cId="396953005" sldId="316"/>
        </pc:sldMkLst>
      </pc:sldChg>
      <pc:sldChg chg="addSp delSp modSp add mod modTransition delAnim modAnim">
        <pc:chgData name="Nông Văn Tình" userId="65f03aa13cf31854" providerId="LiveId" clId="{5600D85B-4242-4352-8AFF-69675DF65E8D}" dt="2022-12-26T01:18:35.417" v="2398"/>
        <pc:sldMkLst>
          <pc:docMk/>
          <pc:sldMk cId="3858565662" sldId="316"/>
        </pc:sldMkLst>
        <pc:spChg chg="mod">
          <ac:chgData name="Nông Văn Tình" userId="65f03aa13cf31854" providerId="LiveId" clId="{5600D85B-4242-4352-8AFF-69675DF65E8D}" dt="2022-12-25T10:31:23.914" v="2386"/>
          <ac:spMkLst>
            <pc:docMk/>
            <pc:sldMk cId="3858565662" sldId="316"/>
            <ac:spMk id="6" creationId="{F4E27029-6846-47CD-94D8-1062663D6C1C}"/>
          </ac:spMkLst>
        </pc:spChg>
        <pc:spChg chg="del mod">
          <ac:chgData name="Nông Văn Tình" userId="65f03aa13cf31854" providerId="LiveId" clId="{5600D85B-4242-4352-8AFF-69675DF65E8D}" dt="2022-12-25T07:52:42.121" v="631" actId="478"/>
          <ac:spMkLst>
            <pc:docMk/>
            <pc:sldMk cId="3858565662" sldId="316"/>
            <ac:spMk id="8" creationId="{E48D3C77-7637-4D11-BD26-5C4AFCECA962}"/>
          </ac:spMkLst>
        </pc:spChg>
        <pc:spChg chg="add mod">
          <ac:chgData name="Nông Văn Tình" userId="65f03aa13cf31854" providerId="LiveId" clId="{5600D85B-4242-4352-8AFF-69675DF65E8D}" dt="2022-12-25T07:53:21.412" v="636"/>
          <ac:spMkLst>
            <pc:docMk/>
            <pc:sldMk cId="3858565662" sldId="316"/>
            <ac:spMk id="9" creationId="{A2E16AC6-B163-402A-8D9A-FAA7A83F3DE5}"/>
          </ac:spMkLst>
        </pc:spChg>
        <pc:spChg chg="add mod">
          <ac:chgData name="Nông Văn Tình" userId="65f03aa13cf31854" providerId="LiveId" clId="{5600D85B-4242-4352-8AFF-69675DF65E8D}" dt="2022-12-26T01:18:35.417" v="2398"/>
          <ac:spMkLst>
            <pc:docMk/>
            <pc:sldMk cId="3858565662" sldId="316"/>
            <ac:spMk id="9" creationId="{B501C60B-4274-4A40-A8D9-4F39BC28D1C0}"/>
          </ac:spMkLst>
        </pc:spChg>
        <pc:spChg chg="mod">
          <ac:chgData name="Nông Văn Tình" userId="65f03aa13cf31854" providerId="LiveId" clId="{5600D85B-4242-4352-8AFF-69675DF65E8D}" dt="2022-12-25T07:54:49.205" v="689" actId="207"/>
          <ac:spMkLst>
            <pc:docMk/>
            <pc:sldMk cId="3858565662" sldId="316"/>
            <ac:spMk id="11" creationId="{71FBEBCE-54C9-42AF-A5E8-B020E18BE23F}"/>
          </ac:spMkLst>
        </pc:spChg>
        <pc:spChg chg="del">
          <ac:chgData name="Nông Văn Tình" userId="65f03aa13cf31854" providerId="LiveId" clId="{5600D85B-4242-4352-8AFF-69675DF65E8D}" dt="2022-12-25T07:52:59.868" v="634" actId="478"/>
          <ac:spMkLst>
            <pc:docMk/>
            <pc:sldMk cId="3858565662" sldId="316"/>
            <ac:spMk id="12" creationId="{4224CF4B-A510-460F-83D8-248AD9EAFA86}"/>
          </ac:spMkLst>
        </pc:spChg>
        <pc:spChg chg="add mod">
          <ac:chgData name="Nông Văn Tình" userId="65f03aa13cf31854" providerId="LiveId" clId="{5600D85B-4242-4352-8AFF-69675DF65E8D}" dt="2022-12-25T07:53:24.489" v="638" actId="571"/>
          <ac:spMkLst>
            <pc:docMk/>
            <pc:sldMk cId="3858565662" sldId="316"/>
            <ac:spMk id="13" creationId="{D5BC25AF-541D-4255-8E66-A0DAC6951038}"/>
          </ac:spMkLst>
        </pc:spChg>
        <pc:spChg chg="add mod">
          <ac:chgData name="Nông Văn Tình" userId="65f03aa13cf31854" providerId="LiveId" clId="{5600D85B-4242-4352-8AFF-69675DF65E8D}" dt="2022-12-25T07:53:24.489" v="638" actId="571"/>
          <ac:spMkLst>
            <pc:docMk/>
            <pc:sldMk cId="3858565662" sldId="316"/>
            <ac:spMk id="14" creationId="{FD616554-B93F-482A-AE8E-9A6D132E54DD}"/>
          </ac:spMkLst>
        </pc:spChg>
        <pc:spChg chg="add mod">
          <ac:chgData name="Nông Văn Tình" userId="65f03aa13cf31854" providerId="LiveId" clId="{5600D85B-4242-4352-8AFF-69675DF65E8D}" dt="2022-12-25T07:53:28.123" v="640" actId="571"/>
          <ac:spMkLst>
            <pc:docMk/>
            <pc:sldMk cId="3858565662" sldId="316"/>
            <ac:spMk id="15" creationId="{C06B0AA8-91B7-46B5-9F68-3608BCBAFDBC}"/>
          </ac:spMkLst>
        </pc:spChg>
        <pc:spChg chg="add mod">
          <ac:chgData name="Nông Văn Tình" userId="65f03aa13cf31854" providerId="LiveId" clId="{5600D85B-4242-4352-8AFF-69675DF65E8D}" dt="2022-12-25T07:53:28.123" v="640" actId="571"/>
          <ac:spMkLst>
            <pc:docMk/>
            <pc:sldMk cId="3858565662" sldId="316"/>
            <ac:spMk id="17" creationId="{3F2745AC-BB4A-4C41-8A0B-ACA3FC61A01F}"/>
          </ac:spMkLst>
        </pc:spChg>
        <pc:spChg chg="add mod">
          <ac:chgData name="Nông Văn Tình" userId="65f03aa13cf31854" providerId="LiveId" clId="{5600D85B-4242-4352-8AFF-69675DF65E8D}" dt="2022-12-25T07:54:51.514" v="690" actId="113"/>
          <ac:spMkLst>
            <pc:docMk/>
            <pc:sldMk cId="3858565662" sldId="316"/>
            <ac:spMk id="18" creationId="{E3D85359-3A84-48DB-B37C-5557602618C7}"/>
          </ac:spMkLst>
        </pc:spChg>
        <pc:picChg chg="add mod">
          <ac:chgData name="Nông Văn Tình" userId="65f03aa13cf31854" providerId="LiveId" clId="{5600D85B-4242-4352-8AFF-69675DF65E8D}" dt="2022-12-26T01:18:35.417" v="2398"/>
          <ac:picMkLst>
            <pc:docMk/>
            <pc:sldMk cId="3858565662" sldId="316"/>
            <ac:picMk id="8" creationId="{D007C5D1-00EB-48DD-8FF9-73777109F780}"/>
          </ac:picMkLst>
        </pc:picChg>
        <pc:picChg chg="del">
          <ac:chgData name="Nông Văn Tình" userId="65f03aa13cf31854" providerId="LiveId" clId="{5600D85B-4242-4352-8AFF-69675DF65E8D}" dt="2022-12-25T07:52:58.123" v="633" actId="478"/>
          <ac:picMkLst>
            <pc:docMk/>
            <pc:sldMk cId="3858565662" sldId="316"/>
            <ac:picMk id="10" creationId="{F4BC41A8-7D92-41F1-80FB-61F8195033C3}"/>
          </ac:picMkLst>
        </pc:picChg>
      </pc:sldChg>
      <pc:sldChg chg="modSp add del mod">
        <pc:chgData name="Nông Văn Tình" userId="65f03aa13cf31854" providerId="LiveId" clId="{5600D85B-4242-4352-8AFF-69675DF65E8D}" dt="2022-12-25T08:13:27.464" v="1570" actId="47"/>
        <pc:sldMkLst>
          <pc:docMk/>
          <pc:sldMk cId="1337779440" sldId="317"/>
        </pc:sldMkLst>
        <pc:spChg chg="mod">
          <ac:chgData name="Nông Văn Tình" userId="65f03aa13cf31854" providerId="LiveId" clId="{5600D85B-4242-4352-8AFF-69675DF65E8D}" dt="2022-12-25T07:54:45.579" v="688" actId="207"/>
          <ac:spMkLst>
            <pc:docMk/>
            <pc:sldMk cId="1337779440" sldId="317"/>
            <ac:spMk id="11" creationId="{71FBEBCE-54C9-42AF-A5E8-B020E18BE23F}"/>
          </ac:spMkLst>
        </pc:spChg>
        <pc:spChg chg="mod">
          <ac:chgData name="Nông Văn Tình" userId="65f03aa13cf31854" providerId="LiveId" clId="{5600D85B-4242-4352-8AFF-69675DF65E8D}" dt="2022-12-25T07:54:54.049" v="691" actId="113"/>
          <ac:spMkLst>
            <pc:docMk/>
            <pc:sldMk cId="1337779440" sldId="317"/>
            <ac:spMk id="18" creationId="{E3D85359-3A84-48DB-B37C-5557602618C7}"/>
          </ac:spMkLst>
        </pc:spChg>
      </pc:sldChg>
      <pc:sldChg chg="addSp modSp add mod modTransition modAnim">
        <pc:chgData name="Nông Văn Tình" userId="65f03aa13cf31854" providerId="LiveId" clId="{5600D85B-4242-4352-8AFF-69675DF65E8D}" dt="2022-12-25T10:31:28.981" v="2387"/>
        <pc:sldMkLst>
          <pc:docMk/>
          <pc:sldMk cId="3968644868" sldId="318"/>
        </pc:sldMkLst>
        <pc:spChg chg="mod">
          <ac:chgData name="Nông Văn Tình" userId="65f03aa13cf31854" providerId="LiveId" clId="{5600D85B-4242-4352-8AFF-69675DF65E8D}" dt="2022-12-25T10:31:28.981" v="2387"/>
          <ac:spMkLst>
            <pc:docMk/>
            <pc:sldMk cId="3968644868" sldId="318"/>
            <ac:spMk id="6" creationId="{F4E27029-6846-47CD-94D8-1062663D6C1C}"/>
          </ac:spMkLst>
        </pc:spChg>
        <pc:spChg chg="add mod">
          <ac:chgData name="Nông Văn Tình" userId="65f03aa13cf31854" providerId="LiveId" clId="{5600D85B-4242-4352-8AFF-69675DF65E8D}" dt="2022-12-25T07:59:57.678" v="1020" actId="1076"/>
          <ac:spMkLst>
            <pc:docMk/>
            <pc:sldMk cId="3968644868" sldId="318"/>
            <ac:spMk id="9" creationId="{E762840E-FBF3-4FE2-BBF3-839C4ECE9595}"/>
          </ac:spMkLst>
        </pc:spChg>
        <pc:spChg chg="mod">
          <ac:chgData name="Nông Văn Tình" userId="65f03aa13cf31854" providerId="LiveId" clId="{5600D85B-4242-4352-8AFF-69675DF65E8D}" dt="2022-12-25T07:55:30.922" v="751" actId="20577"/>
          <ac:spMkLst>
            <pc:docMk/>
            <pc:sldMk cId="3968644868" sldId="318"/>
            <ac:spMk id="11" creationId="{71FBEBCE-54C9-42AF-A5E8-B020E18BE23F}"/>
          </ac:spMkLst>
        </pc:spChg>
        <pc:spChg chg="mod">
          <ac:chgData name="Nông Văn Tình" userId="65f03aa13cf31854" providerId="LiveId" clId="{5600D85B-4242-4352-8AFF-69675DF65E8D}" dt="2022-12-25T07:58:58.780" v="1001" actId="6549"/>
          <ac:spMkLst>
            <pc:docMk/>
            <pc:sldMk cId="3968644868" sldId="318"/>
            <ac:spMk id="18" creationId="{E3D85359-3A84-48DB-B37C-5557602618C7}"/>
          </ac:spMkLst>
        </pc:spChg>
        <pc:picChg chg="add mod">
          <ac:chgData name="Nông Văn Tình" userId="65f03aa13cf31854" providerId="LiveId" clId="{5600D85B-4242-4352-8AFF-69675DF65E8D}" dt="2022-12-25T07:59:59.521" v="1021" actId="1076"/>
          <ac:picMkLst>
            <pc:docMk/>
            <pc:sldMk cId="3968644868" sldId="318"/>
            <ac:picMk id="8" creationId="{97F3F26D-B95D-4EFE-978C-BFCD60D5C49B}"/>
          </ac:picMkLst>
        </pc:picChg>
      </pc:sldChg>
      <pc:sldChg chg="addSp delSp modSp add del mod modTransition modAnim">
        <pc:chgData name="Nông Văn Tình" userId="65f03aa13cf31854" providerId="LiveId" clId="{5600D85B-4242-4352-8AFF-69675DF65E8D}" dt="2022-12-26T04:29:03.903" v="3224" actId="47"/>
        <pc:sldMkLst>
          <pc:docMk/>
          <pc:sldMk cId="1449728628" sldId="319"/>
        </pc:sldMkLst>
        <pc:spChg chg="mod">
          <ac:chgData name="Nông Văn Tình" userId="65f03aa13cf31854" providerId="LiveId" clId="{5600D85B-4242-4352-8AFF-69675DF65E8D}" dt="2022-12-25T10:31:34.533" v="2388"/>
          <ac:spMkLst>
            <pc:docMk/>
            <pc:sldMk cId="1449728628" sldId="319"/>
            <ac:spMk id="6" creationId="{F4E27029-6846-47CD-94D8-1062663D6C1C}"/>
          </ac:spMkLst>
        </pc:spChg>
        <pc:spChg chg="del mod">
          <ac:chgData name="Nông Văn Tình" userId="65f03aa13cf31854" providerId="LiveId" clId="{5600D85B-4242-4352-8AFF-69675DF65E8D}" dt="2022-12-25T08:00:44.390" v="1028" actId="478"/>
          <ac:spMkLst>
            <pc:docMk/>
            <pc:sldMk cId="1449728628" sldId="319"/>
            <ac:spMk id="9" creationId="{E762840E-FBF3-4FE2-BBF3-839C4ECE9595}"/>
          </ac:spMkLst>
        </pc:spChg>
        <pc:spChg chg="add mod">
          <ac:chgData name="Nông Văn Tình" userId="65f03aa13cf31854" providerId="LiveId" clId="{5600D85B-4242-4352-8AFF-69675DF65E8D}" dt="2022-12-25T08:03:27.836" v="1152"/>
          <ac:spMkLst>
            <pc:docMk/>
            <pc:sldMk cId="1449728628" sldId="319"/>
            <ac:spMk id="10" creationId="{33300646-4115-4D23-BD3D-670C7300EE3B}"/>
          </ac:spMkLst>
        </pc:spChg>
        <pc:spChg chg="mod">
          <ac:chgData name="Nông Văn Tình" userId="65f03aa13cf31854" providerId="LiveId" clId="{5600D85B-4242-4352-8AFF-69675DF65E8D}" dt="2022-12-25T08:02:33.140" v="1146" actId="20577"/>
          <ac:spMkLst>
            <pc:docMk/>
            <pc:sldMk cId="1449728628" sldId="319"/>
            <ac:spMk id="11" creationId="{71FBEBCE-54C9-42AF-A5E8-B020E18BE23F}"/>
          </ac:spMkLst>
        </pc:spChg>
        <pc:spChg chg="add del mod">
          <ac:chgData name="Nông Văn Tình" userId="65f03aa13cf31854" providerId="LiveId" clId="{5600D85B-4242-4352-8AFF-69675DF65E8D}" dt="2022-12-26T01:36:43.841" v="3208" actId="478"/>
          <ac:spMkLst>
            <pc:docMk/>
            <pc:sldMk cId="1449728628" sldId="319"/>
            <ac:spMk id="12" creationId="{D6E63995-D29E-427C-B5C9-B711D94AE3E9}"/>
          </ac:spMkLst>
        </pc:spChg>
        <pc:spChg chg="mod">
          <ac:chgData name="Nông Văn Tình" userId="65f03aa13cf31854" providerId="LiveId" clId="{5600D85B-4242-4352-8AFF-69675DF65E8D}" dt="2022-12-26T01:37:31.066" v="3209" actId="20577"/>
          <ac:spMkLst>
            <pc:docMk/>
            <pc:sldMk cId="1449728628" sldId="319"/>
            <ac:spMk id="18" creationId="{E3D85359-3A84-48DB-B37C-5557602618C7}"/>
          </ac:spMkLst>
        </pc:spChg>
        <pc:picChg chg="del">
          <ac:chgData name="Nông Văn Tình" userId="65f03aa13cf31854" providerId="LiveId" clId="{5600D85B-4242-4352-8AFF-69675DF65E8D}" dt="2022-12-25T08:00:41.544" v="1026" actId="478"/>
          <ac:picMkLst>
            <pc:docMk/>
            <pc:sldMk cId="1449728628" sldId="319"/>
            <ac:picMk id="8" creationId="{97F3F26D-B95D-4EFE-978C-BFCD60D5C49B}"/>
          </ac:picMkLst>
        </pc:picChg>
      </pc:sldChg>
      <pc:sldChg chg="addSp modSp add del mod">
        <pc:chgData name="Nông Văn Tình" userId="65f03aa13cf31854" providerId="LiveId" clId="{5600D85B-4242-4352-8AFF-69675DF65E8D}" dt="2022-12-25T07:58:12.611" v="994" actId="47"/>
        <pc:sldMkLst>
          <pc:docMk/>
          <pc:sldMk cId="2472950328" sldId="319"/>
        </pc:sldMkLst>
        <pc:spChg chg="add mod">
          <ac:chgData name="Nông Văn Tình" userId="65f03aa13cf31854" providerId="LiveId" clId="{5600D85B-4242-4352-8AFF-69675DF65E8D}" dt="2022-12-25T07:57:29.312" v="912"/>
          <ac:spMkLst>
            <pc:docMk/>
            <pc:sldMk cId="2472950328" sldId="319"/>
            <ac:spMk id="8" creationId="{428EA14D-5F8B-4065-AA13-57E36769CEE2}"/>
          </ac:spMkLst>
        </pc:spChg>
        <pc:spChg chg="add mod">
          <ac:chgData name="Nông Văn Tình" userId="65f03aa13cf31854" providerId="LiveId" clId="{5600D85B-4242-4352-8AFF-69675DF65E8D}" dt="2022-12-25T07:57:41.286" v="993" actId="20577"/>
          <ac:spMkLst>
            <pc:docMk/>
            <pc:sldMk cId="2472950328" sldId="319"/>
            <ac:spMk id="9" creationId="{4DD03818-297E-4828-875F-CBB9310372C5}"/>
          </ac:spMkLst>
        </pc:spChg>
        <pc:spChg chg="mod">
          <ac:chgData name="Nông Văn Tình" userId="65f03aa13cf31854" providerId="LiveId" clId="{5600D85B-4242-4352-8AFF-69675DF65E8D}" dt="2022-12-25T07:57:19.632" v="909" actId="20577"/>
          <ac:spMkLst>
            <pc:docMk/>
            <pc:sldMk cId="2472950328" sldId="319"/>
            <ac:spMk id="11" creationId="{71FBEBCE-54C9-42AF-A5E8-B020E18BE23F}"/>
          </ac:spMkLst>
        </pc:spChg>
        <pc:spChg chg="mod">
          <ac:chgData name="Nông Văn Tình" userId="65f03aa13cf31854" providerId="LiveId" clId="{5600D85B-4242-4352-8AFF-69675DF65E8D}" dt="2022-12-25T07:57:24.062" v="910" actId="1076"/>
          <ac:spMkLst>
            <pc:docMk/>
            <pc:sldMk cId="2472950328" sldId="319"/>
            <ac:spMk id="18" creationId="{E3D85359-3A84-48DB-B37C-5557602618C7}"/>
          </ac:spMkLst>
        </pc:spChg>
      </pc:sldChg>
      <pc:sldChg chg="addSp delSp modSp add del mod modTransition">
        <pc:chgData name="Nông Văn Tình" userId="65f03aa13cf31854" providerId="LiveId" clId="{5600D85B-4242-4352-8AFF-69675DF65E8D}" dt="2022-12-26T04:29:19.084" v="3225" actId="2696"/>
        <pc:sldMkLst>
          <pc:docMk/>
          <pc:sldMk cId="948020874" sldId="320"/>
        </pc:sldMkLst>
        <pc:spChg chg="mod">
          <ac:chgData name="Nông Văn Tình" userId="65f03aa13cf31854" providerId="LiveId" clId="{5600D85B-4242-4352-8AFF-69675DF65E8D}" dt="2022-12-25T10:31:38.498" v="2389"/>
          <ac:spMkLst>
            <pc:docMk/>
            <pc:sldMk cId="948020874" sldId="320"/>
            <ac:spMk id="6" creationId="{F4E27029-6846-47CD-94D8-1062663D6C1C}"/>
          </ac:spMkLst>
        </pc:spChg>
        <pc:spChg chg="add del mod">
          <ac:chgData name="Nông Văn Tình" userId="65f03aa13cf31854" providerId="LiveId" clId="{5600D85B-4242-4352-8AFF-69675DF65E8D}" dt="2022-12-25T08:06:56.806" v="1238" actId="21"/>
          <ac:spMkLst>
            <pc:docMk/>
            <pc:sldMk cId="948020874" sldId="320"/>
            <ac:spMk id="8" creationId="{1EC29CE3-93E3-4FFF-9A10-2B2179FD9100}"/>
          </ac:spMkLst>
        </pc:spChg>
        <pc:spChg chg="mod">
          <ac:chgData name="Nông Văn Tình" userId="65f03aa13cf31854" providerId="LiveId" clId="{5600D85B-4242-4352-8AFF-69675DF65E8D}" dt="2022-12-25T08:05:59.434" v="1216" actId="20577"/>
          <ac:spMkLst>
            <pc:docMk/>
            <pc:sldMk cId="948020874" sldId="320"/>
            <ac:spMk id="11" creationId="{71FBEBCE-54C9-42AF-A5E8-B020E18BE23F}"/>
          </ac:spMkLst>
        </pc:spChg>
        <pc:spChg chg="del mod">
          <ac:chgData name="Nông Văn Tình" userId="65f03aa13cf31854" providerId="LiveId" clId="{5600D85B-4242-4352-8AFF-69675DF65E8D}" dt="2022-12-25T08:06:25.917" v="1230" actId="478"/>
          <ac:spMkLst>
            <pc:docMk/>
            <pc:sldMk cId="948020874" sldId="320"/>
            <ac:spMk id="12" creationId="{D6E63995-D29E-427C-B5C9-B711D94AE3E9}"/>
          </ac:spMkLst>
        </pc:spChg>
        <pc:spChg chg="mod">
          <ac:chgData name="Nông Văn Tình" userId="65f03aa13cf31854" providerId="LiveId" clId="{5600D85B-4242-4352-8AFF-69675DF65E8D}" dt="2022-12-25T08:06:32.367" v="1233" actId="20577"/>
          <ac:spMkLst>
            <pc:docMk/>
            <pc:sldMk cId="948020874" sldId="320"/>
            <ac:spMk id="18" creationId="{E3D85359-3A84-48DB-B37C-5557602618C7}"/>
          </ac:spMkLst>
        </pc:spChg>
      </pc:sldChg>
      <pc:sldChg chg="add">
        <pc:chgData name="Nông Văn Tình" userId="65f03aa13cf31854" providerId="LiveId" clId="{5600D85B-4242-4352-8AFF-69675DF65E8D}" dt="2022-12-26T04:29:27.167" v="3226"/>
        <pc:sldMkLst>
          <pc:docMk/>
          <pc:sldMk cId="1789565831" sldId="320"/>
        </pc:sldMkLst>
      </pc:sldChg>
      <pc:sldChg chg="addSp delSp modSp add mod modTransition modAnim">
        <pc:chgData name="Nông Văn Tình" userId="65f03aa13cf31854" providerId="LiveId" clId="{5600D85B-4242-4352-8AFF-69675DF65E8D}" dt="2022-12-25T10:31:59.678" v="2394"/>
        <pc:sldMkLst>
          <pc:docMk/>
          <pc:sldMk cId="622132215" sldId="321"/>
        </pc:sldMkLst>
        <pc:spChg chg="mod">
          <ac:chgData name="Nông Văn Tình" userId="65f03aa13cf31854" providerId="LiveId" clId="{5600D85B-4242-4352-8AFF-69675DF65E8D}" dt="2022-12-25T10:31:59.678" v="2394"/>
          <ac:spMkLst>
            <pc:docMk/>
            <pc:sldMk cId="622132215" sldId="321"/>
            <ac:spMk id="6" creationId="{F4E27029-6846-47CD-94D8-1062663D6C1C}"/>
          </ac:spMkLst>
        </pc:spChg>
        <pc:spChg chg="mod">
          <ac:chgData name="Nông Văn Tình" userId="65f03aa13cf31854" providerId="LiveId" clId="{5600D85B-4242-4352-8AFF-69675DF65E8D}" dt="2022-12-25T08:08:19.971" v="1272"/>
          <ac:spMkLst>
            <pc:docMk/>
            <pc:sldMk cId="622132215" sldId="321"/>
            <ac:spMk id="8" creationId="{0D3C3F1F-CE45-4E11-853C-F0EC1E135B60}"/>
          </ac:spMkLst>
        </pc:spChg>
        <pc:spChg chg="mod">
          <ac:chgData name="Nông Văn Tình" userId="65f03aa13cf31854" providerId="LiveId" clId="{5600D85B-4242-4352-8AFF-69675DF65E8D}" dt="2022-12-25T08:23:38.080" v="2312" actId="20577"/>
          <ac:spMkLst>
            <pc:docMk/>
            <pc:sldMk cId="622132215" sldId="321"/>
            <ac:spMk id="10" creationId="{E4B5B175-3DB1-4A92-A388-488A40590B34}"/>
          </ac:spMkLst>
        </pc:spChg>
        <pc:picChg chg="del">
          <ac:chgData name="Nông Văn Tình" userId="65f03aa13cf31854" providerId="LiveId" clId="{5600D85B-4242-4352-8AFF-69675DF65E8D}" dt="2022-12-25T08:08:24.780" v="1273" actId="478"/>
          <ac:picMkLst>
            <pc:docMk/>
            <pc:sldMk cId="622132215" sldId="321"/>
            <ac:picMk id="9" creationId="{4F020CA4-913B-4D54-BD49-1F4B3BC8F71C}"/>
          </ac:picMkLst>
        </pc:picChg>
        <pc:picChg chg="add mod">
          <ac:chgData name="Nông Văn Tình" userId="65f03aa13cf31854" providerId="LiveId" clId="{5600D85B-4242-4352-8AFF-69675DF65E8D}" dt="2022-12-25T08:08:35.774" v="1277" actId="1076"/>
          <ac:picMkLst>
            <pc:docMk/>
            <pc:sldMk cId="622132215" sldId="321"/>
            <ac:picMk id="11" creationId="{FE844A86-5BED-4C73-8287-460FF49F0282}"/>
          </ac:picMkLst>
        </pc:picChg>
      </pc:sldChg>
      <pc:sldChg chg="addSp delSp modSp add mod modTransition modAnim">
        <pc:chgData name="Nông Văn Tình" userId="65f03aa13cf31854" providerId="LiveId" clId="{5600D85B-4242-4352-8AFF-69675DF65E8D}" dt="2022-12-25T10:32:04.332" v="2395"/>
        <pc:sldMkLst>
          <pc:docMk/>
          <pc:sldMk cId="2182142561" sldId="322"/>
        </pc:sldMkLst>
        <pc:spChg chg="mod">
          <ac:chgData name="Nông Văn Tình" userId="65f03aa13cf31854" providerId="LiveId" clId="{5600D85B-4242-4352-8AFF-69675DF65E8D}" dt="2022-12-25T10:32:04.332" v="2395"/>
          <ac:spMkLst>
            <pc:docMk/>
            <pc:sldMk cId="2182142561" sldId="322"/>
            <ac:spMk id="6" creationId="{F4E27029-6846-47CD-94D8-1062663D6C1C}"/>
          </ac:spMkLst>
        </pc:spChg>
        <pc:spChg chg="mod">
          <ac:chgData name="Nông Văn Tình" userId="65f03aa13cf31854" providerId="LiveId" clId="{5600D85B-4242-4352-8AFF-69675DF65E8D}" dt="2022-12-25T08:12:45.306" v="1560" actId="20577"/>
          <ac:spMkLst>
            <pc:docMk/>
            <pc:sldMk cId="2182142561" sldId="322"/>
            <ac:spMk id="7" creationId="{E08ECBEB-2701-062A-8BE6-363497690E6E}"/>
          </ac:spMkLst>
        </pc:spChg>
        <pc:spChg chg="mod">
          <ac:chgData name="Nông Văn Tình" userId="65f03aa13cf31854" providerId="LiveId" clId="{5600D85B-4242-4352-8AFF-69675DF65E8D}" dt="2022-12-25T08:09:48.241" v="1394"/>
          <ac:spMkLst>
            <pc:docMk/>
            <pc:sldMk cId="2182142561" sldId="322"/>
            <ac:spMk id="8" creationId="{0D3C3F1F-CE45-4E11-853C-F0EC1E135B60}"/>
          </ac:spMkLst>
        </pc:spChg>
        <pc:spChg chg="mod">
          <ac:chgData name="Nông Văn Tình" userId="65f03aa13cf31854" providerId="LiveId" clId="{5600D85B-4242-4352-8AFF-69675DF65E8D}" dt="2022-12-25T08:23:42.122" v="2314" actId="20577"/>
          <ac:spMkLst>
            <pc:docMk/>
            <pc:sldMk cId="2182142561" sldId="322"/>
            <ac:spMk id="10" creationId="{E4B5B175-3DB1-4A92-A388-488A40590B34}"/>
          </ac:spMkLst>
        </pc:spChg>
        <pc:spChg chg="add mod">
          <ac:chgData name="Nông Văn Tình" userId="65f03aa13cf31854" providerId="LiveId" clId="{5600D85B-4242-4352-8AFF-69675DF65E8D}" dt="2022-12-25T08:10:16.924" v="1407" actId="1076"/>
          <ac:spMkLst>
            <pc:docMk/>
            <pc:sldMk cId="2182142561" sldId="322"/>
            <ac:spMk id="12" creationId="{533F2986-E099-4B2C-A54B-ACE5E7410B65}"/>
          </ac:spMkLst>
        </pc:spChg>
        <pc:picChg chg="add mod">
          <ac:chgData name="Nông Văn Tình" userId="65f03aa13cf31854" providerId="LiveId" clId="{5600D85B-4242-4352-8AFF-69675DF65E8D}" dt="2022-12-25T08:09:57.076" v="1398" actId="14100"/>
          <ac:picMkLst>
            <pc:docMk/>
            <pc:sldMk cId="2182142561" sldId="322"/>
            <ac:picMk id="9" creationId="{335A8D96-4E00-429C-98C7-33FEE8ACC360}"/>
          </ac:picMkLst>
        </pc:picChg>
        <pc:picChg chg="del">
          <ac:chgData name="Nông Văn Tình" userId="65f03aa13cf31854" providerId="LiveId" clId="{5600D85B-4242-4352-8AFF-69675DF65E8D}" dt="2022-12-25T08:09:53.384" v="1395" actId="478"/>
          <ac:picMkLst>
            <pc:docMk/>
            <pc:sldMk cId="2182142561" sldId="322"/>
            <ac:picMk id="11" creationId="{FE844A86-5BED-4C73-8287-460FF49F0282}"/>
          </ac:picMkLst>
        </pc:picChg>
      </pc:sldChg>
      <pc:sldChg chg="addSp delSp modSp add mod modTransition modAnim">
        <pc:chgData name="Nông Văn Tình" userId="65f03aa13cf31854" providerId="LiveId" clId="{5600D85B-4242-4352-8AFF-69675DF65E8D}" dt="2022-12-25T10:31:43.272" v="2390"/>
        <pc:sldMkLst>
          <pc:docMk/>
          <pc:sldMk cId="3219391181" sldId="323"/>
        </pc:sldMkLst>
        <pc:spChg chg="mod">
          <ac:chgData name="Nông Văn Tình" userId="65f03aa13cf31854" providerId="LiveId" clId="{5600D85B-4242-4352-8AFF-69675DF65E8D}" dt="2022-12-25T10:31:43.272" v="2390"/>
          <ac:spMkLst>
            <pc:docMk/>
            <pc:sldMk cId="3219391181" sldId="323"/>
            <ac:spMk id="6" creationId="{F4E27029-6846-47CD-94D8-1062663D6C1C}"/>
          </ac:spMkLst>
        </pc:spChg>
        <pc:spChg chg="add mod">
          <ac:chgData name="Nông Văn Tình" userId="65f03aa13cf31854" providerId="LiveId" clId="{5600D85B-4242-4352-8AFF-69675DF65E8D}" dt="2022-12-25T08:15:33.565" v="1824" actId="20577"/>
          <ac:spMkLst>
            <pc:docMk/>
            <pc:sldMk cId="3219391181" sldId="323"/>
            <ac:spMk id="8" creationId="{60649187-95EA-4520-B3A0-D43FA43662F5}"/>
          </ac:spMkLst>
        </pc:spChg>
        <pc:spChg chg="mod">
          <ac:chgData name="Nông Văn Tình" userId="65f03aa13cf31854" providerId="LiveId" clId="{5600D85B-4242-4352-8AFF-69675DF65E8D}" dt="2022-12-25T08:16:18.473" v="1887" actId="20577"/>
          <ac:spMkLst>
            <pc:docMk/>
            <pc:sldMk cId="3219391181" sldId="323"/>
            <ac:spMk id="11" creationId="{71FBEBCE-54C9-42AF-A5E8-B020E18BE23F}"/>
          </ac:spMkLst>
        </pc:spChg>
        <pc:spChg chg="del mod">
          <ac:chgData name="Nông Văn Tình" userId="65f03aa13cf31854" providerId="LiveId" clId="{5600D85B-4242-4352-8AFF-69675DF65E8D}" dt="2022-12-25T08:14:19.313" v="1683" actId="478"/>
          <ac:spMkLst>
            <pc:docMk/>
            <pc:sldMk cId="3219391181" sldId="323"/>
            <ac:spMk id="18" creationId="{E3D85359-3A84-48DB-B37C-5557602618C7}"/>
          </ac:spMkLst>
        </pc:spChg>
        <pc:graphicFrameChg chg="add mod modGraphic">
          <ac:chgData name="Nông Văn Tình" userId="65f03aa13cf31854" providerId="LiveId" clId="{5600D85B-4242-4352-8AFF-69675DF65E8D}" dt="2022-12-25T08:15:15.552" v="1695" actId="1076"/>
          <ac:graphicFrameMkLst>
            <pc:docMk/>
            <pc:sldMk cId="3219391181" sldId="323"/>
            <ac:graphicFrameMk id="2" creationId="{9489D9B3-F7E3-435D-B36D-010133F22A4D}"/>
          </ac:graphicFrameMkLst>
        </pc:graphicFrameChg>
      </pc:sldChg>
      <pc:sldChg chg="addSp delSp modSp add mod modTransition modAnim">
        <pc:chgData name="Nông Văn Tình" userId="65f03aa13cf31854" providerId="LiveId" clId="{5600D85B-4242-4352-8AFF-69675DF65E8D}" dt="2022-12-25T10:31:47.252" v="2391"/>
        <pc:sldMkLst>
          <pc:docMk/>
          <pc:sldMk cId="1647321274" sldId="324"/>
        </pc:sldMkLst>
        <pc:spChg chg="mod">
          <ac:chgData name="Nông Văn Tình" userId="65f03aa13cf31854" providerId="LiveId" clId="{5600D85B-4242-4352-8AFF-69675DF65E8D}" dt="2022-12-25T10:31:47.252" v="2391"/>
          <ac:spMkLst>
            <pc:docMk/>
            <pc:sldMk cId="1647321274" sldId="324"/>
            <ac:spMk id="6" creationId="{F4E27029-6846-47CD-94D8-1062663D6C1C}"/>
          </ac:spMkLst>
        </pc:spChg>
        <pc:spChg chg="mod">
          <ac:chgData name="Nông Văn Tình" userId="65f03aa13cf31854" providerId="LiveId" clId="{5600D85B-4242-4352-8AFF-69675DF65E8D}" dt="2022-12-25T08:23:26.340" v="2304" actId="20577"/>
          <ac:spMkLst>
            <pc:docMk/>
            <pc:sldMk cId="1647321274" sldId="324"/>
            <ac:spMk id="8" creationId="{60649187-95EA-4520-B3A0-D43FA43662F5}"/>
          </ac:spMkLst>
        </pc:spChg>
        <pc:spChg chg="mod">
          <ac:chgData name="Nông Văn Tình" userId="65f03aa13cf31854" providerId="LiveId" clId="{5600D85B-4242-4352-8AFF-69675DF65E8D}" dt="2022-12-25T08:16:28.708" v="1947" actId="20577"/>
          <ac:spMkLst>
            <pc:docMk/>
            <pc:sldMk cId="1647321274" sldId="324"/>
            <ac:spMk id="11" creationId="{71FBEBCE-54C9-42AF-A5E8-B020E18BE23F}"/>
          </ac:spMkLst>
        </pc:spChg>
        <pc:graphicFrameChg chg="del">
          <ac:chgData name="Nông Văn Tình" userId="65f03aa13cf31854" providerId="LiveId" clId="{5600D85B-4242-4352-8AFF-69675DF65E8D}" dt="2022-12-25T08:16:33.572" v="1948" actId="478"/>
          <ac:graphicFrameMkLst>
            <pc:docMk/>
            <pc:sldMk cId="1647321274" sldId="324"/>
            <ac:graphicFrameMk id="2" creationId="{9489D9B3-F7E3-435D-B36D-010133F22A4D}"/>
          </ac:graphicFrameMkLst>
        </pc:graphicFrameChg>
        <pc:picChg chg="add mod">
          <ac:chgData name="Nông Văn Tình" userId="65f03aa13cf31854" providerId="LiveId" clId="{5600D85B-4242-4352-8AFF-69675DF65E8D}" dt="2022-12-25T08:16:40.139" v="1952" actId="1076"/>
          <ac:picMkLst>
            <pc:docMk/>
            <pc:sldMk cId="1647321274" sldId="324"/>
            <ac:picMk id="9" creationId="{7C3EF911-A25D-44DA-B39C-2A6AEA052CD3}"/>
          </ac:picMkLst>
        </pc:picChg>
      </pc:sldChg>
      <pc:sldChg chg="addSp delSp modSp add mod modTransition modAnim">
        <pc:chgData name="Nông Văn Tình" userId="65f03aa13cf31854" providerId="LiveId" clId="{5600D85B-4242-4352-8AFF-69675DF65E8D}" dt="2022-12-25T10:31:52.143" v="2392"/>
        <pc:sldMkLst>
          <pc:docMk/>
          <pc:sldMk cId="2176096089" sldId="325"/>
        </pc:sldMkLst>
        <pc:spChg chg="mod">
          <ac:chgData name="Nông Văn Tình" userId="65f03aa13cf31854" providerId="LiveId" clId="{5600D85B-4242-4352-8AFF-69675DF65E8D}" dt="2022-12-25T10:31:52.143" v="2392"/>
          <ac:spMkLst>
            <pc:docMk/>
            <pc:sldMk cId="2176096089" sldId="325"/>
            <ac:spMk id="6" creationId="{F4E27029-6846-47CD-94D8-1062663D6C1C}"/>
          </ac:spMkLst>
        </pc:spChg>
        <pc:spChg chg="mod">
          <ac:chgData name="Nông Văn Tình" userId="65f03aa13cf31854" providerId="LiveId" clId="{5600D85B-4242-4352-8AFF-69675DF65E8D}" dt="2022-12-25T08:23:32.021" v="2308" actId="20577"/>
          <ac:spMkLst>
            <pc:docMk/>
            <pc:sldMk cId="2176096089" sldId="325"/>
            <ac:spMk id="8" creationId="{60649187-95EA-4520-B3A0-D43FA43662F5}"/>
          </ac:spMkLst>
        </pc:spChg>
        <pc:picChg chg="del">
          <ac:chgData name="Nông Văn Tình" userId="65f03aa13cf31854" providerId="LiveId" clId="{5600D85B-4242-4352-8AFF-69675DF65E8D}" dt="2022-12-25T08:16:58.521" v="2007" actId="478"/>
          <ac:picMkLst>
            <pc:docMk/>
            <pc:sldMk cId="2176096089" sldId="325"/>
            <ac:picMk id="9" creationId="{7C3EF911-A25D-44DA-B39C-2A6AEA052CD3}"/>
          </ac:picMkLst>
        </pc:picChg>
        <pc:picChg chg="add mod">
          <ac:chgData name="Nông Văn Tình" userId="65f03aa13cf31854" providerId="LiveId" clId="{5600D85B-4242-4352-8AFF-69675DF65E8D}" dt="2022-12-25T08:17:07.835" v="2013" actId="1076"/>
          <ac:picMkLst>
            <pc:docMk/>
            <pc:sldMk cId="2176096089" sldId="325"/>
            <ac:picMk id="10" creationId="{AF513782-973A-4312-AAFB-672D0579C86D}"/>
          </ac:picMkLst>
        </pc:picChg>
      </pc:sldChg>
      <pc:sldChg chg="addSp delSp modSp add mod modAnim">
        <pc:chgData name="Nông Văn Tình" userId="65f03aa13cf31854" providerId="LiveId" clId="{5600D85B-4242-4352-8AFF-69675DF65E8D}" dt="2022-12-26T01:31:34.710" v="3186" actId="1076"/>
        <pc:sldMkLst>
          <pc:docMk/>
          <pc:sldMk cId="277370757" sldId="326"/>
        </pc:sldMkLst>
        <pc:spChg chg="del">
          <ac:chgData name="Nông Văn Tình" userId="65f03aa13cf31854" providerId="LiveId" clId="{5600D85B-4242-4352-8AFF-69675DF65E8D}" dt="2022-12-26T01:28:58.056" v="3006" actId="478"/>
          <ac:spMkLst>
            <pc:docMk/>
            <pc:sldMk cId="277370757" sldId="326"/>
            <ac:spMk id="9" creationId="{E762840E-FBF3-4FE2-BBF3-839C4ECE9595}"/>
          </ac:spMkLst>
        </pc:spChg>
        <pc:spChg chg="add mod">
          <ac:chgData name="Nông Văn Tình" userId="65f03aa13cf31854" providerId="LiveId" clId="{5600D85B-4242-4352-8AFF-69675DF65E8D}" dt="2022-12-26T01:31:34.710" v="3186" actId="1076"/>
          <ac:spMkLst>
            <pc:docMk/>
            <pc:sldMk cId="277370757" sldId="326"/>
            <ac:spMk id="10" creationId="{3C92ED1F-B4BA-446D-86DD-8484EFC0A84F}"/>
          </ac:spMkLst>
        </pc:spChg>
        <pc:spChg chg="mod">
          <ac:chgData name="Nông Văn Tình" userId="65f03aa13cf31854" providerId="LiveId" clId="{5600D85B-4242-4352-8AFF-69675DF65E8D}" dt="2022-12-26T01:25:26.495" v="2803" actId="20577"/>
          <ac:spMkLst>
            <pc:docMk/>
            <pc:sldMk cId="277370757" sldId="326"/>
            <ac:spMk id="11" creationId="{71FBEBCE-54C9-42AF-A5E8-B020E18BE23F}"/>
          </ac:spMkLst>
        </pc:spChg>
        <pc:spChg chg="mod">
          <ac:chgData name="Nông Văn Tình" userId="65f03aa13cf31854" providerId="LiveId" clId="{5600D85B-4242-4352-8AFF-69675DF65E8D}" dt="2022-12-26T01:31:12.782" v="3180" actId="20577"/>
          <ac:spMkLst>
            <pc:docMk/>
            <pc:sldMk cId="277370757" sldId="326"/>
            <ac:spMk id="18" creationId="{E3D85359-3A84-48DB-B37C-5557602618C7}"/>
          </ac:spMkLst>
        </pc:spChg>
        <pc:picChg chg="del">
          <ac:chgData name="Nông Văn Tình" userId="65f03aa13cf31854" providerId="LiveId" clId="{5600D85B-4242-4352-8AFF-69675DF65E8D}" dt="2022-12-26T01:26:45.944" v="2893" actId="478"/>
          <ac:picMkLst>
            <pc:docMk/>
            <pc:sldMk cId="277370757" sldId="326"/>
            <ac:picMk id="8" creationId="{97F3F26D-B95D-4EFE-978C-BFCD60D5C49B}"/>
          </ac:picMkLst>
        </pc:picChg>
      </pc:sldChg>
      <pc:sldMasterChg chg="modTransition modSldLayout">
        <pc:chgData name="Nông Văn Tình" userId="65f03aa13cf31854" providerId="LiveId" clId="{5600D85B-4242-4352-8AFF-69675DF65E8D}" dt="2022-12-25T08:39:57.393" v="2384"/>
        <pc:sldMasterMkLst>
          <pc:docMk/>
          <pc:sldMasterMk cId="0" sldId="2147483648"/>
        </pc:sldMasterMkLst>
        <pc:sldLayoutChg chg="modTransition">
          <pc:chgData name="Nông Văn Tình" userId="65f03aa13cf31854" providerId="LiveId" clId="{5600D85B-4242-4352-8AFF-69675DF65E8D}" dt="2022-12-25T08:39:57.393" v="2384"/>
          <pc:sldLayoutMkLst>
            <pc:docMk/>
            <pc:sldMasterMk cId="0" sldId="2147483648"/>
            <pc:sldLayoutMk cId="1388961944" sldId="2147483649"/>
          </pc:sldLayoutMkLst>
        </pc:sldLayoutChg>
        <pc:sldLayoutChg chg="modTransition">
          <pc:chgData name="Nông Văn Tình" userId="65f03aa13cf31854" providerId="LiveId" clId="{5600D85B-4242-4352-8AFF-69675DF65E8D}" dt="2022-12-25T08:39:57.393" v="2384"/>
          <pc:sldLayoutMkLst>
            <pc:docMk/>
            <pc:sldMasterMk cId="0" sldId="2147483648"/>
            <pc:sldLayoutMk cId="4152814725" sldId="2147483650"/>
          </pc:sldLayoutMkLst>
        </pc:sldLayoutChg>
        <pc:sldLayoutChg chg="modTransition">
          <pc:chgData name="Nông Văn Tình" userId="65f03aa13cf31854" providerId="LiveId" clId="{5600D85B-4242-4352-8AFF-69675DF65E8D}" dt="2022-12-25T08:39:57.393" v="2384"/>
          <pc:sldLayoutMkLst>
            <pc:docMk/>
            <pc:sldMasterMk cId="0" sldId="2147483648"/>
            <pc:sldLayoutMk cId="728765709" sldId="2147483651"/>
          </pc:sldLayoutMkLst>
        </pc:sldLayoutChg>
        <pc:sldLayoutChg chg="modTransition">
          <pc:chgData name="Nông Văn Tình" userId="65f03aa13cf31854" providerId="LiveId" clId="{5600D85B-4242-4352-8AFF-69675DF65E8D}" dt="2022-12-25T08:39:57.393" v="2384"/>
          <pc:sldLayoutMkLst>
            <pc:docMk/>
            <pc:sldMasterMk cId="0" sldId="2147483648"/>
            <pc:sldLayoutMk cId="925160099" sldId="2147483652"/>
          </pc:sldLayoutMkLst>
        </pc:sldLayoutChg>
        <pc:sldLayoutChg chg="modTransition">
          <pc:chgData name="Nông Văn Tình" userId="65f03aa13cf31854" providerId="LiveId" clId="{5600D85B-4242-4352-8AFF-69675DF65E8D}" dt="2022-12-25T08:39:57.393" v="2384"/>
          <pc:sldLayoutMkLst>
            <pc:docMk/>
            <pc:sldMasterMk cId="0" sldId="2147483648"/>
            <pc:sldLayoutMk cId="1094579176" sldId="2147483653"/>
          </pc:sldLayoutMkLst>
        </pc:sldLayoutChg>
        <pc:sldLayoutChg chg="modTransition">
          <pc:chgData name="Nông Văn Tình" userId="65f03aa13cf31854" providerId="LiveId" clId="{5600D85B-4242-4352-8AFF-69675DF65E8D}" dt="2022-12-25T08:39:57.393" v="2384"/>
          <pc:sldLayoutMkLst>
            <pc:docMk/>
            <pc:sldMasterMk cId="0" sldId="2147483648"/>
            <pc:sldLayoutMk cId="1560516592" sldId="2147483654"/>
          </pc:sldLayoutMkLst>
        </pc:sldLayoutChg>
        <pc:sldLayoutChg chg="modTransition">
          <pc:chgData name="Nông Văn Tình" userId="65f03aa13cf31854" providerId="LiveId" clId="{5600D85B-4242-4352-8AFF-69675DF65E8D}" dt="2022-12-25T08:39:57.393" v="2384"/>
          <pc:sldLayoutMkLst>
            <pc:docMk/>
            <pc:sldMasterMk cId="0" sldId="2147483648"/>
            <pc:sldLayoutMk cId="2882181372" sldId="2147483655"/>
          </pc:sldLayoutMkLst>
        </pc:sldLayoutChg>
        <pc:sldLayoutChg chg="modTransition">
          <pc:chgData name="Nông Văn Tình" userId="65f03aa13cf31854" providerId="LiveId" clId="{5600D85B-4242-4352-8AFF-69675DF65E8D}" dt="2022-12-25T08:39:57.393" v="2384"/>
          <pc:sldLayoutMkLst>
            <pc:docMk/>
            <pc:sldMasterMk cId="0" sldId="2147483648"/>
            <pc:sldLayoutMk cId="4287963775" sldId="2147483656"/>
          </pc:sldLayoutMkLst>
        </pc:sldLayoutChg>
        <pc:sldLayoutChg chg="modTransition">
          <pc:chgData name="Nông Văn Tình" userId="65f03aa13cf31854" providerId="LiveId" clId="{5600D85B-4242-4352-8AFF-69675DF65E8D}" dt="2022-12-25T08:39:57.393" v="2384"/>
          <pc:sldLayoutMkLst>
            <pc:docMk/>
            <pc:sldMasterMk cId="0" sldId="2147483648"/>
            <pc:sldLayoutMk cId="4031732195" sldId="2147483657"/>
          </pc:sldLayoutMkLst>
        </pc:sldLayoutChg>
        <pc:sldLayoutChg chg="modTransition">
          <pc:chgData name="Nông Văn Tình" userId="65f03aa13cf31854" providerId="LiveId" clId="{5600D85B-4242-4352-8AFF-69675DF65E8D}" dt="2022-12-25T08:39:57.393" v="2384"/>
          <pc:sldLayoutMkLst>
            <pc:docMk/>
            <pc:sldMasterMk cId="0" sldId="2147483648"/>
            <pc:sldLayoutMk cId="199243679" sldId="2147483658"/>
          </pc:sldLayoutMkLst>
        </pc:sldLayoutChg>
        <pc:sldLayoutChg chg="modTransition">
          <pc:chgData name="Nông Văn Tình" userId="65f03aa13cf31854" providerId="LiveId" clId="{5600D85B-4242-4352-8AFF-69675DF65E8D}" dt="2022-12-25T08:39:57.393" v="2384"/>
          <pc:sldLayoutMkLst>
            <pc:docMk/>
            <pc:sldMasterMk cId="0" sldId="2147483648"/>
            <pc:sldLayoutMk cId="4292361570" sldId="2147483659"/>
          </pc:sldLayoutMkLst>
        </pc:sldLayoutChg>
      </pc:sldMasterChg>
    </pc:docChg>
  </pc:docChgLst>
  <pc:docChgLst>
    <pc:chgData name="Nông Văn Tình" userId="65f03aa13cf31854" providerId="LiveId" clId="{EBA5D19B-A560-493B-AFD0-AE3437422068}"/>
    <pc:docChg chg="undo custSel addSld delSld modSld">
      <pc:chgData name="Nông Văn Tình" userId="65f03aa13cf31854" providerId="LiveId" clId="{EBA5D19B-A560-493B-AFD0-AE3437422068}" dt="2022-12-19T11:42:46.269" v="576" actId="12"/>
      <pc:docMkLst>
        <pc:docMk/>
      </pc:docMkLst>
      <pc:sldChg chg="del">
        <pc:chgData name="Nông Văn Tình" userId="65f03aa13cf31854" providerId="LiveId" clId="{EBA5D19B-A560-493B-AFD0-AE3437422068}" dt="2022-12-19T11:13:19.567" v="1" actId="47"/>
        <pc:sldMkLst>
          <pc:docMk/>
          <pc:sldMk cId="0" sldId="256"/>
        </pc:sldMkLst>
      </pc:sldChg>
      <pc:sldChg chg="addSp delSp modSp mod modTransition">
        <pc:chgData name="Nông Văn Tình" userId="65f03aa13cf31854" providerId="LiveId" clId="{EBA5D19B-A560-493B-AFD0-AE3437422068}" dt="2022-12-19T11:19:47.933" v="318" actId="20577"/>
        <pc:sldMkLst>
          <pc:docMk/>
          <pc:sldMk cId="1880246075" sldId="309"/>
        </pc:sldMkLst>
        <pc:spChg chg="add del mod">
          <ac:chgData name="Nông Văn Tình" userId="65f03aa13cf31854" providerId="LiveId" clId="{EBA5D19B-A560-493B-AFD0-AE3437422068}" dt="2022-12-19T11:14:19.659" v="33" actId="478"/>
          <ac:spMkLst>
            <pc:docMk/>
            <pc:sldMk cId="1880246075" sldId="309"/>
            <ac:spMk id="5" creationId="{97040143-0078-4231-B976-5ACFDF8131CF}"/>
          </ac:spMkLst>
        </pc:spChg>
        <pc:spChg chg="add mod">
          <ac:chgData name="Nông Văn Tình" userId="65f03aa13cf31854" providerId="LiveId" clId="{EBA5D19B-A560-493B-AFD0-AE3437422068}" dt="2022-12-19T11:14:44.061" v="55" actId="255"/>
          <ac:spMkLst>
            <pc:docMk/>
            <pc:sldMk cId="1880246075" sldId="309"/>
            <ac:spMk id="6" creationId="{F4E27029-6846-47CD-94D8-1062663D6C1C}"/>
          </ac:spMkLst>
        </pc:spChg>
        <pc:spChg chg="mod">
          <ac:chgData name="Nông Văn Tình" userId="65f03aa13cf31854" providerId="LiveId" clId="{EBA5D19B-A560-493B-AFD0-AE3437422068}" dt="2022-12-19T11:19:47.933" v="318" actId="20577"/>
          <ac:spMkLst>
            <pc:docMk/>
            <pc:sldMk cId="1880246075" sldId="309"/>
            <ac:spMk id="7" creationId="{E08ECBEB-2701-062A-8BE6-363497690E6E}"/>
          </ac:spMkLst>
        </pc:spChg>
        <pc:spChg chg="add mod">
          <ac:chgData name="Nông Văn Tình" userId="65f03aa13cf31854" providerId="LiveId" clId="{EBA5D19B-A560-493B-AFD0-AE3437422068}" dt="2022-12-19T11:15:33.035" v="112" actId="207"/>
          <ac:spMkLst>
            <pc:docMk/>
            <pc:sldMk cId="1880246075" sldId="309"/>
            <ac:spMk id="9" creationId="{E6D09290-4B65-42CD-89CB-0A95AD823EBF}"/>
          </ac:spMkLst>
        </pc:spChg>
        <pc:picChg chg="del">
          <ac:chgData name="Nông Văn Tình" userId="65f03aa13cf31854" providerId="LiveId" clId="{EBA5D19B-A560-493B-AFD0-AE3437422068}" dt="2022-12-19T11:13:09.856" v="0" actId="478"/>
          <ac:picMkLst>
            <pc:docMk/>
            <pc:sldMk cId="1880246075" sldId="309"/>
            <ac:picMk id="8" creationId="{0BBACDEE-88E1-8E69-2C16-A022A2A62DFF}"/>
          </ac:picMkLst>
        </pc:picChg>
      </pc:sldChg>
      <pc:sldChg chg="modSp add del mod">
        <pc:chgData name="Nông Văn Tình" userId="65f03aa13cf31854" providerId="LiveId" clId="{EBA5D19B-A560-493B-AFD0-AE3437422068}" dt="2022-12-19T11:16:15.719" v="151" actId="47"/>
        <pc:sldMkLst>
          <pc:docMk/>
          <pc:sldMk cId="1377402599" sldId="310"/>
        </pc:sldMkLst>
        <pc:spChg chg="mod">
          <ac:chgData name="Nông Văn Tình" userId="65f03aa13cf31854" providerId="LiveId" clId="{EBA5D19B-A560-493B-AFD0-AE3437422068}" dt="2022-12-19T11:16:10.665" v="149" actId="120"/>
          <ac:spMkLst>
            <pc:docMk/>
            <pc:sldMk cId="1377402599" sldId="310"/>
            <ac:spMk id="6" creationId="{F4E27029-6846-47CD-94D8-1062663D6C1C}"/>
          </ac:spMkLst>
        </pc:spChg>
      </pc:sldChg>
      <pc:sldChg chg="del">
        <pc:chgData name="Nông Văn Tình" userId="65f03aa13cf31854" providerId="LiveId" clId="{EBA5D19B-A560-493B-AFD0-AE3437422068}" dt="2022-12-19T11:13:19.567" v="1" actId="47"/>
        <pc:sldMkLst>
          <pc:docMk/>
          <pc:sldMk cId="267241073" sldId="311"/>
        </pc:sldMkLst>
      </pc:sldChg>
      <pc:sldChg chg="addSp delSp modSp add mod">
        <pc:chgData name="Nông Văn Tình" userId="65f03aa13cf31854" providerId="LiveId" clId="{EBA5D19B-A560-493B-AFD0-AE3437422068}" dt="2022-12-19T11:39:02.178" v="568" actId="1076"/>
        <pc:sldMkLst>
          <pc:docMk/>
          <pc:sldMk cId="594959915" sldId="311"/>
        </pc:sldMkLst>
        <pc:spChg chg="mod">
          <ac:chgData name="Nông Văn Tình" userId="65f03aa13cf31854" providerId="LiveId" clId="{EBA5D19B-A560-493B-AFD0-AE3437422068}" dt="2022-12-19T11:17:28.374" v="161" actId="121"/>
          <ac:spMkLst>
            <pc:docMk/>
            <pc:sldMk cId="594959915" sldId="311"/>
            <ac:spMk id="6" creationId="{F4E27029-6846-47CD-94D8-1062663D6C1C}"/>
          </ac:spMkLst>
        </pc:spChg>
        <pc:spChg chg="mod">
          <ac:chgData name="Nông Văn Tình" userId="65f03aa13cf31854" providerId="LiveId" clId="{EBA5D19B-A560-493B-AFD0-AE3437422068}" dt="2022-12-19T11:39:02.178" v="568" actId="1076"/>
          <ac:spMkLst>
            <pc:docMk/>
            <pc:sldMk cId="594959915" sldId="311"/>
            <ac:spMk id="7" creationId="{E08ECBEB-2701-062A-8BE6-363497690E6E}"/>
          </ac:spMkLst>
        </pc:spChg>
        <pc:spChg chg="add mod">
          <ac:chgData name="Nông Văn Tình" userId="65f03aa13cf31854" providerId="LiveId" clId="{EBA5D19B-A560-493B-AFD0-AE3437422068}" dt="2022-12-19T11:18:17.784" v="168" actId="120"/>
          <ac:spMkLst>
            <pc:docMk/>
            <pc:sldMk cId="594959915" sldId="311"/>
            <ac:spMk id="8" creationId="{108C9A1F-315C-429E-9880-A307EC5C8EA7}"/>
          </ac:spMkLst>
        </pc:spChg>
        <pc:spChg chg="add del mod">
          <ac:chgData name="Nông Văn Tình" userId="65f03aa13cf31854" providerId="LiveId" clId="{EBA5D19B-A560-493B-AFD0-AE3437422068}" dt="2022-12-19T11:20:05.091" v="321" actId="478"/>
          <ac:spMkLst>
            <pc:docMk/>
            <pc:sldMk cId="594959915" sldId="311"/>
            <ac:spMk id="10" creationId="{B2377805-215D-4BBC-8AA4-19E9074B9DE5}"/>
          </ac:spMkLst>
        </pc:spChg>
        <pc:spChg chg="add mod">
          <ac:chgData name="Nông Văn Tình" userId="65f03aa13cf31854" providerId="LiveId" clId="{EBA5D19B-A560-493B-AFD0-AE3437422068}" dt="2022-12-19T11:39:02.178" v="568" actId="1076"/>
          <ac:spMkLst>
            <pc:docMk/>
            <pc:sldMk cId="594959915" sldId="311"/>
            <ac:spMk id="11" creationId="{71FBEBCE-54C9-42AF-A5E8-B020E18BE23F}"/>
          </ac:spMkLst>
        </pc:spChg>
        <pc:spChg chg="add mod">
          <ac:chgData name="Nông Văn Tình" userId="65f03aa13cf31854" providerId="LiveId" clId="{EBA5D19B-A560-493B-AFD0-AE3437422068}" dt="2022-12-19T11:20:12.405" v="324" actId="571"/>
          <ac:spMkLst>
            <pc:docMk/>
            <pc:sldMk cId="594959915" sldId="311"/>
            <ac:spMk id="12" creationId="{277757AD-1C49-45EA-BCB7-A56E2FD0BBD0}"/>
          </ac:spMkLst>
        </pc:spChg>
        <pc:spChg chg="add mod">
          <ac:chgData name="Nông Văn Tình" userId="65f03aa13cf31854" providerId="LiveId" clId="{EBA5D19B-A560-493B-AFD0-AE3437422068}" dt="2022-12-19T11:20:12.405" v="324" actId="571"/>
          <ac:spMkLst>
            <pc:docMk/>
            <pc:sldMk cId="594959915" sldId="311"/>
            <ac:spMk id="13" creationId="{F3799C32-93F6-459A-8761-FCB2184037C5}"/>
          </ac:spMkLst>
        </pc:spChg>
      </pc:sldChg>
      <pc:sldChg chg="modSp add mod">
        <pc:chgData name="Nông Văn Tình" userId="65f03aa13cf31854" providerId="LiveId" clId="{EBA5D19B-A560-493B-AFD0-AE3437422068}" dt="2022-12-19T11:42:46.269" v="576" actId="12"/>
        <pc:sldMkLst>
          <pc:docMk/>
          <pc:sldMk cId="1121904022" sldId="312"/>
        </pc:sldMkLst>
        <pc:spChg chg="mod">
          <ac:chgData name="Nông Văn Tình" userId="65f03aa13cf31854" providerId="LiveId" clId="{EBA5D19B-A560-493B-AFD0-AE3437422068}" dt="2022-12-19T11:42:32.135" v="570"/>
          <ac:spMkLst>
            <pc:docMk/>
            <pc:sldMk cId="1121904022" sldId="312"/>
            <ac:spMk id="7" creationId="{E08ECBEB-2701-062A-8BE6-363497690E6E}"/>
          </ac:spMkLst>
        </pc:spChg>
        <pc:spChg chg="mod">
          <ac:chgData name="Nông Văn Tình" userId="65f03aa13cf31854" providerId="LiveId" clId="{EBA5D19B-A560-493B-AFD0-AE3437422068}" dt="2022-12-19T11:42:46.269" v="576" actId="12"/>
          <ac:spMkLst>
            <pc:docMk/>
            <pc:sldMk cId="1121904022" sldId="312"/>
            <ac:spMk id="11" creationId="{71FBEBCE-54C9-42AF-A5E8-B020E18BE23F}"/>
          </ac:spMkLst>
        </pc:spChg>
      </pc:sldChg>
      <pc:sldChg chg="del">
        <pc:chgData name="Nông Văn Tình" userId="65f03aa13cf31854" providerId="LiveId" clId="{EBA5D19B-A560-493B-AFD0-AE3437422068}" dt="2022-12-19T11:13:19.567" v="1" actId="47"/>
        <pc:sldMkLst>
          <pc:docMk/>
          <pc:sldMk cId="1352951670" sldId="312"/>
        </pc:sldMkLst>
      </pc:sldChg>
      <pc:sldChg chg="del">
        <pc:chgData name="Nông Văn Tình" userId="65f03aa13cf31854" providerId="LiveId" clId="{EBA5D19B-A560-493B-AFD0-AE3437422068}" dt="2022-12-19T11:13:19.567" v="1" actId="47"/>
        <pc:sldMkLst>
          <pc:docMk/>
          <pc:sldMk cId="3310085733" sldId="313"/>
        </pc:sldMkLst>
      </pc:sldChg>
      <pc:sldChg chg="del">
        <pc:chgData name="Nông Văn Tình" userId="65f03aa13cf31854" providerId="LiveId" clId="{EBA5D19B-A560-493B-AFD0-AE3437422068}" dt="2022-12-19T11:13:19.567" v="1" actId="47"/>
        <pc:sldMkLst>
          <pc:docMk/>
          <pc:sldMk cId="2002241973" sldId="314"/>
        </pc:sldMkLst>
      </pc:sldChg>
      <pc:sldChg chg="del">
        <pc:chgData name="Nông Văn Tình" userId="65f03aa13cf31854" providerId="LiveId" clId="{EBA5D19B-A560-493B-AFD0-AE3437422068}" dt="2022-12-19T11:13:19.567" v="1" actId="47"/>
        <pc:sldMkLst>
          <pc:docMk/>
          <pc:sldMk cId="4222590234" sldId="315"/>
        </pc:sldMkLst>
      </pc:sldChg>
      <pc:sldChg chg="del">
        <pc:chgData name="Nông Văn Tình" userId="65f03aa13cf31854" providerId="LiveId" clId="{EBA5D19B-A560-493B-AFD0-AE3437422068}" dt="2022-12-19T11:13:19.567" v="1" actId="47"/>
        <pc:sldMkLst>
          <pc:docMk/>
          <pc:sldMk cId="694995559" sldId="316"/>
        </pc:sldMkLst>
      </pc:sldChg>
      <pc:sldChg chg="del">
        <pc:chgData name="Nông Văn Tình" userId="65f03aa13cf31854" providerId="LiveId" clId="{EBA5D19B-A560-493B-AFD0-AE3437422068}" dt="2022-12-19T11:13:19.567" v="1" actId="47"/>
        <pc:sldMkLst>
          <pc:docMk/>
          <pc:sldMk cId="3352112770" sldId="317"/>
        </pc:sldMkLst>
      </pc:sldChg>
      <pc:sldChg chg="del">
        <pc:chgData name="Nông Văn Tình" userId="65f03aa13cf31854" providerId="LiveId" clId="{EBA5D19B-A560-493B-AFD0-AE3437422068}" dt="2022-12-19T11:13:19.567" v="1" actId="47"/>
        <pc:sldMkLst>
          <pc:docMk/>
          <pc:sldMk cId="4084905196" sldId="318"/>
        </pc:sldMkLst>
      </pc:sldChg>
      <pc:sldChg chg="del">
        <pc:chgData name="Nông Văn Tình" userId="65f03aa13cf31854" providerId="LiveId" clId="{EBA5D19B-A560-493B-AFD0-AE3437422068}" dt="2022-12-19T11:13:19.567" v="1" actId="47"/>
        <pc:sldMkLst>
          <pc:docMk/>
          <pc:sldMk cId="1110694112" sldId="320"/>
        </pc:sldMkLst>
      </pc:sldChg>
      <pc:sldChg chg="del">
        <pc:chgData name="Nông Văn Tình" userId="65f03aa13cf31854" providerId="LiveId" clId="{EBA5D19B-A560-493B-AFD0-AE3437422068}" dt="2022-12-19T11:13:19.567" v="1" actId="47"/>
        <pc:sldMkLst>
          <pc:docMk/>
          <pc:sldMk cId="3906633417" sldId="321"/>
        </pc:sldMkLst>
      </pc:sldChg>
      <pc:sldChg chg="del">
        <pc:chgData name="Nông Văn Tình" userId="65f03aa13cf31854" providerId="LiveId" clId="{EBA5D19B-A560-493B-AFD0-AE3437422068}" dt="2022-12-19T11:13:19.567" v="1" actId="47"/>
        <pc:sldMkLst>
          <pc:docMk/>
          <pc:sldMk cId="2134537897" sldId="322"/>
        </pc:sldMkLst>
      </pc:sldChg>
      <pc:sldChg chg="del">
        <pc:chgData name="Nông Văn Tình" userId="65f03aa13cf31854" providerId="LiveId" clId="{EBA5D19B-A560-493B-AFD0-AE3437422068}" dt="2022-12-19T11:13:19.567" v="1" actId="47"/>
        <pc:sldMkLst>
          <pc:docMk/>
          <pc:sldMk cId="2379170571" sldId="323"/>
        </pc:sldMkLst>
      </pc:sldChg>
      <pc:sldChg chg="del">
        <pc:chgData name="Nông Văn Tình" userId="65f03aa13cf31854" providerId="LiveId" clId="{EBA5D19B-A560-493B-AFD0-AE3437422068}" dt="2022-12-19T11:13:19.567" v="1" actId="47"/>
        <pc:sldMkLst>
          <pc:docMk/>
          <pc:sldMk cId="3467362034" sldId="324"/>
        </pc:sldMkLst>
      </pc:sldChg>
      <pc:sldChg chg="del">
        <pc:chgData name="Nông Văn Tình" userId="65f03aa13cf31854" providerId="LiveId" clId="{EBA5D19B-A560-493B-AFD0-AE3437422068}" dt="2022-12-19T11:13:19.567" v="1" actId="47"/>
        <pc:sldMkLst>
          <pc:docMk/>
          <pc:sldMk cId="4029285468" sldId="325"/>
        </pc:sldMkLst>
      </pc:sldChg>
      <pc:sldChg chg="del">
        <pc:chgData name="Nông Văn Tình" userId="65f03aa13cf31854" providerId="LiveId" clId="{EBA5D19B-A560-493B-AFD0-AE3437422068}" dt="2022-12-19T11:13:19.567" v="1" actId="47"/>
        <pc:sldMkLst>
          <pc:docMk/>
          <pc:sldMk cId="2525240098" sldId="326"/>
        </pc:sldMkLst>
      </pc:sldChg>
      <pc:sldChg chg="del">
        <pc:chgData name="Nông Văn Tình" userId="65f03aa13cf31854" providerId="LiveId" clId="{EBA5D19B-A560-493B-AFD0-AE3437422068}" dt="2022-12-19T11:13:19.567" v="1" actId="47"/>
        <pc:sldMkLst>
          <pc:docMk/>
          <pc:sldMk cId="2078486159" sldId="327"/>
        </pc:sldMkLst>
      </pc:sldChg>
      <pc:sldChg chg="del">
        <pc:chgData name="Nông Văn Tình" userId="65f03aa13cf31854" providerId="LiveId" clId="{EBA5D19B-A560-493B-AFD0-AE3437422068}" dt="2022-12-19T11:13:19.567" v="1" actId="47"/>
        <pc:sldMkLst>
          <pc:docMk/>
          <pc:sldMk cId="3956797245" sldId="328"/>
        </pc:sldMkLst>
      </pc:sldChg>
      <pc:sldChg chg="del">
        <pc:chgData name="Nông Văn Tình" userId="65f03aa13cf31854" providerId="LiveId" clId="{EBA5D19B-A560-493B-AFD0-AE3437422068}" dt="2022-12-19T11:13:19.567" v="1" actId="47"/>
        <pc:sldMkLst>
          <pc:docMk/>
          <pc:sldMk cId="1904968517" sldId="329"/>
        </pc:sldMkLst>
      </pc:sldChg>
      <pc:sldChg chg="del">
        <pc:chgData name="Nông Văn Tình" userId="65f03aa13cf31854" providerId="LiveId" clId="{EBA5D19B-A560-493B-AFD0-AE3437422068}" dt="2022-12-19T11:13:19.567" v="1" actId="47"/>
        <pc:sldMkLst>
          <pc:docMk/>
          <pc:sldMk cId="736079991" sldId="330"/>
        </pc:sldMkLst>
      </pc:sldChg>
      <pc:sldChg chg="del">
        <pc:chgData name="Nông Văn Tình" userId="65f03aa13cf31854" providerId="LiveId" clId="{EBA5D19B-A560-493B-AFD0-AE3437422068}" dt="2022-12-19T11:13:19.567" v="1" actId="47"/>
        <pc:sldMkLst>
          <pc:docMk/>
          <pc:sldMk cId="1360219494" sldId="333"/>
        </pc:sldMkLst>
      </pc:sldChg>
      <pc:sldChg chg="del">
        <pc:chgData name="Nông Văn Tình" userId="65f03aa13cf31854" providerId="LiveId" clId="{EBA5D19B-A560-493B-AFD0-AE3437422068}" dt="2022-12-19T11:13:19.567" v="1" actId="47"/>
        <pc:sldMkLst>
          <pc:docMk/>
          <pc:sldMk cId="3011965226" sldId="334"/>
        </pc:sldMkLst>
      </pc:sldChg>
      <pc:sldChg chg="del">
        <pc:chgData name="Nông Văn Tình" userId="65f03aa13cf31854" providerId="LiveId" clId="{EBA5D19B-A560-493B-AFD0-AE3437422068}" dt="2022-12-19T11:13:19.567" v="1" actId="47"/>
        <pc:sldMkLst>
          <pc:docMk/>
          <pc:sldMk cId="2141959839" sldId="335"/>
        </pc:sldMkLst>
      </pc:sldChg>
      <pc:sldChg chg="del">
        <pc:chgData name="Nông Văn Tình" userId="65f03aa13cf31854" providerId="LiveId" clId="{EBA5D19B-A560-493B-AFD0-AE3437422068}" dt="2022-12-19T11:13:19.567" v="1" actId="47"/>
        <pc:sldMkLst>
          <pc:docMk/>
          <pc:sldMk cId="3985335811" sldId="336"/>
        </pc:sldMkLst>
      </pc:sldChg>
      <pc:sldChg chg="del">
        <pc:chgData name="Nông Văn Tình" userId="65f03aa13cf31854" providerId="LiveId" clId="{EBA5D19B-A560-493B-AFD0-AE3437422068}" dt="2022-12-19T11:13:19.567" v="1" actId="47"/>
        <pc:sldMkLst>
          <pc:docMk/>
          <pc:sldMk cId="3278361334" sldId="337"/>
        </pc:sldMkLst>
      </pc:sldChg>
      <pc:sldChg chg="del">
        <pc:chgData name="Nông Văn Tình" userId="65f03aa13cf31854" providerId="LiveId" clId="{EBA5D19B-A560-493B-AFD0-AE3437422068}" dt="2022-12-19T11:13:19.567" v="1" actId="47"/>
        <pc:sldMkLst>
          <pc:docMk/>
          <pc:sldMk cId="3488264393" sldId="338"/>
        </pc:sldMkLst>
      </pc:sldChg>
      <pc:sldChg chg="del">
        <pc:chgData name="Nông Văn Tình" userId="65f03aa13cf31854" providerId="LiveId" clId="{EBA5D19B-A560-493B-AFD0-AE3437422068}" dt="2022-12-19T11:13:19.567" v="1" actId="47"/>
        <pc:sldMkLst>
          <pc:docMk/>
          <pc:sldMk cId="680597321" sldId="340"/>
        </pc:sldMkLst>
      </pc:sldChg>
    </pc:docChg>
  </pc:docChgLst>
  <pc:docChgLst>
    <pc:chgData name="Nông Văn Tình" userId="65f03aa13cf31854" providerId="LiveId" clId="{B2CE9580-D3E2-40FC-9C63-B8CEBC83D064}"/>
    <pc:docChg chg="undo redo custSel addSld delSld modSld sldOrd">
      <pc:chgData name="Nông Văn Tình" userId="65f03aa13cf31854" providerId="LiveId" clId="{B2CE9580-D3E2-40FC-9C63-B8CEBC83D064}" dt="2022-10-10T14:57:15.361" v="5907" actId="6549"/>
      <pc:docMkLst>
        <pc:docMk/>
      </pc:docMkLst>
      <pc:sldChg chg="modSp mod">
        <pc:chgData name="Nông Văn Tình" userId="65f03aa13cf31854" providerId="LiveId" clId="{B2CE9580-D3E2-40FC-9C63-B8CEBC83D064}" dt="2022-10-10T14:57:15.361" v="5907" actId="6549"/>
        <pc:sldMkLst>
          <pc:docMk/>
          <pc:sldMk cId="0" sldId="256"/>
        </pc:sldMkLst>
        <pc:spChg chg="mod">
          <ac:chgData name="Nông Văn Tình" userId="65f03aa13cf31854" providerId="LiveId" clId="{B2CE9580-D3E2-40FC-9C63-B8CEBC83D064}" dt="2022-10-09T07:12:14.281" v="5728"/>
          <ac:spMkLst>
            <pc:docMk/>
            <pc:sldMk cId="0" sldId="256"/>
            <ac:spMk id="7" creationId="{E08ECBEB-2701-062A-8BE6-363497690E6E}"/>
          </ac:spMkLst>
        </pc:spChg>
        <pc:spChg chg="mod">
          <ac:chgData name="Nông Văn Tình" userId="65f03aa13cf31854" providerId="LiveId" clId="{B2CE9580-D3E2-40FC-9C63-B8CEBC83D064}" dt="2022-10-10T14:57:15.361" v="5907" actId="6549"/>
          <ac:spMkLst>
            <pc:docMk/>
            <pc:sldMk cId="0" sldId="256"/>
            <ac:spMk id="9" creationId="{7C97260A-9025-5CDD-895A-821F012B4DBD}"/>
          </ac:spMkLst>
        </pc:spChg>
      </pc:sldChg>
      <pc:sldChg chg="modSp mod">
        <pc:chgData name="Nông Văn Tình" userId="65f03aa13cf31854" providerId="LiveId" clId="{B2CE9580-D3E2-40FC-9C63-B8CEBC83D064}" dt="2022-10-09T07:12:10.211" v="5727" actId="20577"/>
        <pc:sldMkLst>
          <pc:docMk/>
          <pc:sldMk cId="1880246075" sldId="309"/>
        </pc:sldMkLst>
        <pc:spChg chg="mod">
          <ac:chgData name="Nông Văn Tình" userId="65f03aa13cf31854" providerId="LiveId" clId="{B2CE9580-D3E2-40FC-9C63-B8CEBC83D064}" dt="2022-10-09T07:12:10.211" v="5727" actId="20577"/>
          <ac:spMkLst>
            <pc:docMk/>
            <pc:sldMk cId="1880246075" sldId="309"/>
            <ac:spMk id="7" creationId="{E08ECBEB-2701-062A-8BE6-363497690E6E}"/>
          </ac:spMkLst>
        </pc:spChg>
      </pc:sldChg>
      <pc:sldChg chg="modSp del mod">
        <pc:chgData name="Nông Văn Tình" userId="65f03aa13cf31854" providerId="LiveId" clId="{B2CE9580-D3E2-40FC-9C63-B8CEBC83D064}" dt="2022-10-07T11:52:36.551" v="2143" actId="47"/>
        <pc:sldMkLst>
          <pc:docMk/>
          <pc:sldMk cId="2061468456" sldId="310"/>
        </pc:sldMkLst>
        <pc:spChg chg="mod">
          <ac:chgData name="Nông Văn Tình" userId="65f03aa13cf31854" providerId="LiveId" clId="{B2CE9580-D3E2-40FC-9C63-B8CEBC83D064}" dt="2022-09-28T00:37:55.912" v="182" actId="20577"/>
          <ac:spMkLst>
            <pc:docMk/>
            <pc:sldMk cId="2061468456" sldId="310"/>
            <ac:spMk id="7" creationId="{E08ECBEB-2701-062A-8BE6-363497690E6E}"/>
          </ac:spMkLst>
        </pc:spChg>
      </pc:sldChg>
      <pc:sldChg chg="addSp delSp modSp add mod">
        <pc:chgData name="Nông Văn Tình" userId="65f03aa13cf31854" providerId="LiveId" clId="{B2CE9580-D3E2-40FC-9C63-B8CEBC83D064}" dt="2022-10-09T08:06:43.999" v="5805" actId="20577"/>
        <pc:sldMkLst>
          <pc:docMk/>
          <pc:sldMk cId="267241073" sldId="311"/>
        </pc:sldMkLst>
        <pc:spChg chg="add del mod">
          <ac:chgData name="Nông Văn Tình" userId="65f03aa13cf31854" providerId="LiveId" clId="{B2CE9580-D3E2-40FC-9C63-B8CEBC83D064}" dt="2022-10-09T04:33:41.273" v="5181" actId="21"/>
          <ac:spMkLst>
            <pc:docMk/>
            <pc:sldMk cId="267241073" sldId="311"/>
            <ac:spMk id="2" creationId="{093B289B-430F-8600-5043-FDA440BDA26A}"/>
          </ac:spMkLst>
        </pc:spChg>
        <pc:spChg chg="add del mod">
          <ac:chgData name="Nông Văn Tình" userId="65f03aa13cf31854" providerId="LiveId" clId="{B2CE9580-D3E2-40FC-9C63-B8CEBC83D064}" dt="2022-10-09T04:33:41.273" v="5181" actId="21"/>
          <ac:spMkLst>
            <pc:docMk/>
            <pc:sldMk cId="267241073" sldId="311"/>
            <ac:spMk id="3" creationId="{187DBD1C-A071-5273-7E6B-CD207D087019}"/>
          </ac:spMkLst>
        </pc:spChg>
        <pc:spChg chg="add mod">
          <ac:chgData name="Nông Văn Tình" userId="65f03aa13cf31854" providerId="LiveId" clId="{B2CE9580-D3E2-40FC-9C63-B8CEBC83D064}" dt="2022-10-09T04:34:13.341" v="5204" actId="20577"/>
          <ac:spMkLst>
            <pc:docMk/>
            <pc:sldMk cId="267241073" sldId="311"/>
            <ac:spMk id="4" creationId="{67287509-B4E2-F7DA-F4D8-3DD6C6990591}"/>
          </ac:spMkLst>
        </pc:spChg>
        <pc:spChg chg="add mod">
          <ac:chgData name="Nông Văn Tình" userId="65f03aa13cf31854" providerId="LiveId" clId="{B2CE9580-D3E2-40FC-9C63-B8CEBC83D064}" dt="2022-10-09T04:34:15.746" v="5208" actId="20577"/>
          <ac:spMkLst>
            <pc:docMk/>
            <pc:sldMk cId="267241073" sldId="311"/>
            <ac:spMk id="5" creationId="{0D0DBCD4-6501-00FA-4636-6986FDD9A1E3}"/>
          </ac:spMkLst>
        </pc:spChg>
        <pc:spChg chg="del">
          <ac:chgData name="Nông Văn Tình" userId="65f03aa13cf31854" providerId="LiveId" clId="{B2CE9580-D3E2-40FC-9C63-B8CEBC83D064}" dt="2022-10-09T04:33:46.654" v="5184" actId="478"/>
          <ac:spMkLst>
            <pc:docMk/>
            <pc:sldMk cId="267241073" sldId="311"/>
            <ac:spMk id="7" creationId="{E08ECBEB-2701-062A-8BE6-363497690E6E}"/>
          </ac:spMkLst>
        </pc:spChg>
        <pc:spChg chg="mod">
          <ac:chgData name="Nông Văn Tình" userId="65f03aa13cf31854" providerId="LiveId" clId="{B2CE9580-D3E2-40FC-9C63-B8CEBC83D064}" dt="2022-10-09T08:06:43.999" v="5805" actId="20577"/>
          <ac:spMkLst>
            <pc:docMk/>
            <pc:sldMk cId="267241073" sldId="311"/>
            <ac:spMk id="9" creationId="{21C0B2C5-A81C-571D-6BEC-09268ED82B11}"/>
          </ac:spMkLst>
        </pc:spChg>
        <pc:picChg chg="add del">
          <ac:chgData name="Nông Văn Tình" userId="65f03aa13cf31854" providerId="LiveId" clId="{B2CE9580-D3E2-40FC-9C63-B8CEBC83D064}" dt="2022-10-09T04:33:44.554" v="5183" actId="478"/>
          <ac:picMkLst>
            <pc:docMk/>
            <pc:sldMk cId="267241073" sldId="311"/>
            <ac:picMk id="8" creationId="{0BBACDEE-88E1-8E69-2C16-A022A2A62DFF}"/>
          </ac:picMkLst>
        </pc:picChg>
        <pc:picChg chg="mod">
          <ac:chgData name="Nông Văn Tình" userId="65f03aa13cf31854" providerId="LiveId" clId="{B2CE9580-D3E2-40FC-9C63-B8CEBC83D064}" dt="2022-10-09T04:33:55.016" v="5188" actId="14100"/>
          <ac:picMkLst>
            <pc:docMk/>
            <pc:sldMk cId="267241073" sldId="311"/>
            <ac:picMk id="12" creationId="{EDF03219-D144-053B-C8AD-4DDD08F1E76E}"/>
          </ac:picMkLst>
        </pc:picChg>
      </pc:sldChg>
      <pc:sldChg chg="addSp delSp modSp del mod">
        <pc:chgData name="Nông Văn Tình" userId="65f03aa13cf31854" providerId="LiveId" clId="{B2CE9580-D3E2-40FC-9C63-B8CEBC83D064}" dt="2022-10-09T01:27:51.140" v="3458" actId="2696"/>
        <pc:sldMkLst>
          <pc:docMk/>
          <pc:sldMk cId="2753512710" sldId="311"/>
        </pc:sldMkLst>
        <pc:spChg chg="del mod">
          <ac:chgData name="Nông Văn Tình" userId="65f03aa13cf31854" providerId="LiveId" clId="{B2CE9580-D3E2-40FC-9C63-B8CEBC83D064}" dt="2022-09-28T01:10:15.483" v="952" actId="478"/>
          <ac:spMkLst>
            <pc:docMk/>
            <pc:sldMk cId="2753512710" sldId="311"/>
            <ac:spMk id="6" creationId="{D17847F5-E45D-9F6A-933F-C6AAE530E144}"/>
          </ac:spMkLst>
        </pc:spChg>
        <pc:spChg chg="mod">
          <ac:chgData name="Nông Văn Tình" userId="65f03aa13cf31854" providerId="LiveId" clId="{B2CE9580-D3E2-40FC-9C63-B8CEBC83D064}" dt="2022-10-07T11:54:00.273" v="2178" actId="20577"/>
          <ac:spMkLst>
            <pc:docMk/>
            <pc:sldMk cId="2753512710" sldId="311"/>
            <ac:spMk id="7" creationId="{E08ECBEB-2701-062A-8BE6-363497690E6E}"/>
          </ac:spMkLst>
        </pc:spChg>
        <pc:spChg chg="add mod">
          <ac:chgData name="Nông Văn Tình" userId="65f03aa13cf31854" providerId="LiveId" clId="{B2CE9580-D3E2-40FC-9C63-B8CEBC83D064}" dt="2022-10-07T11:54:20.705" v="2193" actId="20577"/>
          <ac:spMkLst>
            <pc:docMk/>
            <pc:sldMk cId="2753512710" sldId="311"/>
            <ac:spMk id="9" creationId="{21C0B2C5-A81C-571D-6BEC-09268ED82B11}"/>
          </ac:spMkLst>
        </pc:spChg>
        <pc:spChg chg="add del mod">
          <ac:chgData name="Nông Văn Tình" userId="65f03aa13cf31854" providerId="LiveId" clId="{B2CE9580-D3E2-40FC-9C63-B8CEBC83D064}" dt="2022-09-28T00:54:07.825" v="289" actId="21"/>
          <ac:spMkLst>
            <pc:docMk/>
            <pc:sldMk cId="2753512710" sldId="311"/>
            <ac:spMk id="10" creationId="{C3F5322E-7FF0-DD65-50CB-9FE5F1991C44}"/>
          </ac:spMkLst>
        </pc:spChg>
        <pc:picChg chg="add del mod">
          <ac:chgData name="Nông Văn Tình" userId="65f03aa13cf31854" providerId="LiveId" clId="{B2CE9580-D3E2-40FC-9C63-B8CEBC83D064}" dt="2022-09-28T01:11:17.283" v="954" actId="478"/>
          <ac:picMkLst>
            <pc:docMk/>
            <pc:sldMk cId="2753512710" sldId="311"/>
            <ac:picMk id="3" creationId="{EA688B8F-D3FC-647B-BCC0-007CA3996611}"/>
          </ac:picMkLst>
        </pc:picChg>
        <pc:picChg chg="add del mod">
          <ac:chgData name="Nông Văn Tình" userId="65f03aa13cf31854" providerId="LiveId" clId="{B2CE9580-D3E2-40FC-9C63-B8CEBC83D064}" dt="2022-09-28T00:54:07.825" v="289" actId="21"/>
          <ac:picMkLst>
            <pc:docMk/>
            <pc:sldMk cId="2753512710" sldId="311"/>
            <ac:picMk id="5" creationId="{2C3D7525-A82A-2B79-D0EC-EC4FB0795B8A}"/>
          </ac:picMkLst>
        </pc:picChg>
        <pc:picChg chg="add mod">
          <ac:chgData name="Nông Văn Tình" userId="65f03aa13cf31854" providerId="LiveId" clId="{B2CE9580-D3E2-40FC-9C63-B8CEBC83D064}" dt="2022-09-28T01:11:43.382" v="957" actId="14100"/>
          <ac:picMkLst>
            <pc:docMk/>
            <pc:sldMk cId="2753512710" sldId="311"/>
            <ac:picMk id="12" creationId="{EDF03219-D144-053B-C8AD-4DDD08F1E76E}"/>
          </ac:picMkLst>
        </pc:picChg>
      </pc:sldChg>
      <pc:sldChg chg="addSp delSp modSp add mod">
        <pc:chgData name="Nông Văn Tình" userId="65f03aa13cf31854" providerId="LiveId" clId="{B2CE9580-D3E2-40FC-9C63-B8CEBC83D064}" dt="2022-10-09T08:07:06.270" v="5811" actId="20577"/>
        <pc:sldMkLst>
          <pc:docMk/>
          <pc:sldMk cId="1352951670" sldId="312"/>
        </pc:sldMkLst>
        <pc:spChg chg="del mod">
          <ac:chgData name="Nông Văn Tình" userId="65f03aa13cf31854" providerId="LiveId" clId="{B2CE9580-D3E2-40FC-9C63-B8CEBC83D064}" dt="2022-09-28T01:21:33.221" v="994" actId="478"/>
          <ac:spMkLst>
            <pc:docMk/>
            <pc:sldMk cId="1352951670" sldId="312"/>
            <ac:spMk id="6" creationId="{D17847F5-E45D-9F6A-933F-C6AAE530E144}"/>
          </ac:spMkLst>
        </pc:spChg>
        <pc:spChg chg="mod">
          <ac:chgData name="Nông Văn Tình" userId="65f03aa13cf31854" providerId="LiveId" clId="{B2CE9580-D3E2-40FC-9C63-B8CEBC83D064}" dt="2022-10-07T12:08:37.338" v="2356"/>
          <ac:spMkLst>
            <pc:docMk/>
            <pc:sldMk cId="1352951670" sldId="312"/>
            <ac:spMk id="7" creationId="{E08ECBEB-2701-062A-8BE6-363497690E6E}"/>
          </ac:spMkLst>
        </pc:spChg>
        <pc:spChg chg="add mod">
          <ac:chgData name="Nông Văn Tình" userId="65f03aa13cf31854" providerId="LiveId" clId="{B2CE9580-D3E2-40FC-9C63-B8CEBC83D064}" dt="2022-10-09T08:07:04.208" v="5809" actId="20577"/>
          <ac:spMkLst>
            <pc:docMk/>
            <pc:sldMk cId="1352951670" sldId="312"/>
            <ac:spMk id="9" creationId="{215F1B68-5759-C1F8-F714-6EC55FDE4F27}"/>
          </ac:spMkLst>
        </pc:spChg>
        <pc:spChg chg="add mod">
          <ac:chgData name="Nông Văn Tình" userId="65f03aa13cf31854" providerId="LiveId" clId="{B2CE9580-D3E2-40FC-9C63-B8CEBC83D064}" dt="2022-10-09T08:07:06.270" v="5811" actId="20577"/>
          <ac:spMkLst>
            <pc:docMk/>
            <pc:sldMk cId="1352951670" sldId="312"/>
            <ac:spMk id="12" creationId="{912BC546-34B5-3AD6-0326-15C273E48500}"/>
          </ac:spMkLst>
        </pc:spChg>
        <pc:picChg chg="add mod">
          <ac:chgData name="Nông Văn Tình" userId="65f03aa13cf31854" providerId="LiveId" clId="{B2CE9580-D3E2-40FC-9C63-B8CEBC83D064}" dt="2022-10-07T12:07:32.754" v="2331" actId="1076"/>
          <ac:picMkLst>
            <pc:docMk/>
            <pc:sldMk cId="1352951670" sldId="312"/>
            <ac:picMk id="3" creationId="{0060FFEC-6BED-64FE-0B43-1330441ED4F5}"/>
          </ac:picMkLst>
        </pc:picChg>
        <pc:picChg chg="del">
          <ac:chgData name="Nông Văn Tình" userId="65f03aa13cf31854" providerId="LiveId" clId="{B2CE9580-D3E2-40FC-9C63-B8CEBC83D064}" dt="2022-09-28T00:48:26.083" v="197" actId="478"/>
          <ac:picMkLst>
            <pc:docMk/>
            <pc:sldMk cId="1352951670" sldId="312"/>
            <ac:picMk id="3" creationId="{EA688B8F-D3FC-647B-BCC0-007CA3996611}"/>
          </ac:picMkLst>
        </pc:picChg>
        <pc:picChg chg="add del mod">
          <ac:chgData name="Nông Văn Tình" userId="65f03aa13cf31854" providerId="LiveId" clId="{B2CE9580-D3E2-40FC-9C63-B8CEBC83D064}" dt="2022-09-28T00:54:00.551" v="288" actId="478"/>
          <ac:picMkLst>
            <pc:docMk/>
            <pc:sldMk cId="1352951670" sldId="312"/>
            <ac:picMk id="4" creationId="{65EE163A-D4BD-82FE-A4F0-37A23B6CB676}"/>
          </ac:picMkLst>
        </pc:picChg>
        <pc:picChg chg="add del mod">
          <ac:chgData name="Nông Văn Tình" userId="65f03aa13cf31854" providerId="LiveId" clId="{B2CE9580-D3E2-40FC-9C63-B8CEBC83D064}" dt="2022-10-07T12:07:26.027" v="2328" actId="478"/>
          <ac:picMkLst>
            <pc:docMk/>
            <pc:sldMk cId="1352951670" sldId="312"/>
            <ac:picMk id="5" creationId="{45E36116-BCC2-F47F-9F09-B08941025B32}"/>
          </ac:picMkLst>
        </pc:picChg>
        <pc:picChg chg="add mod">
          <ac:chgData name="Nông Văn Tình" userId="65f03aa13cf31854" providerId="LiveId" clId="{B2CE9580-D3E2-40FC-9C63-B8CEBC83D064}" dt="2022-10-07T12:08:00.338" v="2338" actId="1076"/>
          <ac:picMkLst>
            <pc:docMk/>
            <pc:sldMk cId="1352951670" sldId="312"/>
            <ac:picMk id="6" creationId="{A961CE15-983F-5546-E432-8A160D06C23C}"/>
          </ac:picMkLst>
        </pc:picChg>
        <pc:picChg chg="add del mod">
          <ac:chgData name="Nông Văn Tình" userId="65f03aa13cf31854" providerId="LiveId" clId="{B2CE9580-D3E2-40FC-9C63-B8CEBC83D064}" dt="2022-10-07T12:07:35.221" v="2332" actId="478"/>
          <ac:picMkLst>
            <pc:docMk/>
            <pc:sldMk cId="1352951670" sldId="312"/>
            <ac:picMk id="11" creationId="{AE27A8B8-71AE-4BF1-E7B8-5331BECBEAC2}"/>
          </ac:picMkLst>
        </pc:picChg>
      </pc:sldChg>
      <pc:sldChg chg="del">
        <pc:chgData name="Nông Văn Tình" userId="65f03aa13cf31854" providerId="LiveId" clId="{B2CE9580-D3E2-40FC-9C63-B8CEBC83D064}" dt="2022-09-28T00:48:20.903" v="195" actId="47"/>
        <pc:sldMkLst>
          <pc:docMk/>
          <pc:sldMk cId="2857006836" sldId="312"/>
        </pc:sldMkLst>
      </pc:sldChg>
      <pc:sldChg chg="addSp delSp modSp add mod">
        <pc:chgData name="Nông Văn Tình" userId="65f03aa13cf31854" providerId="LiveId" clId="{B2CE9580-D3E2-40FC-9C63-B8CEBC83D064}" dt="2022-10-09T08:06:56.636" v="5807" actId="20577"/>
        <pc:sldMkLst>
          <pc:docMk/>
          <pc:sldMk cId="3310085733" sldId="313"/>
        </pc:sldMkLst>
        <pc:spChg chg="add del mod">
          <ac:chgData name="Nông Văn Tình" userId="65f03aa13cf31854" providerId="LiveId" clId="{B2CE9580-D3E2-40FC-9C63-B8CEBC83D064}" dt="2022-10-09T07:57:33.045" v="5782" actId="478"/>
          <ac:spMkLst>
            <pc:docMk/>
            <pc:sldMk cId="3310085733" sldId="313"/>
            <ac:spMk id="2" creationId="{481E85E6-A20D-1AF9-74EF-B4AABBB4E993}"/>
          </ac:spMkLst>
        </pc:spChg>
        <pc:spChg chg="add del mod">
          <ac:chgData name="Nông Văn Tình" userId="65f03aa13cf31854" providerId="LiveId" clId="{B2CE9580-D3E2-40FC-9C63-B8CEBC83D064}" dt="2022-10-09T05:06:27.886" v="5588" actId="478"/>
          <ac:spMkLst>
            <pc:docMk/>
            <pc:sldMk cId="3310085733" sldId="313"/>
            <ac:spMk id="4" creationId="{107BBB9B-7F69-F5E2-805D-B2C2AA03C618}"/>
          </ac:spMkLst>
        </pc:spChg>
        <pc:spChg chg="add mod">
          <ac:chgData name="Nông Văn Tình" userId="65f03aa13cf31854" providerId="LiveId" clId="{B2CE9580-D3E2-40FC-9C63-B8CEBC83D064}" dt="2022-10-09T05:06:34.174" v="5589"/>
          <ac:spMkLst>
            <pc:docMk/>
            <pc:sldMk cId="3310085733" sldId="313"/>
            <ac:spMk id="5" creationId="{8537F61D-159F-09EB-F45C-6550690E33A6}"/>
          </ac:spMkLst>
        </pc:spChg>
        <pc:spChg chg="mod">
          <ac:chgData name="Nông Văn Tình" userId="65f03aa13cf31854" providerId="LiveId" clId="{B2CE9580-D3E2-40FC-9C63-B8CEBC83D064}" dt="2022-10-09T04:34:41.980" v="5214" actId="1076"/>
          <ac:spMkLst>
            <pc:docMk/>
            <pc:sldMk cId="3310085733" sldId="313"/>
            <ac:spMk id="6" creationId="{D17847F5-E45D-9F6A-933F-C6AAE530E144}"/>
          </ac:spMkLst>
        </pc:spChg>
        <pc:spChg chg="del mod">
          <ac:chgData name="Nông Văn Tình" userId="65f03aa13cf31854" providerId="LiveId" clId="{B2CE9580-D3E2-40FC-9C63-B8CEBC83D064}" dt="2022-10-09T05:06:27.886" v="5588" actId="478"/>
          <ac:spMkLst>
            <pc:docMk/>
            <pc:sldMk cId="3310085733" sldId="313"/>
            <ac:spMk id="7" creationId="{E08ECBEB-2701-062A-8BE6-363497690E6E}"/>
          </ac:spMkLst>
        </pc:spChg>
        <pc:spChg chg="mod">
          <ac:chgData name="Nông Văn Tình" userId="65f03aa13cf31854" providerId="LiveId" clId="{B2CE9580-D3E2-40FC-9C63-B8CEBC83D064}" dt="2022-10-09T08:06:56.636" v="5807" actId="20577"/>
          <ac:spMkLst>
            <pc:docMk/>
            <pc:sldMk cId="3310085733" sldId="313"/>
            <ac:spMk id="9" creationId="{21C0B2C5-A81C-571D-6BEC-09268ED82B11}"/>
          </ac:spMkLst>
        </pc:spChg>
        <pc:spChg chg="add mod">
          <ac:chgData name="Nông Văn Tình" userId="65f03aa13cf31854" providerId="LiveId" clId="{B2CE9580-D3E2-40FC-9C63-B8CEBC83D064}" dt="2022-10-09T05:06:37.249" v="5596" actId="20577"/>
          <ac:spMkLst>
            <pc:docMk/>
            <pc:sldMk cId="3310085733" sldId="313"/>
            <ac:spMk id="10" creationId="{30960A47-B52E-22A3-E674-9D1F51E3CAA4}"/>
          </ac:spMkLst>
        </pc:spChg>
        <pc:spChg chg="add mod">
          <ac:chgData name="Nông Văn Tình" userId="65f03aa13cf31854" providerId="LiveId" clId="{B2CE9580-D3E2-40FC-9C63-B8CEBC83D064}" dt="2022-10-09T07:57:49.039" v="5788" actId="1076"/>
          <ac:spMkLst>
            <pc:docMk/>
            <pc:sldMk cId="3310085733" sldId="313"/>
            <ac:spMk id="12" creationId="{6AF97E19-1760-EC54-E25B-756E6D5E168D}"/>
          </ac:spMkLst>
        </pc:spChg>
        <pc:picChg chg="mod">
          <ac:chgData name="Nông Văn Tình" userId="65f03aa13cf31854" providerId="LiveId" clId="{B2CE9580-D3E2-40FC-9C63-B8CEBC83D064}" dt="2022-10-09T04:34:46.410" v="5215" actId="1076"/>
          <ac:picMkLst>
            <pc:docMk/>
            <pc:sldMk cId="3310085733" sldId="313"/>
            <ac:picMk id="3" creationId="{EA688B8F-D3FC-647B-BCC0-007CA3996611}"/>
          </ac:picMkLst>
        </pc:picChg>
      </pc:sldChg>
      <pc:sldChg chg="del">
        <pc:chgData name="Nông Văn Tình" userId="65f03aa13cf31854" providerId="LiveId" clId="{B2CE9580-D3E2-40FC-9C63-B8CEBC83D064}" dt="2022-09-28T00:48:20.903" v="195" actId="47"/>
        <pc:sldMkLst>
          <pc:docMk/>
          <pc:sldMk cId="4031115451" sldId="313"/>
        </pc:sldMkLst>
      </pc:sldChg>
      <pc:sldChg chg="del">
        <pc:chgData name="Nông Văn Tình" userId="65f03aa13cf31854" providerId="LiveId" clId="{B2CE9580-D3E2-40FC-9C63-B8CEBC83D064}" dt="2022-09-28T00:48:20.903" v="195" actId="47"/>
        <pc:sldMkLst>
          <pc:docMk/>
          <pc:sldMk cId="1910219374" sldId="314"/>
        </pc:sldMkLst>
      </pc:sldChg>
      <pc:sldChg chg="addSp delSp modSp add mod">
        <pc:chgData name="Nông Văn Tình" userId="65f03aa13cf31854" providerId="LiveId" clId="{B2CE9580-D3E2-40FC-9C63-B8CEBC83D064}" dt="2022-10-09T08:07:14.192" v="5813" actId="20577"/>
        <pc:sldMkLst>
          <pc:docMk/>
          <pc:sldMk cId="2002241973" sldId="314"/>
        </pc:sldMkLst>
        <pc:spChg chg="mod">
          <ac:chgData name="Nông Văn Tình" userId="65f03aa13cf31854" providerId="LiveId" clId="{B2CE9580-D3E2-40FC-9C63-B8CEBC83D064}" dt="2022-10-07T12:08:40.697" v="2357"/>
          <ac:spMkLst>
            <pc:docMk/>
            <pc:sldMk cId="2002241973" sldId="314"/>
            <ac:spMk id="7" creationId="{E08ECBEB-2701-062A-8BE6-363497690E6E}"/>
          </ac:spMkLst>
        </pc:spChg>
        <pc:spChg chg="mod">
          <ac:chgData name="Nông Văn Tình" userId="65f03aa13cf31854" providerId="LiveId" clId="{B2CE9580-D3E2-40FC-9C63-B8CEBC83D064}" dt="2022-10-09T08:07:14.192" v="5813" actId="20577"/>
          <ac:spMkLst>
            <pc:docMk/>
            <pc:sldMk cId="2002241973" sldId="314"/>
            <ac:spMk id="9" creationId="{215F1B68-5759-C1F8-F714-6EC55FDE4F27}"/>
          </ac:spMkLst>
        </pc:spChg>
        <pc:spChg chg="del">
          <ac:chgData name="Nông Văn Tình" userId="65f03aa13cf31854" providerId="LiveId" clId="{B2CE9580-D3E2-40FC-9C63-B8CEBC83D064}" dt="2022-09-28T01:37:24.106" v="1058" actId="478"/>
          <ac:spMkLst>
            <pc:docMk/>
            <pc:sldMk cId="2002241973" sldId="314"/>
            <ac:spMk id="12" creationId="{912BC546-34B5-3AD6-0326-15C273E48500}"/>
          </ac:spMkLst>
        </pc:spChg>
        <pc:picChg chg="add mod">
          <ac:chgData name="Nông Văn Tình" userId="65f03aa13cf31854" providerId="LiveId" clId="{B2CE9580-D3E2-40FC-9C63-B8CEBC83D064}" dt="2022-09-28T01:37:28.776" v="1059" actId="1076"/>
          <ac:picMkLst>
            <pc:docMk/>
            <pc:sldMk cId="2002241973" sldId="314"/>
            <ac:picMk id="3" creationId="{C5E4BCA9-FE4D-BD3C-2E44-961DACFD28D7}"/>
          </ac:picMkLst>
        </pc:picChg>
        <pc:picChg chg="add del">
          <ac:chgData name="Nông Văn Tình" userId="65f03aa13cf31854" providerId="LiveId" clId="{B2CE9580-D3E2-40FC-9C63-B8CEBC83D064}" dt="2022-10-07T12:09:14.334" v="2362" actId="21"/>
          <ac:picMkLst>
            <pc:docMk/>
            <pc:sldMk cId="2002241973" sldId="314"/>
            <ac:picMk id="4" creationId="{D47BD13A-2ABD-C94B-CDA2-BAC9E4971739}"/>
          </ac:picMkLst>
        </pc:picChg>
        <pc:picChg chg="del">
          <ac:chgData name="Nông Văn Tình" userId="65f03aa13cf31854" providerId="LiveId" clId="{B2CE9580-D3E2-40FC-9C63-B8CEBC83D064}" dt="2022-09-28T01:32:42.566" v="1049" actId="478"/>
          <ac:picMkLst>
            <pc:docMk/>
            <pc:sldMk cId="2002241973" sldId="314"/>
            <ac:picMk id="5" creationId="{45E36116-BCC2-F47F-9F09-B08941025B32}"/>
          </ac:picMkLst>
        </pc:picChg>
        <pc:picChg chg="del">
          <ac:chgData name="Nông Văn Tình" userId="65f03aa13cf31854" providerId="LiveId" clId="{B2CE9580-D3E2-40FC-9C63-B8CEBC83D064}" dt="2022-09-28T01:32:42.566" v="1049" actId="478"/>
          <ac:picMkLst>
            <pc:docMk/>
            <pc:sldMk cId="2002241973" sldId="314"/>
            <ac:picMk id="11" creationId="{AE27A8B8-71AE-4BF1-E7B8-5331BECBEAC2}"/>
          </ac:picMkLst>
        </pc:picChg>
      </pc:sldChg>
      <pc:sldChg chg="del">
        <pc:chgData name="Nông Văn Tình" userId="65f03aa13cf31854" providerId="LiveId" clId="{B2CE9580-D3E2-40FC-9C63-B8CEBC83D064}" dt="2022-09-28T00:48:20.903" v="195" actId="47"/>
        <pc:sldMkLst>
          <pc:docMk/>
          <pc:sldMk cId="2888352378" sldId="315"/>
        </pc:sldMkLst>
      </pc:sldChg>
      <pc:sldChg chg="addSp delSp modSp add mod">
        <pc:chgData name="Nông Văn Tình" userId="65f03aa13cf31854" providerId="LiveId" clId="{B2CE9580-D3E2-40FC-9C63-B8CEBC83D064}" dt="2022-10-09T08:47:56.509" v="5842" actId="1076"/>
        <pc:sldMkLst>
          <pc:docMk/>
          <pc:sldMk cId="4222590234" sldId="315"/>
        </pc:sldMkLst>
        <pc:spChg chg="add del mod">
          <ac:chgData name="Nông Văn Tình" userId="65f03aa13cf31854" providerId="LiveId" clId="{B2CE9580-D3E2-40FC-9C63-B8CEBC83D064}" dt="2022-10-09T04:52:29.487" v="5373" actId="478"/>
          <ac:spMkLst>
            <pc:docMk/>
            <pc:sldMk cId="4222590234" sldId="315"/>
            <ac:spMk id="2" creationId="{3C893ED2-E6FD-B0B8-6052-C80E5BCD17E2}"/>
          </ac:spMkLst>
        </pc:spChg>
        <pc:spChg chg="add del mod">
          <ac:chgData name="Nông Văn Tình" userId="65f03aa13cf31854" providerId="LiveId" clId="{B2CE9580-D3E2-40FC-9C63-B8CEBC83D064}" dt="2022-09-28T03:41:47.319" v="1613" actId="478"/>
          <ac:spMkLst>
            <pc:docMk/>
            <pc:sldMk cId="4222590234" sldId="315"/>
            <ac:spMk id="2" creationId="{AF2FC532-4BE1-6C1E-8F5D-A3738791951C}"/>
          </ac:spMkLst>
        </pc:spChg>
        <pc:spChg chg="add mod">
          <ac:chgData name="Nông Văn Tình" userId="65f03aa13cf31854" providerId="LiveId" clId="{B2CE9580-D3E2-40FC-9C63-B8CEBC83D064}" dt="2022-10-09T08:47:56.509" v="5842" actId="1076"/>
          <ac:spMkLst>
            <pc:docMk/>
            <pc:sldMk cId="4222590234" sldId="315"/>
            <ac:spMk id="4" creationId="{0A891665-BFF4-D2C7-4001-79321B5EB351}"/>
          </ac:spMkLst>
        </pc:spChg>
        <pc:spChg chg="add del mod">
          <ac:chgData name="Nông Văn Tình" userId="65f03aa13cf31854" providerId="LiveId" clId="{B2CE9580-D3E2-40FC-9C63-B8CEBC83D064}" dt="2022-09-28T03:34:06.874" v="1491"/>
          <ac:spMkLst>
            <pc:docMk/>
            <pc:sldMk cId="4222590234" sldId="315"/>
            <ac:spMk id="4" creationId="{31BD52D2-ADE8-3668-B4A9-75EA78690290}"/>
          </ac:spMkLst>
        </pc:spChg>
        <pc:spChg chg="add del mod">
          <ac:chgData name="Nông Văn Tình" userId="65f03aa13cf31854" providerId="LiveId" clId="{B2CE9580-D3E2-40FC-9C63-B8CEBC83D064}" dt="2022-09-28T03:34:06.874" v="1491"/>
          <ac:spMkLst>
            <pc:docMk/>
            <pc:sldMk cId="4222590234" sldId="315"/>
            <ac:spMk id="5" creationId="{005D92D3-D608-C925-781D-592D1F110E0B}"/>
          </ac:spMkLst>
        </pc:spChg>
        <pc:spChg chg="add mod">
          <ac:chgData name="Nông Văn Tình" userId="65f03aa13cf31854" providerId="LiveId" clId="{B2CE9580-D3E2-40FC-9C63-B8CEBC83D064}" dt="2022-10-09T04:58:05.902" v="5469" actId="571"/>
          <ac:spMkLst>
            <pc:docMk/>
            <pc:sldMk cId="4222590234" sldId="315"/>
            <ac:spMk id="5" creationId="{63EA48D3-1C0D-EE42-C4C0-98D072B7BE27}"/>
          </ac:spMkLst>
        </pc:spChg>
        <pc:spChg chg="add mod">
          <ac:chgData name="Nông Văn Tình" userId="65f03aa13cf31854" providerId="LiveId" clId="{B2CE9580-D3E2-40FC-9C63-B8CEBC83D064}" dt="2022-10-09T08:08:04.843" v="5819" actId="20577"/>
          <ac:spMkLst>
            <pc:docMk/>
            <pc:sldMk cId="4222590234" sldId="315"/>
            <ac:spMk id="6" creationId="{D7257271-E274-B1E1-CEB2-0B744B3E5643}"/>
          </ac:spMkLst>
        </pc:spChg>
        <pc:spChg chg="mod">
          <ac:chgData name="Nông Văn Tình" userId="65f03aa13cf31854" providerId="LiveId" clId="{B2CE9580-D3E2-40FC-9C63-B8CEBC83D064}" dt="2022-10-07T12:11:18.668" v="2382" actId="5793"/>
          <ac:spMkLst>
            <pc:docMk/>
            <pc:sldMk cId="4222590234" sldId="315"/>
            <ac:spMk id="7" creationId="{E08ECBEB-2701-062A-8BE6-363497690E6E}"/>
          </ac:spMkLst>
        </pc:spChg>
        <pc:spChg chg="del mod">
          <ac:chgData name="Nông Văn Tình" userId="65f03aa13cf31854" providerId="LiveId" clId="{B2CE9580-D3E2-40FC-9C63-B8CEBC83D064}" dt="2022-09-28T03:41:47.319" v="1613" actId="478"/>
          <ac:spMkLst>
            <pc:docMk/>
            <pc:sldMk cId="4222590234" sldId="315"/>
            <ac:spMk id="9" creationId="{215F1B68-5759-C1F8-F714-6EC55FDE4F27}"/>
          </ac:spMkLst>
        </pc:spChg>
        <pc:spChg chg="add del mod">
          <ac:chgData name="Nông Văn Tình" userId="65f03aa13cf31854" providerId="LiveId" clId="{B2CE9580-D3E2-40FC-9C63-B8CEBC83D064}" dt="2022-10-09T04:58:10.695" v="5471" actId="21"/>
          <ac:spMkLst>
            <pc:docMk/>
            <pc:sldMk cId="4222590234" sldId="315"/>
            <ac:spMk id="9" creationId="{D645D6D0-C7F4-5278-A0BE-AE684CCD55CC}"/>
          </ac:spMkLst>
        </pc:spChg>
        <pc:spChg chg="add mod">
          <ac:chgData name="Nông Văn Tình" userId="65f03aa13cf31854" providerId="LiveId" clId="{B2CE9580-D3E2-40FC-9C63-B8CEBC83D064}" dt="2022-10-09T05:09:55.669" v="5613" actId="20577"/>
          <ac:spMkLst>
            <pc:docMk/>
            <pc:sldMk cId="4222590234" sldId="315"/>
            <ac:spMk id="10" creationId="{BEC772D1-267F-0D84-06AF-D6393EBECA06}"/>
          </ac:spMkLst>
        </pc:spChg>
        <pc:spChg chg="add del mod">
          <ac:chgData name="Nông Văn Tình" userId="65f03aa13cf31854" providerId="LiveId" clId="{B2CE9580-D3E2-40FC-9C63-B8CEBC83D064}" dt="2022-10-07T14:07:20.793" v="2721" actId="478"/>
          <ac:spMkLst>
            <pc:docMk/>
            <pc:sldMk cId="4222590234" sldId="315"/>
            <ac:spMk id="11" creationId="{854EBF15-DC8B-6EBD-5F84-67E22905F224}"/>
          </ac:spMkLst>
        </pc:spChg>
        <pc:spChg chg="mod">
          <ac:chgData name="Nông Văn Tình" userId="65f03aa13cf31854" providerId="LiveId" clId="{B2CE9580-D3E2-40FC-9C63-B8CEBC83D064}" dt="2022-09-28T03:42:08.421" v="1618" actId="1076"/>
          <ac:spMkLst>
            <pc:docMk/>
            <pc:sldMk cId="4222590234" sldId="315"/>
            <ac:spMk id="16" creationId="{9CBE5CCF-6182-4AC7-862A-D62B8542752F}"/>
          </ac:spMkLst>
        </pc:spChg>
        <pc:picChg chg="del">
          <ac:chgData name="Nông Văn Tình" userId="65f03aa13cf31854" providerId="LiveId" clId="{B2CE9580-D3E2-40FC-9C63-B8CEBC83D064}" dt="2022-09-28T01:44:14.720" v="1316" actId="478"/>
          <ac:picMkLst>
            <pc:docMk/>
            <pc:sldMk cId="4222590234" sldId="315"/>
            <ac:picMk id="3" creationId="{C5E4BCA9-FE4D-BD3C-2E44-961DACFD28D7}"/>
          </ac:picMkLst>
        </pc:picChg>
        <pc:picChg chg="mod">
          <ac:chgData name="Nông Văn Tình" userId="65f03aa13cf31854" providerId="LiveId" clId="{B2CE9580-D3E2-40FC-9C63-B8CEBC83D064}" dt="2022-09-28T03:41:09.440" v="1606" actId="1076"/>
          <ac:picMkLst>
            <pc:docMk/>
            <pc:sldMk cId="4222590234" sldId="315"/>
            <ac:picMk id="8" creationId="{0BBACDEE-88E1-8E69-2C16-A022A2A62DFF}"/>
          </ac:picMkLst>
        </pc:picChg>
      </pc:sldChg>
      <pc:sldChg chg="addSp delSp modSp add mod ord">
        <pc:chgData name="Nông Văn Tình" userId="65f03aa13cf31854" providerId="LiveId" clId="{B2CE9580-D3E2-40FC-9C63-B8CEBC83D064}" dt="2022-10-09T08:20:14.213" v="5841" actId="478"/>
        <pc:sldMkLst>
          <pc:docMk/>
          <pc:sldMk cId="694995559" sldId="316"/>
        </pc:sldMkLst>
        <pc:spChg chg="mod">
          <ac:chgData name="Nông Văn Tình" userId="65f03aa13cf31854" providerId="LiveId" clId="{B2CE9580-D3E2-40FC-9C63-B8CEBC83D064}" dt="2022-10-09T04:49:35.401" v="5361" actId="404"/>
          <ac:spMkLst>
            <pc:docMk/>
            <pc:sldMk cId="694995559" sldId="316"/>
            <ac:spMk id="2" creationId="{AF2FC532-4BE1-6C1E-8F5D-A3738791951C}"/>
          </ac:spMkLst>
        </pc:spChg>
        <pc:spChg chg="add mod">
          <ac:chgData name="Nông Văn Tình" userId="65f03aa13cf31854" providerId="LiveId" clId="{B2CE9580-D3E2-40FC-9C63-B8CEBC83D064}" dt="2022-10-09T04:49:53.480" v="5365" actId="20577"/>
          <ac:spMkLst>
            <pc:docMk/>
            <pc:sldMk cId="694995559" sldId="316"/>
            <ac:spMk id="3" creationId="{04AAD14F-C9E6-0D29-C610-C8433B2F7ECB}"/>
          </ac:spMkLst>
        </pc:spChg>
        <pc:spChg chg="add del mod">
          <ac:chgData name="Nông Văn Tình" userId="65f03aa13cf31854" providerId="LiveId" clId="{B2CE9580-D3E2-40FC-9C63-B8CEBC83D064}" dt="2022-10-09T08:20:14.213" v="5841" actId="478"/>
          <ac:spMkLst>
            <pc:docMk/>
            <pc:sldMk cId="694995559" sldId="316"/>
            <ac:spMk id="4" creationId="{7E1D012E-10A2-BBA4-8E46-107E93F016B1}"/>
          </ac:spMkLst>
        </pc:spChg>
        <pc:spChg chg="add del">
          <ac:chgData name="Nông Văn Tình" userId="65f03aa13cf31854" providerId="LiveId" clId="{B2CE9580-D3E2-40FC-9C63-B8CEBC83D064}" dt="2022-10-07T15:28:31.285" v="2773" actId="22"/>
          <ac:spMkLst>
            <pc:docMk/>
            <pc:sldMk cId="694995559" sldId="316"/>
            <ac:spMk id="4" creationId="{B078E209-C056-36D4-8200-AB34458E38F8}"/>
          </ac:spMkLst>
        </pc:spChg>
        <pc:spChg chg="add del mod">
          <ac:chgData name="Nông Văn Tình" userId="65f03aa13cf31854" providerId="LiveId" clId="{B2CE9580-D3E2-40FC-9C63-B8CEBC83D064}" dt="2022-10-09T04:43:35.822" v="5243" actId="478"/>
          <ac:spMkLst>
            <pc:docMk/>
            <pc:sldMk cId="694995559" sldId="316"/>
            <ac:spMk id="5" creationId="{5453405B-EE16-B8F4-942D-F8D4B0877B9C}"/>
          </ac:spMkLst>
        </pc:spChg>
        <pc:spChg chg="del">
          <ac:chgData name="Nông Văn Tình" userId="65f03aa13cf31854" providerId="LiveId" clId="{B2CE9580-D3E2-40FC-9C63-B8CEBC83D064}" dt="2022-09-28T03:45:38.506" v="1693" actId="21"/>
          <ac:spMkLst>
            <pc:docMk/>
            <pc:sldMk cId="694995559" sldId="316"/>
            <ac:spMk id="6" creationId="{D7257271-E274-B1E1-CEB2-0B744B3E5643}"/>
          </ac:spMkLst>
        </pc:spChg>
        <pc:spChg chg="mod">
          <ac:chgData name="Nông Văn Tình" userId="65f03aa13cf31854" providerId="LiveId" clId="{B2CE9580-D3E2-40FC-9C63-B8CEBC83D064}" dt="2022-10-07T12:08:47.041" v="2358" actId="5793"/>
          <ac:spMkLst>
            <pc:docMk/>
            <pc:sldMk cId="694995559" sldId="316"/>
            <ac:spMk id="7" creationId="{E08ECBEB-2701-062A-8BE6-363497690E6E}"/>
          </ac:spMkLst>
        </pc:spChg>
        <pc:spChg chg="mod">
          <ac:chgData name="Nông Văn Tình" userId="65f03aa13cf31854" providerId="LiveId" clId="{B2CE9580-D3E2-40FC-9C63-B8CEBC83D064}" dt="2022-10-09T08:07:40.132" v="5817" actId="20577"/>
          <ac:spMkLst>
            <pc:docMk/>
            <pc:sldMk cId="694995559" sldId="316"/>
            <ac:spMk id="9" creationId="{215F1B68-5759-C1F8-F714-6EC55FDE4F27}"/>
          </ac:spMkLst>
        </pc:spChg>
        <pc:spChg chg="del">
          <ac:chgData name="Nông Văn Tình" userId="65f03aa13cf31854" providerId="LiveId" clId="{B2CE9580-D3E2-40FC-9C63-B8CEBC83D064}" dt="2022-09-28T03:45:38.506" v="1693" actId="21"/>
          <ac:spMkLst>
            <pc:docMk/>
            <pc:sldMk cId="694995559" sldId="316"/>
            <ac:spMk id="10" creationId="{BEC772D1-267F-0D84-06AF-D6393EBECA06}"/>
          </ac:spMkLst>
        </pc:spChg>
      </pc:sldChg>
      <pc:sldChg chg="del">
        <pc:chgData name="Nông Văn Tình" userId="65f03aa13cf31854" providerId="LiveId" clId="{B2CE9580-D3E2-40FC-9C63-B8CEBC83D064}" dt="2022-09-28T00:48:20.903" v="195" actId="47"/>
        <pc:sldMkLst>
          <pc:docMk/>
          <pc:sldMk cId="2071650609" sldId="316"/>
        </pc:sldMkLst>
      </pc:sldChg>
      <pc:sldChg chg="del">
        <pc:chgData name="Nông Văn Tình" userId="65f03aa13cf31854" providerId="LiveId" clId="{B2CE9580-D3E2-40FC-9C63-B8CEBC83D064}" dt="2022-09-28T00:48:20.903" v="195" actId="47"/>
        <pc:sldMkLst>
          <pc:docMk/>
          <pc:sldMk cId="1016294536" sldId="317"/>
        </pc:sldMkLst>
      </pc:sldChg>
      <pc:sldChg chg="addSp delSp modSp add mod">
        <pc:chgData name="Nông Văn Tình" userId="65f03aa13cf31854" providerId="LiveId" clId="{B2CE9580-D3E2-40FC-9C63-B8CEBC83D064}" dt="2022-10-09T08:08:13.387" v="5821" actId="20577"/>
        <pc:sldMkLst>
          <pc:docMk/>
          <pc:sldMk cId="3352112770" sldId="317"/>
        </pc:sldMkLst>
        <pc:spChg chg="mod">
          <ac:chgData name="Nông Văn Tình" userId="65f03aa13cf31854" providerId="LiveId" clId="{B2CE9580-D3E2-40FC-9C63-B8CEBC83D064}" dt="2022-10-09T04:59:28.509" v="5516"/>
          <ac:spMkLst>
            <pc:docMk/>
            <pc:sldMk cId="3352112770" sldId="317"/>
            <ac:spMk id="2" creationId="{AF2FC532-4BE1-6C1E-8F5D-A3738791951C}"/>
          </ac:spMkLst>
        </pc:spChg>
        <pc:spChg chg="add mod">
          <ac:chgData name="Nông Văn Tình" userId="65f03aa13cf31854" providerId="LiveId" clId="{B2CE9580-D3E2-40FC-9C63-B8CEBC83D064}" dt="2022-10-09T05:17:35.246" v="5683" actId="20577"/>
          <ac:spMkLst>
            <pc:docMk/>
            <pc:sldMk cId="3352112770" sldId="317"/>
            <ac:spMk id="3" creationId="{082C5780-3FF9-646F-C5F5-439160B1E5E1}"/>
          </ac:spMkLst>
        </pc:spChg>
        <pc:spChg chg="del">
          <ac:chgData name="Nông Văn Tình" userId="65f03aa13cf31854" providerId="LiveId" clId="{B2CE9580-D3E2-40FC-9C63-B8CEBC83D064}" dt="2022-09-28T03:48:14.700" v="1742" actId="478"/>
          <ac:spMkLst>
            <pc:docMk/>
            <pc:sldMk cId="3352112770" sldId="317"/>
            <ac:spMk id="6" creationId="{D7257271-E274-B1E1-CEB2-0B744B3E5643}"/>
          </ac:spMkLst>
        </pc:spChg>
        <pc:spChg chg="mod">
          <ac:chgData name="Nông Văn Tình" userId="65f03aa13cf31854" providerId="LiveId" clId="{B2CE9580-D3E2-40FC-9C63-B8CEBC83D064}" dt="2022-10-07T12:13:22.401" v="2383"/>
          <ac:spMkLst>
            <pc:docMk/>
            <pc:sldMk cId="3352112770" sldId="317"/>
            <ac:spMk id="7" creationId="{E08ECBEB-2701-062A-8BE6-363497690E6E}"/>
          </ac:spMkLst>
        </pc:spChg>
        <pc:spChg chg="mod">
          <ac:chgData name="Nông Văn Tình" userId="65f03aa13cf31854" providerId="LiveId" clId="{B2CE9580-D3E2-40FC-9C63-B8CEBC83D064}" dt="2022-10-09T08:08:13.387" v="5821" actId="20577"/>
          <ac:spMkLst>
            <pc:docMk/>
            <pc:sldMk cId="3352112770" sldId="317"/>
            <ac:spMk id="9" creationId="{215F1B68-5759-C1F8-F714-6EC55FDE4F27}"/>
          </ac:spMkLst>
        </pc:spChg>
        <pc:spChg chg="del">
          <ac:chgData name="Nông Văn Tình" userId="65f03aa13cf31854" providerId="LiveId" clId="{B2CE9580-D3E2-40FC-9C63-B8CEBC83D064}" dt="2022-09-28T03:48:14.700" v="1742" actId="478"/>
          <ac:spMkLst>
            <pc:docMk/>
            <pc:sldMk cId="3352112770" sldId="317"/>
            <ac:spMk id="10" creationId="{BEC772D1-267F-0D84-06AF-D6393EBECA06}"/>
          </ac:spMkLst>
        </pc:spChg>
      </pc:sldChg>
      <pc:sldChg chg="del">
        <pc:chgData name="Nông Văn Tình" userId="65f03aa13cf31854" providerId="LiveId" clId="{B2CE9580-D3E2-40FC-9C63-B8CEBC83D064}" dt="2022-09-28T00:48:20.903" v="195" actId="47"/>
        <pc:sldMkLst>
          <pc:docMk/>
          <pc:sldMk cId="1238207995" sldId="318"/>
        </pc:sldMkLst>
      </pc:sldChg>
      <pc:sldChg chg="addSp delSp modSp add mod">
        <pc:chgData name="Nông Văn Tình" userId="65f03aa13cf31854" providerId="LiveId" clId="{B2CE9580-D3E2-40FC-9C63-B8CEBC83D064}" dt="2022-10-09T05:02:05.333" v="5587" actId="1076"/>
        <pc:sldMkLst>
          <pc:docMk/>
          <pc:sldMk cId="4084905196" sldId="318"/>
        </pc:sldMkLst>
        <pc:spChg chg="add del mod">
          <ac:chgData name="Nông Văn Tình" userId="65f03aa13cf31854" providerId="LiveId" clId="{B2CE9580-D3E2-40FC-9C63-B8CEBC83D064}" dt="2022-10-09T05:01:16.941" v="5556" actId="478"/>
          <ac:spMkLst>
            <pc:docMk/>
            <pc:sldMk cId="4084905196" sldId="318"/>
            <ac:spMk id="2" creationId="{AF2FC532-4BE1-6C1E-8F5D-A3738791951C}"/>
          </ac:spMkLst>
        </pc:spChg>
        <pc:spChg chg="add mod">
          <ac:chgData name="Nông Văn Tình" userId="65f03aa13cf31854" providerId="LiveId" clId="{B2CE9580-D3E2-40FC-9C63-B8CEBC83D064}" dt="2022-10-09T05:01:48.973" v="5584" actId="1076"/>
          <ac:spMkLst>
            <pc:docMk/>
            <pc:sldMk cId="4084905196" sldId="318"/>
            <ac:spMk id="3" creationId="{595F9B99-A34B-FCAA-D5BB-4C1D165BB49C}"/>
          </ac:spMkLst>
        </pc:spChg>
        <pc:spChg chg="add mod">
          <ac:chgData name="Nông Văn Tình" userId="65f03aa13cf31854" providerId="LiveId" clId="{B2CE9580-D3E2-40FC-9C63-B8CEBC83D064}" dt="2022-10-09T05:01:55.095" v="5585" actId="1076"/>
          <ac:spMkLst>
            <pc:docMk/>
            <pc:sldMk cId="4084905196" sldId="318"/>
            <ac:spMk id="4" creationId="{CF49B3C5-318F-2F12-755C-E799582246F8}"/>
          </ac:spMkLst>
        </pc:spChg>
        <pc:spChg chg="add mod">
          <ac:chgData name="Nông Văn Tình" userId="65f03aa13cf31854" providerId="LiveId" clId="{B2CE9580-D3E2-40FC-9C63-B8CEBC83D064}" dt="2022-10-09T05:02:05.333" v="5587" actId="1076"/>
          <ac:spMkLst>
            <pc:docMk/>
            <pc:sldMk cId="4084905196" sldId="318"/>
            <ac:spMk id="5" creationId="{00AF3986-8A00-70A8-600D-E7823CF7E9E9}"/>
          </ac:spMkLst>
        </pc:spChg>
        <pc:spChg chg="add mod">
          <ac:chgData name="Nông Văn Tình" userId="65f03aa13cf31854" providerId="LiveId" clId="{B2CE9580-D3E2-40FC-9C63-B8CEBC83D064}" dt="2022-10-09T05:02:05.333" v="5587" actId="1076"/>
          <ac:spMkLst>
            <pc:docMk/>
            <pc:sldMk cId="4084905196" sldId="318"/>
            <ac:spMk id="6" creationId="{DA05A9AD-87A2-D0E6-EB20-C89D96E2C096}"/>
          </ac:spMkLst>
        </pc:spChg>
        <pc:spChg chg="mod">
          <ac:chgData name="Nông Văn Tình" userId="65f03aa13cf31854" providerId="LiveId" clId="{B2CE9580-D3E2-40FC-9C63-B8CEBC83D064}" dt="2022-10-07T12:13:25.427" v="2384"/>
          <ac:spMkLst>
            <pc:docMk/>
            <pc:sldMk cId="4084905196" sldId="318"/>
            <ac:spMk id="7" creationId="{E08ECBEB-2701-062A-8BE6-363497690E6E}"/>
          </ac:spMkLst>
        </pc:spChg>
        <pc:spChg chg="add del mod">
          <ac:chgData name="Nông Văn Tình" userId="65f03aa13cf31854" providerId="LiveId" clId="{B2CE9580-D3E2-40FC-9C63-B8CEBC83D064}" dt="2022-10-09T05:01:32.385" v="5579" actId="478"/>
          <ac:spMkLst>
            <pc:docMk/>
            <pc:sldMk cId="4084905196" sldId="318"/>
            <ac:spMk id="9" creationId="{215F1B68-5759-C1F8-F714-6EC55FDE4F27}"/>
          </ac:spMkLst>
        </pc:spChg>
        <pc:spChg chg="add del mod">
          <ac:chgData name="Nông Văn Tình" userId="65f03aa13cf31854" providerId="LiveId" clId="{B2CE9580-D3E2-40FC-9C63-B8CEBC83D064}" dt="2022-10-09T05:01:34.572" v="5581" actId="478"/>
          <ac:spMkLst>
            <pc:docMk/>
            <pc:sldMk cId="4084905196" sldId="318"/>
            <ac:spMk id="10" creationId="{8FAEDA67-9455-C1BC-D580-288D15062DD4}"/>
          </ac:spMkLst>
        </pc:spChg>
      </pc:sldChg>
      <pc:sldChg chg="addSp delSp modSp add del mod">
        <pc:chgData name="Nông Văn Tình" userId="65f03aa13cf31854" providerId="LiveId" clId="{B2CE9580-D3E2-40FC-9C63-B8CEBC83D064}" dt="2022-10-05T01:08:13.404" v="2119" actId="47"/>
        <pc:sldMkLst>
          <pc:docMk/>
          <pc:sldMk cId="758167219" sldId="319"/>
        </pc:sldMkLst>
        <pc:spChg chg="add del mod">
          <ac:chgData name="Nông Văn Tình" userId="65f03aa13cf31854" providerId="LiveId" clId="{B2CE9580-D3E2-40FC-9C63-B8CEBC83D064}" dt="2022-09-28T04:12:06.879" v="1798" actId="21"/>
          <ac:spMkLst>
            <pc:docMk/>
            <pc:sldMk cId="758167219" sldId="319"/>
            <ac:spMk id="10" creationId="{F86E026C-8FEC-F2A4-4B1D-1562888F6180}"/>
          </ac:spMkLst>
        </pc:spChg>
      </pc:sldChg>
      <pc:sldChg chg="del">
        <pc:chgData name="Nông Văn Tình" userId="65f03aa13cf31854" providerId="LiveId" clId="{B2CE9580-D3E2-40FC-9C63-B8CEBC83D064}" dt="2022-09-28T00:48:20.903" v="195" actId="47"/>
        <pc:sldMkLst>
          <pc:docMk/>
          <pc:sldMk cId="2319036580" sldId="319"/>
        </pc:sldMkLst>
      </pc:sldChg>
      <pc:sldChg chg="del">
        <pc:chgData name="Nông Văn Tình" userId="65f03aa13cf31854" providerId="LiveId" clId="{B2CE9580-D3E2-40FC-9C63-B8CEBC83D064}" dt="2022-09-28T00:48:20.903" v="195" actId="47"/>
        <pc:sldMkLst>
          <pc:docMk/>
          <pc:sldMk cId="327114667" sldId="320"/>
        </pc:sldMkLst>
      </pc:sldChg>
      <pc:sldChg chg="addSp delSp modSp add mod">
        <pc:chgData name="Nông Văn Tình" userId="65f03aa13cf31854" providerId="LiveId" clId="{B2CE9580-D3E2-40FC-9C63-B8CEBC83D064}" dt="2022-10-09T08:08:42.428" v="5823" actId="20577"/>
        <pc:sldMkLst>
          <pc:docMk/>
          <pc:sldMk cId="1110694112" sldId="320"/>
        </pc:sldMkLst>
        <pc:spChg chg="del">
          <ac:chgData name="Nông Văn Tình" userId="65f03aa13cf31854" providerId="LiveId" clId="{B2CE9580-D3E2-40FC-9C63-B8CEBC83D064}" dt="2022-09-28T04:11:35.636" v="1791" actId="478"/>
          <ac:spMkLst>
            <pc:docMk/>
            <pc:sldMk cId="1110694112" sldId="320"/>
            <ac:spMk id="2" creationId="{AF2FC532-4BE1-6C1E-8F5D-A3738791951C}"/>
          </ac:spMkLst>
        </pc:spChg>
        <pc:spChg chg="del">
          <ac:chgData name="Nông Văn Tình" userId="65f03aa13cf31854" providerId="LiveId" clId="{B2CE9580-D3E2-40FC-9C63-B8CEBC83D064}" dt="2022-09-28T04:11:35.636" v="1791" actId="478"/>
          <ac:spMkLst>
            <pc:docMk/>
            <pc:sldMk cId="1110694112" sldId="320"/>
            <ac:spMk id="3" creationId="{595F9B99-A34B-FCAA-D5BB-4C1D165BB49C}"/>
          </ac:spMkLst>
        </pc:spChg>
        <pc:spChg chg="del">
          <ac:chgData name="Nông Văn Tình" userId="65f03aa13cf31854" providerId="LiveId" clId="{B2CE9580-D3E2-40FC-9C63-B8CEBC83D064}" dt="2022-09-28T04:11:35.636" v="1791" actId="478"/>
          <ac:spMkLst>
            <pc:docMk/>
            <pc:sldMk cId="1110694112" sldId="320"/>
            <ac:spMk id="4" creationId="{CF49B3C5-318F-2F12-755C-E799582246F8}"/>
          </ac:spMkLst>
        </pc:spChg>
        <pc:spChg chg="del">
          <ac:chgData name="Nông Văn Tình" userId="65f03aa13cf31854" providerId="LiveId" clId="{B2CE9580-D3E2-40FC-9C63-B8CEBC83D064}" dt="2022-09-28T04:11:35.636" v="1791" actId="478"/>
          <ac:spMkLst>
            <pc:docMk/>
            <pc:sldMk cId="1110694112" sldId="320"/>
            <ac:spMk id="5" creationId="{00AF3986-8A00-70A8-600D-E7823CF7E9E9}"/>
          </ac:spMkLst>
        </pc:spChg>
        <pc:spChg chg="del">
          <ac:chgData name="Nông Văn Tình" userId="65f03aa13cf31854" providerId="LiveId" clId="{B2CE9580-D3E2-40FC-9C63-B8CEBC83D064}" dt="2022-09-28T04:11:35.636" v="1791" actId="478"/>
          <ac:spMkLst>
            <pc:docMk/>
            <pc:sldMk cId="1110694112" sldId="320"/>
            <ac:spMk id="6" creationId="{DA05A9AD-87A2-D0E6-EB20-C89D96E2C096}"/>
          </ac:spMkLst>
        </pc:spChg>
        <pc:spChg chg="mod">
          <ac:chgData name="Nông Văn Tình" userId="65f03aa13cf31854" providerId="LiveId" clId="{B2CE9580-D3E2-40FC-9C63-B8CEBC83D064}" dt="2022-10-07T12:13:33.708" v="2389" actId="20577"/>
          <ac:spMkLst>
            <pc:docMk/>
            <pc:sldMk cId="1110694112" sldId="320"/>
            <ac:spMk id="7" creationId="{E08ECBEB-2701-062A-8BE6-363497690E6E}"/>
          </ac:spMkLst>
        </pc:spChg>
        <pc:spChg chg="del">
          <ac:chgData name="Nông Văn Tình" userId="65f03aa13cf31854" providerId="LiveId" clId="{B2CE9580-D3E2-40FC-9C63-B8CEBC83D064}" dt="2022-09-28T04:11:35.636" v="1791" actId="478"/>
          <ac:spMkLst>
            <pc:docMk/>
            <pc:sldMk cId="1110694112" sldId="320"/>
            <ac:spMk id="9" creationId="{215F1B68-5759-C1F8-F714-6EC55FDE4F27}"/>
          </ac:spMkLst>
        </pc:spChg>
        <pc:spChg chg="add mod">
          <ac:chgData name="Nông Văn Tình" userId="65f03aa13cf31854" providerId="LiveId" clId="{B2CE9580-D3E2-40FC-9C63-B8CEBC83D064}" dt="2022-10-09T08:08:42.428" v="5823" actId="20577"/>
          <ac:spMkLst>
            <pc:docMk/>
            <pc:sldMk cId="1110694112" sldId="320"/>
            <ac:spMk id="12" creationId="{F756CBAC-EFD2-87AA-3259-A1A83089D042}"/>
          </ac:spMkLst>
        </pc:spChg>
        <pc:picChg chg="add mod">
          <ac:chgData name="Nông Văn Tình" userId="65f03aa13cf31854" providerId="LiveId" clId="{B2CE9580-D3E2-40FC-9C63-B8CEBC83D064}" dt="2022-09-28T04:11:45.730" v="1793" actId="1076"/>
          <ac:picMkLst>
            <pc:docMk/>
            <pc:sldMk cId="1110694112" sldId="320"/>
            <ac:picMk id="11" creationId="{7DC803DB-2D9A-8D1D-8E23-8075499B71AB}"/>
          </ac:picMkLst>
        </pc:picChg>
      </pc:sldChg>
      <pc:sldChg chg="del">
        <pc:chgData name="Nông Văn Tình" userId="65f03aa13cf31854" providerId="LiveId" clId="{B2CE9580-D3E2-40FC-9C63-B8CEBC83D064}" dt="2022-09-28T00:48:20.903" v="195" actId="47"/>
        <pc:sldMkLst>
          <pc:docMk/>
          <pc:sldMk cId="2635907251" sldId="321"/>
        </pc:sldMkLst>
      </pc:sldChg>
      <pc:sldChg chg="addSp delSp modSp add mod">
        <pc:chgData name="Nông Văn Tình" userId="65f03aa13cf31854" providerId="LiveId" clId="{B2CE9580-D3E2-40FC-9C63-B8CEBC83D064}" dt="2022-10-09T08:08:46.557" v="5826" actId="20577"/>
        <pc:sldMkLst>
          <pc:docMk/>
          <pc:sldMk cId="3906633417" sldId="321"/>
        </pc:sldMkLst>
        <pc:spChg chg="mod">
          <ac:chgData name="Nông Văn Tình" userId="65f03aa13cf31854" providerId="LiveId" clId="{B2CE9580-D3E2-40FC-9C63-B8CEBC83D064}" dt="2022-10-07T12:13:40.182" v="2393" actId="20577"/>
          <ac:spMkLst>
            <pc:docMk/>
            <pc:sldMk cId="3906633417" sldId="321"/>
            <ac:spMk id="7" creationId="{E08ECBEB-2701-062A-8BE6-363497690E6E}"/>
          </ac:spMkLst>
        </pc:spChg>
        <pc:spChg chg="mod">
          <ac:chgData name="Nông Văn Tình" userId="65f03aa13cf31854" providerId="LiveId" clId="{B2CE9580-D3E2-40FC-9C63-B8CEBC83D064}" dt="2022-10-09T08:08:46.557" v="5826" actId="20577"/>
          <ac:spMkLst>
            <pc:docMk/>
            <pc:sldMk cId="3906633417" sldId="321"/>
            <ac:spMk id="12" creationId="{F756CBAC-EFD2-87AA-3259-A1A83089D042}"/>
          </ac:spMkLst>
        </pc:spChg>
        <pc:picChg chg="add del">
          <ac:chgData name="Nông Văn Tình" userId="65f03aa13cf31854" providerId="LiveId" clId="{B2CE9580-D3E2-40FC-9C63-B8CEBC83D064}" dt="2022-10-07T12:13:46.447" v="2394" actId="478"/>
          <ac:picMkLst>
            <pc:docMk/>
            <pc:sldMk cId="3906633417" sldId="321"/>
            <ac:picMk id="3" creationId="{7C3B0597-5DC3-421B-4D79-90CD69932F15}"/>
          </ac:picMkLst>
        </pc:picChg>
        <pc:picChg chg="add mod">
          <ac:chgData name="Nông Văn Tình" userId="65f03aa13cf31854" providerId="LiveId" clId="{B2CE9580-D3E2-40FC-9C63-B8CEBC83D064}" dt="2022-10-07T12:13:51.504" v="2397" actId="1076"/>
          <ac:picMkLst>
            <pc:docMk/>
            <pc:sldMk cId="3906633417" sldId="321"/>
            <ac:picMk id="4" creationId="{BF40A697-BC7B-A77B-D58D-952680DA862B}"/>
          </ac:picMkLst>
        </pc:picChg>
        <pc:picChg chg="del">
          <ac:chgData name="Nông Văn Tình" userId="65f03aa13cf31854" providerId="LiveId" clId="{B2CE9580-D3E2-40FC-9C63-B8CEBC83D064}" dt="2022-09-28T04:27:15.592" v="1807" actId="478"/>
          <ac:picMkLst>
            <pc:docMk/>
            <pc:sldMk cId="3906633417" sldId="321"/>
            <ac:picMk id="11" creationId="{7DC803DB-2D9A-8D1D-8E23-8075499B71AB}"/>
          </ac:picMkLst>
        </pc:picChg>
      </pc:sldChg>
      <pc:sldChg chg="del">
        <pc:chgData name="Nông Văn Tình" userId="65f03aa13cf31854" providerId="LiveId" clId="{B2CE9580-D3E2-40FC-9C63-B8CEBC83D064}" dt="2022-09-28T00:48:20.903" v="195" actId="47"/>
        <pc:sldMkLst>
          <pc:docMk/>
          <pc:sldMk cId="1691665649" sldId="322"/>
        </pc:sldMkLst>
      </pc:sldChg>
      <pc:sldChg chg="addSp delSp modSp add mod">
        <pc:chgData name="Nông Văn Tình" userId="65f03aa13cf31854" providerId="LiveId" clId="{B2CE9580-D3E2-40FC-9C63-B8CEBC83D064}" dt="2022-10-09T09:32:18.301" v="5865" actId="20577"/>
        <pc:sldMkLst>
          <pc:docMk/>
          <pc:sldMk cId="2134537897" sldId="322"/>
        </pc:sldMkLst>
        <pc:spChg chg="del">
          <ac:chgData name="Nông Văn Tình" userId="65f03aa13cf31854" providerId="LiveId" clId="{B2CE9580-D3E2-40FC-9C63-B8CEBC83D064}" dt="2022-09-28T04:33:20.689" v="1817" actId="478"/>
          <ac:spMkLst>
            <pc:docMk/>
            <pc:sldMk cId="2134537897" sldId="322"/>
            <ac:spMk id="2" creationId="{AF2FC532-4BE1-6C1E-8F5D-A3738791951C}"/>
          </ac:spMkLst>
        </pc:spChg>
        <pc:spChg chg="mod">
          <ac:chgData name="Nông Văn Tình" userId="65f03aa13cf31854" providerId="LiveId" clId="{B2CE9580-D3E2-40FC-9C63-B8CEBC83D064}" dt="2022-10-09T09:32:18.301" v="5865" actId="20577"/>
          <ac:spMkLst>
            <pc:docMk/>
            <pc:sldMk cId="2134537897" sldId="322"/>
            <ac:spMk id="3" creationId="{595F9B99-A34B-FCAA-D5BB-4C1D165BB49C}"/>
          </ac:spMkLst>
        </pc:spChg>
        <pc:spChg chg="mod">
          <ac:chgData name="Nông Văn Tình" userId="65f03aa13cf31854" providerId="LiveId" clId="{B2CE9580-D3E2-40FC-9C63-B8CEBC83D064}" dt="2022-09-28T04:34:40.056" v="1836" actId="1076"/>
          <ac:spMkLst>
            <pc:docMk/>
            <pc:sldMk cId="2134537897" sldId="322"/>
            <ac:spMk id="4" creationId="{CF49B3C5-318F-2F12-755C-E799582246F8}"/>
          </ac:spMkLst>
        </pc:spChg>
        <pc:spChg chg="del">
          <ac:chgData name="Nông Văn Tình" userId="65f03aa13cf31854" providerId="LiveId" clId="{B2CE9580-D3E2-40FC-9C63-B8CEBC83D064}" dt="2022-09-28T04:33:32.809" v="1819" actId="478"/>
          <ac:spMkLst>
            <pc:docMk/>
            <pc:sldMk cId="2134537897" sldId="322"/>
            <ac:spMk id="5" creationId="{00AF3986-8A00-70A8-600D-E7823CF7E9E9}"/>
          </ac:spMkLst>
        </pc:spChg>
        <pc:spChg chg="del">
          <ac:chgData name="Nông Văn Tình" userId="65f03aa13cf31854" providerId="LiveId" clId="{B2CE9580-D3E2-40FC-9C63-B8CEBC83D064}" dt="2022-09-28T04:33:32.809" v="1819" actId="478"/>
          <ac:spMkLst>
            <pc:docMk/>
            <pc:sldMk cId="2134537897" sldId="322"/>
            <ac:spMk id="6" creationId="{DA05A9AD-87A2-D0E6-EB20-C89D96E2C096}"/>
          </ac:spMkLst>
        </pc:spChg>
        <pc:spChg chg="mod">
          <ac:chgData name="Nông Văn Tình" userId="65f03aa13cf31854" providerId="LiveId" clId="{B2CE9580-D3E2-40FC-9C63-B8CEBC83D064}" dt="2022-10-07T12:15:03.029" v="2448"/>
          <ac:spMkLst>
            <pc:docMk/>
            <pc:sldMk cId="2134537897" sldId="322"/>
            <ac:spMk id="7" creationId="{E08ECBEB-2701-062A-8BE6-363497690E6E}"/>
          </ac:spMkLst>
        </pc:spChg>
        <pc:spChg chg="del">
          <ac:chgData name="Nông Văn Tình" userId="65f03aa13cf31854" providerId="LiveId" clId="{B2CE9580-D3E2-40FC-9C63-B8CEBC83D064}" dt="2022-09-28T04:33:20.689" v="1817" actId="478"/>
          <ac:spMkLst>
            <pc:docMk/>
            <pc:sldMk cId="2134537897" sldId="322"/>
            <ac:spMk id="9" creationId="{215F1B68-5759-C1F8-F714-6EC55FDE4F27}"/>
          </ac:spMkLst>
        </pc:spChg>
        <pc:spChg chg="add mod">
          <ac:chgData name="Nông Văn Tình" userId="65f03aa13cf31854" providerId="LiveId" clId="{B2CE9580-D3E2-40FC-9C63-B8CEBC83D064}" dt="2022-10-09T09:31:40.842" v="5859" actId="1076"/>
          <ac:spMkLst>
            <pc:docMk/>
            <pc:sldMk cId="2134537897" sldId="322"/>
            <ac:spMk id="10" creationId="{20632A11-8D52-5B82-5048-3D74D7F58368}"/>
          </ac:spMkLst>
        </pc:spChg>
        <pc:spChg chg="add mod">
          <ac:chgData name="Nông Văn Tình" userId="65f03aa13cf31854" providerId="LiveId" clId="{B2CE9580-D3E2-40FC-9C63-B8CEBC83D064}" dt="2022-10-09T09:31:40.842" v="5859" actId="1076"/>
          <ac:spMkLst>
            <pc:docMk/>
            <pc:sldMk cId="2134537897" sldId="322"/>
            <ac:spMk id="11" creationId="{4753B53E-CBCC-5789-43E9-2BA389057053}"/>
          </ac:spMkLst>
        </pc:spChg>
      </pc:sldChg>
      <pc:sldChg chg="add del">
        <pc:chgData name="Nông Văn Tình" userId="65f03aa13cf31854" providerId="LiveId" clId="{B2CE9580-D3E2-40FC-9C63-B8CEBC83D064}" dt="2022-09-28T04:30:55.023" v="1813" actId="47"/>
        <pc:sldMkLst>
          <pc:docMk/>
          <pc:sldMk cId="3284338873" sldId="322"/>
        </pc:sldMkLst>
      </pc:sldChg>
      <pc:sldChg chg="addSp delSp modSp add mod">
        <pc:chgData name="Nông Văn Tình" userId="65f03aa13cf31854" providerId="LiveId" clId="{B2CE9580-D3E2-40FC-9C63-B8CEBC83D064}" dt="2022-10-09T08:08:51.663" v="5829" actId="20577"/>
        <pc:sldMkLst>
          <pc:docMk/>
          <pc:sldMk cId="2379170571" sldId="323"/>
        </pc:sldMkLst>
        <pc:spChg chg="del">
          <ac:chgData name="Nông Văn Tình" userId="65f03aa13cf31854" providerId="LiveId" clId="{B2CE9580-D3E2-40FC-9C63-B8CEBC83D064}" dt="2022-09-28T05:06:06.934" v="1848" actId="478"/>
          <ac:spMkLst>
            <pc:docMk/>
            <pc:sldMk cId="2379170571" sldId="323"/>
            <ac:spMk id="3" creationId="{595F9B99-A34B-FCAA-D5BB-4C1D165BB49C}"/>
          </ac:spMkLst>
        </pc:spChg>
        <pc:spChg chg="mod">
          <ac:chgData name="Nông Văn Tình" userId="65f03aa13cf31854" providerId="LiveId" clId="{B2CE9580-D3E2-40FC-9C63-B8CEBC83D064}" dt="2022-10-09T08:08:51.663" v="5829" actId="20577"/>
          <ac:spMkLst>
            <pc:docMk/>
            <pc:sldMk cId="2379170571" sldId="323"/>
            <ac:spMk id="4" creationId="{CF49B3C5-318F-2F12-755C-E799582246F8}"/>
          </ac:spMkLst>
        </pc:spChg>
        <pc:spChg chg="mod">
          <ac:chgData name="Nông Văn Tình" userId="65f03aa13cf31854" providerId="LiveId" clId="{B2CE9580-D3E2-40FC-9C63-B8CEBC83D064}" dt="2022-10-07T12:15:05.191" v="2449"/>
          <ac:spMkLst>
            <pc:docMk/>
            <pc:sldMk cId="2379170571" sldId="323"/>
            <ac:spMk id="7" creationId="{E08ECBEB-2701-062A-8BE6-363497690E6E}"/>
          </ac:spMkLst>
        </pc:spChg>
        <pc:spChg chg="del">
          <ac:chgData name="Nông Văn Tình" userId="65f03aa13cf31854" providerId="LiveId" clId="{B2CE9580-D3E2-40FC-9C63-B8CEBC83D064}" dt="2022-09-28T05:06:03.291" v="1847" actId="478"/>
          <ac:spMkLst>
            <pc:docMk/>
            <pc:sldMk cId="2379170571" sldId="323"/>
            <ac:spMk id="10" creationId="{20632A11-8D52-5B82-5048-3D74D7F58368}"/>
          </ac:spMkLst>
        </pc:spChg>
        <pc:spChg chg="del">
          <ac:chgData name="Nông Văn Tình" userId="65f03aa13cf31854" providerId="LiveId" clId="{B2CE9580-D3E2-40FC-9C63-B8CEBC83D064}" dt="2022-09-28T05:06:03.291" v="1847" actId="478"/>
          <ac:spMkLst>
            <pc:docMk/>
            <pc:sldMk cId="2379170571" sldId="323"/>
            <ac:spMk id="11" creationId="{4753B53E-CBCC-5789-43E9-2BA389057053}"/>
          </ac:spMkLst>
        </pc:spChg>
        <pc:picChg chg="add mod">
          <ac:chgData name="Nông Văn Tình" userId="65f03aa13cf31854" providerId="LiveId" clId="{B2CE9580-D3E2-40FC-9C63-B8CEBC83D064}" dt="2022-09-28T05:06:52.165" v="1874" actId="1076"/>
          <ac:picMkLst>
            <pc:docMk/>
            <pc:sldMk cId="2379170571" sldId="323"/>
            <ac:picMk id="5" creationId="{E160F987-CBF1-A474-AAE2-3938E41D205B}"/>
          </ac:picMkLst>
        </pc:picChg>
      </pc:sldChg>
      <pc:sldChg chg="del">
        <pc:chgData name="Nông Văn Tình" userId="65f03aa13cf31854" providerId="LiveId" clId="{B2CE9580-D3E2-40FC-9C63-B8CEBC83D064}" dt="2022-09-28T00:48:20.903" v="195" actId="47"/>
        <pc:sldMkLst>
          <pc:docMk/>
          <pc:sldMk cId="3597508503" sldId="323"/>
        </pc:sldMkLst>
      </pc:sldChg>
      <pc:sldChg chg="del">
        <pc:chgData name="Nông Văn Tình" userId="65f03aa13cf31854" providerId="LiveId" clId="{B2CE9580-D3E2-40FC-9C63-B8CEBC83D064}" dt="2022-09-28T00:48:20.903" v="195" actId="47"/>
        <pc:sldMkLst>
          <pc:docMk/>
          <pc:sldMk cId="703746431" sldId="324"/>
        </pc:sldMkLst>
      </pc:sldChg>
      <pc:sldChg chg="addSp delSp modSp add mod">
        <pc:chgData name="Nông Văn Tình" userId="65f03aa13cf31854" providerId="LiveId" clId="{B2CE9580-D3E2-40FC-9C63-B8CEBC83D064}" dt="2022-10-09T08:08:58.717" v="5832" actId="20577"/>
        <pc:sldMkLst>
          <pc:docMk/>
          <pc:sldMk cId="3467362034" sldId="324"/>
        </pc:sldMkLst>
        <pc:spChg chg="mod">
          <ac:chgData name="Nông Văn Tình" userId="65f03aa13cf31854" providerId="LiveId" clId="{B2CE9580-D3E2-40FC-9C63-B8CEBC83D064}" dt="2022-10-09T08:08:58.717" v="5832" actId="20577"/>
          <ac:spMkLst>
            <pc:docMk/>
            <pc:sldMk cId="3467362034" sldId="324"/>
            <ac:spMk id="4" creationId="{CF49B3C5-318F-2F12-755C-E799582246F8}"/>
          </ac:spMkLst>
        </pc:spChg>
        <pc:spChg chg="mod">
          <ac:chgData name="Nông Văn Tình" userId="65f03aa13cf31854" providerId="LiveId" clId="{B2CE9580-D3E2-40FC-9C63-B8CEBC83D064}" dt="2022-10-07T12:22:17.511" v="2463" actId="5793"/>
          <ac:spMkLst>
            <pc:docMk/>
            <pc:sldMk cId="3467362034" sldId="324"/>
            <ac:spMk id="7" creationId="{E08ECBEB-2701-062A-8BE6-363497690E6E}"/>
          </ac:spMkLst>
        </pc:spChg>
        <pc:picChg chg="add mod">
          <ac:chgData name="Nông Văn Tình" userId="65f03aa13cf31854" providerId="LiveId" clId="{B2CE9580-D3E2-40FC-9C63-B8CEBC83D064}" dt="2022-09-28T05:11:16.879" v="1883" actId="1076"/>
          <ac:picMkLst>
            <pc:docMk/>
            <pc:sldMk cId="3467362034" sldId="324"/>
            <ac:picMk id="3" creationId="{3B197803-41B0-4E3A-2AA6-C5B9D0923662}"/>
          </ac:picMkLst>
        </pc:picChg>
        <pc:picChg chg="del">
          <ac:chgData name="Nông Văn Tình" userId="65f03aa13cf31854" providerId="LiveId" clId="{B2CE9580-D3E2-40FC-9C63-B8CEBC83D064}" dt="2022-09-28T05:11:09.126" v="1879" actId="478"/>
          <ac:picMkLst>
            <pc:docMk/>
            <pc:sldMk cId="3467362034" sldId="324"/>
            <ac:picMk id="5" creationId="{E160F987-CBF1-A474-AAE2-3938E41D205B}"/>
          </ac:picMkLst>
        </pc:picChg>
      </pc:sldChg>
      <pc:sldChg chg="del">
        <pc:chgData name="Nông Văn Tình" userId="65f03aa13cf31854" providerId="LiveId" clId="{B2CE9580-D3E2-40FC-9C63-B8CEBC83D064}" dt="2022-09-28T00:48:20.903" v="195" actId="47"/>
        <pc:sldMkLst>
          <pc:docMk/>
          <pc:sldMk cId="2555964953" sldId="325"/>
        </pc:sldMkLst>
      </pc:sldChg>
      <pc:sldChg chg="addSp delSp modSp add mod">
        <pc:chgData name="Nông Văn Tình" userId="65f03aa13cf31854" providerId="LiveId" clId="{B2CE9580-D3E2-40FC-9C63-B8CEBC83D064}" dt="2022-10-09T08:09:02.115" v="5835" actId="20577"/>
        <pc:sldMkLst>
          <pc:docMk/>
          <pc:sldMk cId="4029285468" sldId="325"/>
        </pc:sldMkLst>
        <pc:spChg chg="mod">
          <ac:chgData name="Nông Văn Tình" userId="65f03aa13cf31854" providerId="LiveId" clId="{B2CE9580-D3E2-40FC-9C63-B8CEBC83D064}" dt="2022-10-09T08:09:02.115" v="5835" actId="20577"/>
          <ac:spMkLst>
            <pc:docMk/>
            <pc:sldMk cId="4029285468" sldId="325"/>
            <ac:spMk id="4" creationId="{CF49B3C5-318F-2F12-755C-E799582246F8}"/>
          </ac:spMkLst>
        </pc:spChg>
        <pc:spChg chg="mod">
          <ac:chgData name="Nông Văn Tình" userId="65f03aa13cf31854" providerId="LiveId" clId="{B2CE9580-D3E2-40FC-9C63-B8CEBC83D064}" dt="2022-09-28T05:18:31.429" v="2024" actId="20577"/>
          <ac:spMkLst>
            <pc:docMk/>
            <pc:sldMk cId="4029285468" sldId="325"/>
            <ac:spMk id="7" creationId="{E08ECBEB-2701-062A-8BE6-363497690E6E}"/>
          </ac:spMkLst>
        </pc:spChg>
        <pc:graphicFrameChg chg="add del mod">
          <ac:chgData name="Nông Văn Tình" userId="65f03aa13cf31854" providerId="LiveId" clId="{B2CE9580-D3E2-40FC-9C63-B8CEBC83D064}" dt="2022-09-28T05:12:33.638" v="1891" actId="478"/>
          <ac:graphicFrameMkLst>
            <pc:docMk/>
            <pc:sldMk cId="4029285468" sldId="325"/>
            <ac:graphicFrameMk id="2" creationId="{626A317A-A3F1-18CF-8F3D-C3BE9F2D0675}"/>
          </ac:graphicFrameMkLst>
        </pc:graphicFrameChg>
        <pc:graphicFrameChg chg="add mod modGraphic">
          <ac:chgData name="Nông Văn Tình" userId="65f03aa13cf31854" providerId="LiveId" clId="{B2CE9580-D3E2-40FC-9C63-B8CEBC83D064}" dt="2022-10-07T12:23:08.583" v="2468" actId="12385"/>
          <ac:graphicFrameMkLst>
            <pc:docMk/>
            <pc:sldMk cId="4029285468" sldId="325"/>
            <ac:graphicFrameMk id="5" creationId="{6A62305B-E998-35D3-56E9-D27B9CC25BEB}"/>
          </ac:graphicFrameMkLst>
        </pc:graphicFrameChg>
        <pc:picChg chg="del">
          <ac:chgData name="Nông Văn Tình" userId="65f03aa13cf31854" providerId="LiveId" clId="{B2CE9580-D3E2-40FC-9C63-B8CEBC83D064}" dt="2022-09-28T05:12:09.856" v="1888" actId="478"/>
          <ac:picMkLst>
            <pc:docMk/>
            <pc:sldMk cId="4029285468" sldId="325"/>
            <ac:picMk id="3" creationId="{3B197803-41B0-4E3A-2AA6-C5B9D0923662}"/>
          </ac:picMkLst>
        </pc:picChg>
      </pc:sldChg>
      <pc:sldChg chg="addSp delSp modSp add mod">
        <pc:chgData name="Nông Văn Tình" userId="65f03aa13cf31854" providerId="LiveId" clId="{B2CE9580-D3E2-40FC-9C63-B8CEBC83D064}" dt="2022-10-09T08:07:20.516" v="5815" actId="20577"/>
        <pc:sldMkLst>
          <pc:docMk/>
          <pc:sldMk cId="2525240098" sldId="326"/>
        </pc:sldMkLst>
        <pc:spChg chg="mod">
          <ac:chgData name="Nông Văn Tình" userId="65f03aa13cf31854" providerId="LiveId" clId="{B2CE9580-D3E2-40FC-9C63-B8CEBC83D064}" dt="2022-10-09T08:07:20.516" v="5815" actId="20577"/>
          <ac:spMkLst>
            <pc:docMk/>
            <pc:sldMk cId="2525240098" sldId="326"/>
            <ac:spMk id="9" creationId="{215F1B68-5759-C1F8-F714-6EC55FDE4F27}"/>
          </ac:spMkLst>
        </pc:spChg>
        <pc:picChg chg="add mod">
          <ac:chgData name="Nông Văn Tình" userId="65f03aa13cf31854" providerId="LiveId" clId="{B2CE9580-D3E2-40FC-9C63-B8CEBC83D064}" dt="2022-10-07T12:09:18.643" v="2364" actId="1076"/>
          <ac:picMkLst>
            <pc:docMk/>
            <pc:sldMk cId="2525240098" sldId="326"/>
            <ac:picMk id="2" creationId="{026664EC-7BB7-A21D-3147-7077B24D50A9}"/>
          </ac:picMkLst>
        </pc:picChg>
        <pc:picChg chg="del">
          <ac:chgData name="Nông Văn Tình" userId="65f03aa13cf31854" providerId="LiveId" clId="{B2CE9580-D3E2-40FC-9C63-B8CEBC83D064}" dt="2022-10-07T12:09:08.240" v="2360" actId="478"/>
          <ac:picMkLst>
            <pc:docMk/>
            <pc:sldMk cId="2525240098" sldId="326"/>
            <ac:picMk id="3" creationId="{C5E4BCA9-FE4D-BD3C-2E44-961DACFD28D7}"/>
          </ac:picMkLst>
        </pc:picChg>
      </pc:sldChg>
      <pc:sldChg chg="del">
        <pc:chgData name="Nông Văn Tình" userId="65f03aa13cf31854" providerId="LiveId" clId="{B2CE9580-D3E2-40FC-9C63-B8CEBC83D064}" dt="2022-09-28T00:48:20.903" v="195" actId="47"/>
        <pc:sldMkLst>
          <pc:docMk/>
          <pc:sldMk cId="2551465928" sldId="326"/>
        </pc:sldMkLst>
      </pc:sldChg>
      <pc:sldChg chg="addSp delSp modSp add mod">
        <pc:chgData name="Nông Văn Tình" userId="65f03aa13cf31854" providerId="LiveId" clId="{B2CE9580-D3E2-40FC-9C63-B8CEBC83D064}" dt="2022-10-09T09:34:36.156" v="5874" actId="6549"/>
        <pc:sldMkLst>
          <pc:docMk/>
          <pc:sldMk cId="2078486159" sldId="327"/>
        </pc:sldMkLst>
        <pc:spChg chg="add mod">
          <ac:chgData name="Nông Văn Tình" userId="65f03aa13cf31854" providerId="LiveId" clId="{B2CE9580-D3E2-40FC-9C63-B8CEBC83D064}" dt="2022-10-09T09:34:36.156" v="5874" actId="6549"/>
          <ac:spMkLst>
            <pc:docMk/>
            <pc:sldMk cId="2078486159" sldId="327"/>
            <ac:spMk id="2" creationId="{CE00ADE5-63B5-0828-88FE-C884FC630D5E}"/>
          </ac:spMkLst>
        </pc:spChg>
        <pc:spChg chg="add del mod">
          <ac:chgData name="Nông Văn Tình" userId="65f03aa13cf31854" providerId="LiveId" clId="{B2CE9580-D3E2-40FC-9C63-B8CEBC83D064}" dt="2022-10-09T09:30:40.778" v="5850" actId="478"/>
          <ac:spMkLst>
            <pc:docMk/>
            <pc:sldMk cId="2078486159" sldId="327"/>
            <ac:spMk id="3" creationId="{54C30E01-7B3A-916A-EC48-FB427EB0C982}"/>
          </ac:spMkLst>
        </pc:spChg>
        <pc:spChg chg="del mod">
          <ac:chgData name="Nông Văn Tình" userId="65f03aa13cf31854" providerId="LiveId" clId="{B2CE9580-D3E2-40FC-9C63-B8CEBC83D064}" dt="2022-10-09T04:32:15.384" v="5157" actId="478"/>
          <ac:spMkLst>
            <pc:docMk/>
            <pc:sldMk cId="2078486159" sldId="327"/>
            <ac:spMk id="4" creationId="{CF49B3C5-318F-2F12-755C-E799582246F8}"/>
          </ac:spMkLst>
        </pc:spChg>
        <pc:spChg chg="add del mod">
          <ac:chgData name="Nông Văn Tình" userId="65f03aa13cf31854" providerId="LiveId" clId="{B2CE9580-D3E2-40FC-9C63-B8CEBC83D064}" dt="2022-10-09T09:34:31.947" v="5870" actId="478"/>
          <ac:spMkLst>
            <pc:docMk/>
            <pc:sldMk cId="2078486159" sldId="327"/>
            <ac:spMk id="6" creationId="{90E258E4-33DC-5BFC-FB54-AADD9EEE60BC}"/>
          </ac:spMkLst>
        </pc:spChg>
        <pc:spChg chg="mod">
          <ac:chgData name="Nông Văn Tình" userId="65f03aa13cf31854" providerId="LiveId" clId="{B2CE9580-D3E2-40FC-9C63-B8CEBC83D064}" dt="2022-10-07T12:15:08.033" v="2450"/>
          <ac:spMkLst>
            <pc:docMk/>
            <pc:sldMk cId="2078486159" sldId="327"/>
            <ac:spMk id="7" creationId="{E08ECBEB-2701-062A-8BE6-363497690E6E}"/>
          </ac:spMkLst>
        </pc:spChg>
        <pc:picChg chg="del">
          <ac:chgData name="Nông Văn Tình" userId="65f03aa13cf31854" providerId="LiveId" clId="{B2CE9580-D3E2-40FC-9C63-B8CEBC83D064}" dt="2022-10-07T12:20:57.993" v="2451" actId="478"/>
          <ac:picMkLst>
            <pc:docMk/>
            <pc:sldMk cId="2078486159" sldId="327"/>
            <ac:picMk id="5" creationId="{E160F987-CBF1-A474-AAE2-3938E41D205B}"/>
          </ac:picMkLst>
        </pc:picChg>
      </pc:sldChg>
      <pc:sldChg chg="del">
        <pc:chgData name="Nông Văn Tình" userId="65f03aa13cf31854" providerId="LiveId" clId="{B2CE9580-D3E2-40FC-9C63-B8CEBC83D064}" dt="2022-09-28T00:48:20.903" v="195" actId="47"/>
        <pc:sldMkLst>
          <pc:docMk/>
          <pc:sldMk cId="2252796774" sldId="327"/>
        </pc:sldMkLst>
      </pc:sldChg>
      <pc:sldChg chg="del">
        <pc:chgData name="Nông Văn Tình" userId="65f03aa13cf31854" providerId="LiveId" clId="{B2CE9580-D3E2-40FC-9C63-B8CEBC83D064}" dt="2022-09-28T00:48:20.903" v="195" actId="47"/>
        <pc:sldMkLst>
          <pc:docMk/>
          <pc:sldMk cId="3343906816" sldId="328"/>
        </pc:sldMkLst>
      </pc:sldChg>
      <pc:sldChg chg="addSp delSp modSp add mod">
        <pc:chgData name="Nông Văn Tình" userId="65f03aa13cf31854" providerId="LiveId" clId="{B2CE9580-D3E2-40FC-9C63-B8CEBC83D064}" dt="2022-10-09T07:13:52.740" v="5732" actId="20577"/>
        <pc:sldMkLst>
          <pc:docMk/>
          <pc:sldMk cId="3956797245" sldId="328"/>
        </pc:sldMkLst>
        <pc:spChg chg="add mod">
          <ac:chgData name="Nông Văn Tình" userId="65f03aa13cf31854" providerId="LiveId" clId="{B2CE9580-D3E2-40FC-9C63-B8CEBC83D064}" dt="2022-10-09T07:11:10.409" v="5704" actId="20577"/>
          <ac:spMkLst>
            <pc:docMk/>
            <pc:sldMk cId="3956797245" sldId="328"/>
            <ac:spMk id="2" creationId="{24CDBEA4-8687-C9D0-9929-6C7D78246C55}"/>
          </ac:spMkLst>
        </pc:spChg>
        <pc:spChg chg="add mod">
          <ac:chgData name="Nông Văn Tình" userId="65f03aa13cf31854" providerId="LiveId" clId="{B2CE9580-D3E2-40FC-9C63-B8CEBC83D064}" dt="2022-10-09T07:11:13.177" v="5706" actId="20577"/>
          <ac:spMkLst>
            <pc:docMk/>
            <pc:sldMk cId="3956797245" sldId="328"/>
            <ac:spMk id="3" creationId="{1A32096E-9F6F-57D2-03A6-FB4BCC946278}"/>
          </ac:spMkLst>
        </pc:spChg>
        <pc:spChg chg="add del mod">
          <ac:chgData name="Nông Văn Tình" userId="65f03aa13cf31854" providerId="LiveId" clId="{B2CE9580-D3E2-40FC-9C63-B8CEBC83D064}" dt="2022-10-09T02:27:23.297" v="3900" actId="478"/>
          <ac:spMkLst>
            <pc:docMk/>
            <pc:sldMk cId="3956797245" sldId="328"/>
            <ac:spMk id="4" creationId="{8BFEECAC-4350-1E95-640E-D35246940BC0}"/>
          </ac:spMkLst>
        </pc:spChg>
        <pc:spChg chg="add del mod">
          <ac:chgData name="Nông Văn Tình" userId="65f03aa13cf31854" providerId="LiveId" clId="{B2CE9580-D3E2-40FC-9C63-B8CEBC83D064}" dt="2022-10-09T02:52:17.514" v="4201" actId="478"/>
          <ac:spMkLst>
            <pc:docMk/>
            <pc:sldMk cId="3956797245" sldId="328"/>
            <ac:spMk id="5" creationId="{76802E6C-9B5C-B0D6-709D-7E4603BE501E}"/>
          </ac:spMkLst>
        </pc:spChg>
        <pc:spChg chg="add del mod">
          <ac:chgData name="Nông Văn Tình" userId="65f03aa13cf31854" providerId="LiveId" clId="{B2CE9580-D3E2-40FC-9C63-B8CEBC83D064}" dt="2022-10-09T02:46:40.250" v="4144" actId="478"/>
          <ac:spMkLst>
            <pc:docMk/>
            <pc:sldMk cId="3956797245" sldId="328"/>
            <ac:spMk id="6" creationId="{98833033-94D5-969F-B0B2-561A84852FDB}"/>
          </ac:spMkLst>
        </pc:spChg>
        <pc:spChg chg="mod">
          <ac:chgData name="Nông Văn Tình" userId="65f03aa13cf31854" providerId="LiveId" clId="{B2CE9580-D3E2-40FC-9C63-B8CEBC83D064}" dt="2022-10-07T16:27:54.541" v="3050"/>
          <ac:spMkLst>
            <pc:docMk/>
            <pc:sldMk cId="3956797245" sldId="328"/>
            <ac:spMk id="7" creationId="{E08ECBEB-2701-062A-8BE6-363497690E6E}"/>
          </ac:spMkLst>
        </pc:spChg>
        <pc:spChg chg="del">
          <ac:chgData name="Nông Văn Tình" userId="65f03aa13cf31854" providerId="LiveId" clId="{B2CE9580-D3E2-40FC-9C63-B8CEBC83D064}" dt="2022-10-07T16:31:24.766" v="3063" actId="478"/>
          <ac:spMkLst>
            <pc:docMk/>
            <pc:sldMk cId="3956797245" sldId="328"/>
            <ac:spMk id="9" creationId="{21C0B2C5-A81C-571D-6BEC-09268ED82B11}"/>
          </ac:spMkLst>
        </pc:spChg>
        <pc:spChg chg="add del mod">
          <ac:chgData name="Nông Văn Tình" userId="65f03aa13cf31854" providerId="LiveId" clId="{B2CE9580-D3E2-40FC-9C63-B8CEBC83D064}" dt="2022-10-09T02:46:13.177" v="4135" actId="478"/>
          <ac:spMkLst>
            <pc:docMk/>
            <pc:sldMk cId="3956797245" sldId="328"/>
            <ac:spMk id="9" creationId="{C49C80F5-86D8-AD65-F751-E98FC0674692}"/>
          </ac:spMkLst>
        </pc:spChg>
        <pc:spChg chg="add del mod">
          <ac:chgData name="Nông Văn Tình" userId="65f03aa13cf31854" providerId="LiveId" clId="{B2CE9580-D3E2-40FC-9C63-B8CEBC83D064}" dt="2022-10-09T02:52:17.514" v="4201" actId="478"/>
          <ac:spMkLst>
            <pc:docMk/>
            <pc:sldMk cId="3956797245" sldId="328"/>
            <ac:spMk id="10" creationId="{0773CB8B-C03F-92C7-FBB0-FD56EDBF54DB}"/>
          </ac:spMkLst>
        </pc:spChg>
        <pc:spChg chg="add del mod">
          <ac:chgData name="Nông Văn Tình" userId="65f03aa13cf31854" providerId="LiveId" clId="{B2CE9580-D3E2-40FC-9C63-B8CEBC83D064}" dt="2022-10-09T07:13:52.740" v="5732" actId="20577"/>
          <ac:spMkLst>
            <pc:docMk/>
            <pc:sldMk cId="3956797245" sldId="328"/>
            <ac:spMk id="11" creationId="{455CC520-226E-1833-06BA-AEAB266E63CA}"/>
          </ac:spMkLst>
        </pc:spChg>
        <pc:spChg chg="add del mod">
          <ac:chgData name="Nông Văn Tình" userId="65f03aa13cf31854" providerId="LiveId" clId="{B2CE9580-D3E2-40FC-9C63-B8CEBC83D064}" dt="2022-10-09T02:52:17.514" v="4201" actId="478"/>
          <ac:spMkLst>
            <pc:docMk/>
            <pc:sldMk cId="3956797245" sldId="328"/>
            <ac:spMk id="12" creationId="{A339F973-56F7-28BD-9EA0-53C16DD281C7}"/>
          </ac:spMkLst>
        </pc:spChg>
        <pc:spChg chg="mod">
          <ac:chgData name="Nông Văn Tình" userId="65f03aa13cf31854" providerId="LiveId" clId="{B2CE9580-D3E2-40FC-9C63-B8CEBC83D064}" dt="2022-10-09T01:49:49.202" v="3567" actId="1076"/>
          <ac:spMkLst>
            <pc:docMk/>
            <pc:sldMk cId="3956797245" sldId="328"/>
            <ac:spMk id="16" creationId="{9CBE5CCF-6182-4AC7-862A-D62B8542752F}"/>
          </ac:spMkLst>
        </pc:spChg>
        <pc:picChg chg="mod">
          <ac:chgData name="Nông Văn Tình" userId="65f03aa13cf31854" providerId="LiveId" clId="{B2CE9580-D3E2-40FC-9C63-B8CEBC83D064}" dt="2022-10-09T01:53:51.680" v="3579" actId="1076"/>
          <ac:picMkLst>
            <pc:docMk/>
            <pc:sldMk cId="3956797245" sldId="328"/>
            <ac:picMk id="8" creationId="{0BBACDEE-88E1-8E69-2C16-A022A2A62DFF}"/>
          </ac:picMkLst>
        </pc:picChg>
        <pc:picChg chg="del">
          <ac:chgData name="Nông Văn Tình" userId="65f03aa13cf31854" providerId="LiveId" clId="{B2CE9580-D3E2-40FC-9C63-B8CEBC83D064}" dt="2022-10-07T16:21:45.404" v="2944" actId="478"/>
          <ac:picMkLst>
            <pc:docMk/>
            <pc:sldMk cId="3956797245" sldId="328"/>
            <ac:picMk id="12" creationId="{EDF03219-D144-053B-C8AD-4DDD08F1E76E}"/>
          </ac:picMkLst>
        </pc:picChg>
      </pc:sldChg>
      <pc:sldChg chg="new del">
        <pc:chgData name="Nông Văn Tình" userId="65f03aa13cf31854" providerId="LiveId" clId="{B2CE9580-D3E2-40FC-9C63-B8CEBC83D064}" dt="2022-10-07T13:57:22.828" v="2658" actId="47"/>
        <pc:sldMkLst>
          <pc:docMk/>
          <pc:sldMk cId="4012831791" sldId="328"/>
        </pc:sldMkLst>
      </pc:sldChg>
      <pc:sldChg chg="addSp delSp modSp add mod">
        <pc:chgData name="Nông Văn Tình" userId="65f03aa13cf31854" providerId="LiveId" clId="{B2CE9580-D3E2-40FC-9C63-B8CEBC83D064}" dt="2022-10-09T07:17:54.227" v="5741" actId="20577"/>
        <pc:sldMkLst>
          <pc:docMk/>
          <pc:sldMk cId="1904968517" sldId="329"/>
        </pc:sldMkLst>
        <pc:spChg chg="del mod">
          <ac:chgData name="Nông Văn Tình" userId="65f03aa13cf31854" providerId="LiveId" clId="{B2CE9580-D3E2-40FC-9C63-B8CEBC83D064}" dt="2022-10-09T02:02:09.181" v="3634" actId="21"/>
          <ac:spMkLst>
            <pc:docMk/>
            <pc:sldMk cId="1904968517" sldId="329"/>
            <ac:spMk id="2" creationId="{24CDBEA4-8687-C9D0-9929-6C7D78246C55}"/>
          </ac:spMkLst>
        </pc:spChg>
        <pc:spChg chg="del">
          <ac:chgData name="Nông Văn Tình" userId="65f03aa13cf31854" providerId="LiveId" clId="{B2CE9580-D3E2-40FC-9C63-B8CEBC83D064}" dt="2022-10-09T02:02:09.181" v="3634" actId="21"/>
          <ac:spMkLst>
            <pc:docMk/>
            <pc:sldMk cId="1904968517" sldId="329"/>
            <ac:spMk id="3" creationId="{1A32096E-9F6F-57D2-03A6-FB4BCC946278}"/>
          </ac:spMkLst>
        </pc:spChg>
        <pc:spChg chg="del mod">
          <ac:chgData name="Nông Văn Tình" userId="65f03aa13cf31854" providerId="LiveId" clId="{B2CE9580-D3E2-40FC-9C63-B8CEBC83D064}" dt="2022-10-09T02:02:09.181" v="3634" actId="21"/>
          <ac:spMkLst>
            <pc:docMk/>
            <pc:sldMk cId="1904968517" sldId="329"/>
            <ac:spMk id="4" creationId="{8BFEECAC-4350-1E95-640E-D35246940BC0}"/>
          </ac:spMkLst>
        </pc:spChg>
        <pc:spChg chg="del">
          <ac:chgData name="Nông Văn Tình" userId="65f03aa13cf31854" providerId="LiveId" clId="{B2CE9580-D3E2-40FC-9C63-B8CEBC83D064}" dt="2022-10-09T02:02:09.181" v="3634" actId="21"/>
          <ac:spMkLst>
            <pc:docMk/>
            <pc:sldMk cId="1904968517" sldId="329"/>
            <ac:spMk id="5" creationId="{76802E6C-9B5C-B0D6-709D-7E4603BE501E}"/>
          </ac:spMkLst>
        </pc:spChg>
        <pc:spChg chg="del mod">
          <ac:chgData name="Nông Văn Tình" userId="65f03aa13cf31854" providerId="LiveId" clId="{B2CE9580-D3E2-40FC-9C63-B8CEBC83D064}" dt="2022-10-09T02:48:20.843" v="4161" actId="478"/>
          <ac:spMkLst>
            <pc:docMk/>
            <pc:sldMk cId="1904968517" sldId="329"/>
            <ac:spMk id="6" creationId="{98833033-94D5-969F-B0B2-561A84852FDB}"/>
          </ac:spMkLst>
        </pc:spChg>
        <pc:spChg chg="mod">
          <ac:chgData name="Nông Văn Tình" userId="65f03aa13cf31854" providerId="LiveId" clId="{B2CE9580-D3E2-40FC-9C63-B8CEBC83D064}" dt="2022-10-09T02:22:15.445" v="3813" actId="20577"/>
          <ac:spMkLst>
            <pc:docMk/>
            <pc:sldMk cId="1904968517" sldId="329"/>
            <ac:spMk id="7" creationId="{E08ECBEB-2701-062A-8BE6-363497690E6E}"/>
          </ac:spMkLst>
        </pc:spChg>
        <pc:spChg chg="add del mod">
          <ac:chgData name="Nông Văn Tình" userId="65f03aa13cf31854" providerId="LiveId" clId="{B2CE9580-D3E2-40FC-9C63-B8CEBC83D064}" dt="2022-10-09T02:22:22.709" v="3814" actId="21"/>
          <ac:spMkLst>
            <pc:docMk/>
            <pc:sldMk cId="1904968517" sldId="329"/>
            <ac:spMk id="9" creationId="{290BC06C-F4EF-2192-F058-4DF5C2A0F00E}"/>
          </ac:spMkLst>
        </pc:spChg>
        <pc:spChg chg="mod">
          <ac:chgData name="Nông Văn Tình" userId="65f03aa13cf31854" providerId="LiveId" clId="{B2CE9580-D3E2-40FC-9C63-B8CEBC83D064}" dt="2022-10-09T03:47:07.023" v="4496"/>
          <ac:spMkLst>
            <pc:docMk/>
            <pc:sldMk cId="1904968517" sldId="329"/>
            <ac:spMk id="10" creationId="{0773CB8B-C03F-92C7-FBB0-FD56EDBF54DB}"/>
          </ac:spMkLst>
        </pc:spChg>
        <pc:spChg chg="add del mod">
          <ac:chgData name="Nông Văn Tình" userId="65f03aa13cf31854" providerId="LiveId" clId="{B2CE9580-D3E2-40FC-9C63-B8CEBC83D064}" dt="2022-10-09T02:22:22.709" v="3814" actId="21"/>
          <ac:spMkLst>
            <pc:docMk/>
            <pc:sldMk cId="1904968517" sldId="329"/>
            <ac:spMk id="11" creationId="{7E0C83EA-7523-A540-FD49-9917957612B3}"/>
          </ac:spMkLst>
        </pc:spChg>
        <pc:spChg chg="add del mod">
          <ac:chgData name="Nông Văn Tình" userId="65f03aa13cf31854" providerId="LiveId" clId="{B2CE9580-D3E2-40FC-9C63-B8CEBC83D064}" dt="2022-10-09T02:22:22.709" v="3814" actId="21"/>
          <ac:spMkLst>
            <pc:docMk/>
            <pc:sldMk cId="1904968517" sldId="329"/>
            <ac:spMk id="12" creationId="{FB18E315-95D7-449C-2883-43965C4B689F}"/>
          </ac:spMkLst>
        </pc:spChg>
        <pc:spChg chg="add del mod">
          <ac:chgData name="Nông Văn Tình" userId="65f03aa13cf31854" providerId="LiveId" clId="{B2CE9580-D3E2-40FC-9C63-B8CEBC83D064}" dt="2022-10-09T02:22:22.709" v="3814" actId="21"/>
          <ac:spMkLst>
            <pc:docMk/>
            <pc:sldMk cId="1904968517" sldId="329"/>
            <ac:spMk id="13" creationId="{9AAA2117-94B2-2BE7-6039-F314A07F88A3}"/>
          </ac:spMkLst>
        </pc:spChg>
        <pc:spChg chg="add mod">
          <ac:chgData name="Nông Văn Tình" userId="65f03aa13cf31854" providerId="LiveId" clId="{B2CE9580-D3E2-40FC-9C63-B8CEBC83D064}" dt="2022-10-09T03:47:45.165" v="4502"/>
          <ac:spMkLst>
            <pc:docMk/>
            <pc:sldMk cId="1904968517" sldId="329"/>
            <ac:spMk id="14" creationId="{2079DF0D-91CA-9597-4662-D3FCBF7480E5}"/>
          </ac:spMkLst>
        </pc:spChg>
        <pc:spChg chg="add mod">
          <ac:chgData name="Nông Văn Tình" userId="65f03aa13cf31854" providerId="LiveId" clId="{B2CE9580-D3E2-40FC-9C63-B8CEBC83D064}" dt="2022-10-09T07:17:54.227" v="5741" actId="20577"/>
          <ac:spMkLst>
            <pc:docMk/>
            <pc:sldMk cId="1904968517" sldId="329"/>
            <ac:spMk id="15" creationId="{F02D046B-BDC2-A9C3-AED1-D6D242E017EE}"/>
          </ac:spMkLst>
        </pc:spChg>
        <pc:spChg chg="add del mod">
          <ac:chgData name="Nông Văn Tình" userId="65f03aa13cf31854" providerId="LiveId" clId="{B2CE9580-D3E2-40FC-9C63-B8CEBC83D064}" dt="2022-10-09T02:50:28.090" v="4187" actId="478"/>
          <ac:spMkLst>
            <pc:docMk/>
            <pc:sldMk cId="1904968517" sldId="329"/>
            <ac:spMk id="17" creationId="{6AF99D52-7770-55F5-5B90-BC4270F1F943}"/>
          </ac:spMkLst>
        </pc:spChg>
      </pc:sldChg>
      <pc:sldChg chg="delSp modSp add del mod">
        <pc:chgData name="Nông Văn Tình" userId="65f03aa13cf31854" providerId="LiveId" clId="{B2CE9580-D3E2-40FC-9C63-B8CEBC83D064}" dt="2022-10-07T14:03:12.304" v="2699" actId="47"/>
        <pc:sldMkLst>
          <pc:docMk/>
          <pc:sldMk cId="2766157642" sldId="329"/>
        </pc:sldMkLst>
        <pc:spChg chg="mod">
          <ac:chgData name="Nông Văn Tình" userId="65f03aa13cf31854" providerId="LiveId" clId="{B2CE9580-D3E2-40FC-9C63-B8CEBC83D064}" dt="2022-10-07T14:00:08.546" v="2694" actId="1076"/>
          <ac:spMkLst>
            <pc:docMk/>
            <pc:sldMk cId="2766157642" sldId="329"/>
            <ac:spMk id="2" creationId="{AF2FC532-4BE1-6C1E-8F5D-A3738791951C}"/>
          </ac:spMkLst>
        </pc:spChg>
        <pc:spChg chg="del mod">
          <ac:chgData name="Nông Văn Tình" userId="65f03aa13cf31854" providerId="LiveId" clId="{B2CE9580-D3E2-40FC-9C63-B8CEBC83D064}" dt="2022-10-07T13:57:29.225" v="2660" actId="478"/>
          <ac:spMkLst>
            <pc:docMk/>
            <pc:sldMk cId="2766157642" sldId="329"/>
            <ac:spMk id="3" creationId="{595F9B99-A34B-FCAA-D5BB-4C1D165BB49C}"/>
          </ac:spMkLst>
        </pc:spChg>
        <pc:spChg chg="del">
          <ac:chgData name="Nông Văn Tình" userId="65f03aa13cf31854" providerId="LiveId" clId="{B2CE9580-D3E2-40FC-9C63-B8CEBC83D064}" dt="2022-10-07T13:57:34.916" v="2662" actId="478"/>
          <ac:spMkLst>
            <pc:docMk/>
            <pc:sldMk cId="2766157642" sldId="329"/>
            <ac:spMk id="4" creationId="{CF49B3C5-318F-2F12-755C-E799582246F8}"/>
          </ac:spMkLst>
        </pc:spChg>
        <pc:spChg chg="del">
          <ac:chgData name="Nông Văn Tình" userId="65f03aa13cf31854" providerId="LiveId" clId="{B2CE9580-D3E2-40FC-9C63-B8CEBC83D064}" dt="2022-10-07T13:57:33.099" v="2661" actId="478"/>
          <ac:spMkLst>
            <pc:docMk/>
            <pc:sldMk cId="2766157642" sldId="329"/>
            <ac:spMk id="5" creationId="{00AF3986-8A00-70A8-600D-E7823CF7E9E9}"/>
          </ac:spMkLst>
        </pc:spChg>
        <pc:spChg chg="del">
          <ac:chgData name="Nông Văn Tình" userId="65f03aa13cf31854" providerId="LiveId" clId="{B2CE9580-D3E2-40FC-9C63-B8CEBC83D064}" dt="2022-10-07T13:57:33.099" v="2661" actId="478"/>
          <ac:spMkLst>
            <pc:docMk/>
            <pc:sldMk cId="2766157642" sldId="329"/>
            <ac:spMk id="6" creationId="{DA05A9AD-87A2-D0E6-EB20-C89D96E2C096}"/>
          </ac:spMkLst>
        </pc:spChg>
        <pc:spChg chg="mod">
          <ac:chgData name="Nông Văn Tình" userId="65f03aa13cf31854" providerId="LiveId" clId="{B2CE9580-D3E2-40FC-9C63-B8CEBC83D064}" dt="2022-10-07T14:00:13.787" v="2695" actId="1076"/>
          <ac:spMkLst>
            <pc:docMk/>
            <pc:sldMk cId="2766157642" sldId="329"/>
            <ac:spMk id="9" creationId="{215F1B68-5759-C1F8-F714-6EC55FDE4F27}"/>
          </ac:spMkLst>
        </pc:spChg>
        <pc:spChg chg="mod">
          <ac:chgData name="Nông Văn Tình" userId="65f03aa13cf31854" providerId="LiveId" clId="{B2CE9580-D3E2-40FC-9C63-B8CEBC83D064}" dt="2022-10-07T14:00:16.912" v="2696" actId="1076"/>
          <ac:spMkLst>
            <pc:docMk/>
            <pc:sldMk cId="2766157642" sldId="329"/>
            <ac:spMk id="10" creationId="{8FAEDA67-9455-C1BC-D580-288D15062DD4}"/>
          </ac:spMkLst>
        </pc:spChg>
      </pc:sldChg>
      <pc:sldChg chg="del">
        <pc:chgData name="Nông Văn Tình" userId="65f03aa13cf31854" providerId="LiveId" clId="{B2CE9580-D3E2-40FC-9C63-B8CEBC83D064}" dt="2022-09-28T00:48:20.903" v="195" actId="47"/>
        <pc:sldMkLst>
          <pc:docMk/>
          <pc:sldMk cId="3914497166" sldId="329"/>
        </pc:sldMkLst>
      </pc:sldChg>
      <pc:sldChg chg="addSp delSp modSp add mod">
        <pc:chgData name="Nông Văn Tình" userId="65f03aa13cf31854" providerId="LiveId" clId="{B2CE9580-D3E2-40FC-9C63-B8CEBC83D064}" dt="2022-10-09T07:32:21.574" v="5766" actId="20577"/>
        <pc:sldMkLst>
          <pc:docMk/>
          <pc:sldMk cId="736079991" sldId="330"/>
        </pc:sldMkLst>
        <pc:spChg chg="mod">
          <ac:chgData name="Nông Văn Tình" userId="65f03aa13cf31854" providerId="LiveId" clId="{B2CE9580-D3E2-40FC-9C63-B8CEBC83D064}" dt="2022-10-09T03:55:03.580" v="4664" actId="1076"/>
          <ac:spMkLst>
            <pc:docMk/>
            <pc:sldMk cId="736079991" sldId="330"/>
            <ac:spMk id="2" creationId="{24CDBEA4-8687-C9D0-9929-6C7D78246C55}"/>
          </ac:spMkLst>
        </pc:spChg>
        <pc:spChg chg="mod">
          <ac:chgData name="Nông Văn Tình" userId="65f03aa13cf31854" providerId="LiveId" clId="{B2CE9580-D3E2-40FC-9C63-B8CEBC83D064}" dt="2022-10-09T03:56:10.785" v="4669" actId="113"/>
          <ac:spMkLst>
            <pc:docMk/>
            <pc:sldMk cId="736079991" sldId="330"/>
            <ac:spMk id="3" creationId="{1A32096E-9F6F-57D2-03A6-FB4BCC946278}"/>
          </ac:spMkLst>
        </pc:spChg>
        <pc:spChg chg="mod">
          <ac:chgData name="Nông Văn Tình" userId="65f03aa13cf31854" providerId="LiveId" clId="{B2CE9580-D3E2-40FC-9C63-B8CEBC83D064}" dt="2022-10-09T07:32:21.574" v="5766" actId="20577"/>
          <ac:spMkLst>
            <pc:docMk/>
            <pc:sldMk cId="736079991" sldId="330"/>
            <ac:spMk id="4" creationId="{8BFEECAC-4350-1E95-640E-D35246940BC0}"/>
          </ac:spMkLst>
        </pc:spChg>
        <pc:spChg chg="del">
          <ac:chgData name="Nông Văn Tình" userId="65f03aa13cf31854" providerId="LiveId" clId="{B2CE9580-D3E2-40FC-9C63-B8CEBC83D064}" dt="2022-10-09T03:51:56.555" v="4546" actId="21"/>
          <ac:spMkLst>
            <pc:docMk/>
            <pc:sldMk cId="736079991" sldId="330"/>
            <ac:spMk id="5" creationId="{76802E6C-9B5C-B0D6-709D-7E4603BE501E}"/>
          </ac:spMkLst>
        </pc:spChg>
        <pc:spChg chg="del">
          <ac:chgData name="Nông Văn Tình" userId="65f03aa13cf31854" providerId="LiveId" clId="{B2CE9580-D3E2-40FC-9C63-B8CEBC83D064}" dt="2022-10-09T03:51:56.555" v="4546" actId="21"/>
          <ac:spMkLst>
            <pc:docMk/>
            <pc:sldMk cId="736079991" sldId="330"/>
            <ac:spMk id="6" creationId="{98833033-94D5-969F-B0B2-561A84852FDB}"/>
          </ac:spMkLst>
        </pc:spChg>
        <pc:spChg chg="mod">
          <ac:chgData name="Nông Văn Tình" userId="65f03aa13cf31854" providerId="LiveId" clId="{B2CE9580-D3E2-40FC-9C63-B8CEBC83D064}" dt="2022-10-09T03:49:06.918" v="4520"/>
          <ac:spMkLst>
            <pc:docMk/>
            <pc:sldMk cId="736079991" sldId="330"/>
            <ac:spMk id="7" creationId="{E08ECBEB-2701-062A-8BE6-363497690E6E}"/>
          </ac:spMkLst>
        </pc:spChg>
        <pc:spChg chg="del mod">
          <ac:chgData name="Nông Văn Tình" userId="65f03aa13cf31854" providerId="LiveId" clId="{B2CE9580-D3E2-40FC-9C63-B8CEBC83D064}" dt="2022-10-09T03:51:56.555" v="4546" actId="21"/>
          <ac:spMkLst>
            <pc:docMk/>
            <pc:sldMk cId="736079991" sldId="330"/>
            <ac:spMk id="10" creationId="{0773CB8B-C03F-92C7-FBB0-FD56EDBF54DB}"/>
          </ac:spMkLst>
        </pc:spChg>
        <pc:spChg chg="add del">
          <ac:chgData name="Nông Văn Tình" userId="65f03aa13cf31854" providerId="LiveId" clId="{B2CE9580-D3E2-40FC-9C63-B8CEBC83D064}" dt="2022-10-09T03:52:28.830" v="4551" actId="22"/>
          <ac:spMkLst>
            <pc:docMk/>
            <pc:sldMk cId="736079991" sldId="330"/>
            <ac:spMk id="11" creationId="{DBF52C1E-5E83-0BC3-5358-705C2A9C0456}"/>
          </ac:spMkLst>
        </pc:spChg>
        <pc:spChg chg="add mod">
          <ac:chgData name="Nông Văn Tình" userId="65f03aa13cf31854" providerId="LiveId" clId="{B2CE9580-D3E2-40FC-9C63-B8CEBC83D064}" dt="2022-10-09T03:54:52.452" v="4663" actId="20577"/>
          <ac:spMkLst>
            <pc:docMk/>
            <pc:sldMk cId="736079991" sldId="330"/>
            <ac:spMk id="13" creationId="{A51CA110-20C9-AFA0-CD99-CEF59D9FAC78}"/>
          </ac:spMkLst>
        </pc:spChg>
      </pc:sldChg>
      <pc:sldChg chg="del">
        <pc:chgData name="Nông Văn Tình" userId="65f03aa13cf31854" providerId="LiveId" clId="{B2CE9580-D3E2-40FC-9C63-B8CEBC83D064}" dt="2022-09-28T00:48:20.903" v="195" actId="47"/>
        <pc:sldMkLst>
          <pc:docMk/>
          <pc:sldMk cId="906581098" sldId="330"/>
        </pc:sldMkLst>
      </pc:sldChg>
      <pc:sldChg chg="del">
        <pc:chgData name="Nông Văn Tình" userId="65f03aa13cf31854" providerId="LiveId" clId="{B2CE9580-D3E2-40FC-9C63-B8CEBC83D064}" dt="2022-09-28T00:48:20.903" v="195" actId="47"/>
        <pc:sldMkLst>
          <pc:docMk/>
          <pc:sldMk cId="2424217653" sldId="331"/>
        </pc:sldMkLst>
      </pc:sldChg>
      <pc:sldChg chg="addSp delSp modSp add del mod">
        <pc:chgData name="Nông Văn Tình" userId="65f03aa13cf31854" providerId="LiveId" clId="{B2CE9580-D3E2-40FC-9C63-B8CEBC83D064}" dt="2022-10-09T04:12:53.146" v="4910" actId="47"/>
        <pc:sldMkLst>
          <pc:docMk/>
          <pc:sldMk cId="2915121881" sldId="331"/>
        </pc:sldMkLst>
        <pc:spChg chg="del">
          <ac:chgData name="Nông Văn Tình" userId="65f03aa13cf31854" providerId="LiveId" clId="{B2CE9580-D3E2-40FC-9C63-B8CEBC83D064}" dt="2022-10-07T17:29:31.360" v="3387" actId="478"/>
          <ac:spMkLst>
            <pc:docMk/>
            <pc:sldMk cId="2915121881" sldId="331"/>
            <ac:spMk id="2" creationId="{24CDBEA4-8687-C9D0-9929-6C7D78246C55}"/>
          </ac:spMkLst>
        </pc:spChg>
        <pc:spChg chg="add mod">
          <ac:chgData name="Nông Văn Tình" userId="65f03aa13cf31854" providerId="LiveId" clId="{B2CE9580-D3E2-40FC-9C63-B8CEBC83D064}" dt="2022-10-09T03:59:11.195" v="4738" actId="20577"/>
          <ac:spMkLst>
            <pc:docMk/>
            <pc:sldMk cId="2915121881" sldId="331"/>
            <ac:spMk id="2" creationId="{4B2BD23D-2AB4-E425-0497-B6BD67EBF275}"/>
          </ac:spMkLst>
        </pc:spChg>
        <pc:spChg chg="del mod">
          <ac:chgData name="Nông Văn Tình" userId="65f03aa13cf31854" providerId="LiveId" clId="{B2CE9580-D3E2-40FC-9C63-B8CEBC83D064}" dt="2022-10-07T17:29:15.804" v="3382" actId="478"/>
          <ac:spMkLst>
            <pc:docMk/>
            <pc:sldMk cId="2915121881" sldId="331"/>
            <ac:spMk id="3" creationId="{1A32096E-9F6F-57D2-03A6-FB4BCC946278}"/>
          </ac:spMkLst>
        </pc:spChg>
        <pc:spChg chg="del">
          <ac:chgData name="Nông Văn Tình" userId="65f03aa13cf31854" providerId="LiveId" clId="{B2CE9580-D3E2-40FC-9C63-B8CEBC83D064}" dt="2022-10-07T17:29:20.720" v="3383" actId="478"/>
          <ac:spMkLst>
            <pc:docMk/>
            <pc:sldMk cId="2915121881" sldId="331"/>
            <ac:spMk id="4" creationId="{8BFEECAC-4350-1E95-640E-D35246940BC0}"/>
          </ac:spMkLst>
        </pc:spChg>
        <pc:spChg chg="del">
          <ac:chgData name="Nông Văn Tình" userId="65f03aa13cf31854" providerId="LiveId" clId="{B2CE9580-D3E2-40FC-9C63-B8CEBC83D064}" dt="2022-10-07T17:29:28.800" v="3386" actId="478"/>
          <ac:spMkLst>
            <pc:docMk/>
            <pc:sldMk cId="2915121881" sldId="331"/>
            <ac:spMk id="5" creationId="{76802E6C-9B5C-B0D6-709D-7E4603BE501E}"/>
          </ac:spMkLst>
        </pc:spChg>
        <pc:spChg chg="del mod">
          <ac:chgData name="Nông Văn Tình" userId="65f03aa13cf31854" providerId="LiveId" clId="{B2CE9580-D3E2-40FC-9C63-B8CEBC83D064}" dt="2022-10-07T17:29:23.606" v="3385" actId="478"/>
          <ac:spMkLst>
            <pc:docMk/>
            <pc:sldMk cId="2915121881" sldId="331"/>
            <ac:spMk id="6" creationId="{98833033-94D5-969F-B0B2-561A84852FDB}"/>
          </ac:spMkLst>
        </pc:spChg>
        <pc:spChg chg="mod">
          <ac:chgData name="Nông Văn Tình" userId="65f03aa13cf31854" providerId="LiveId" clId="{B2CE9580-D3E2-40FC-9C63-B8CEBC83D064}" dt="2022-10-09T03:58:31.166" v="4696"/>
          <ac:spMkLst>
            <pc:docMk/>
            <pc:sldMk cId="2915121881" sldId="331"/>
            <ac:spMk id="7" creationId="{E08ECBEB-2701-062A-8BE6-363497690E6E}"/>
          </ac:spMkLst>
        </pc:spChg>
        <pc:spChg chg="mod">
          <ac:chgData name="Nông Văn Tình" userId="65f03aa13cf31854" providerId="LiveId" clId="{B2CE9580-D3E2-40FC-9C63-B8CEBC83D064}" dt="2022-10-09T03:58:57.670" v="4730" actId="1076"/>
          <ac:spMkLst>
            <pc:docMk/>
            <pc:sldMk cId="2915121881" sldId="331"/>
            <ac:spMk id="10" creationId="{0773CB8B-C03F-92C7-FBB0-FD56EDBF54DB}"/>
          </ac:spMkLst>
        </pc:spChg>
        <pc:spChg chg="add del">
          <ac:chgData name="Nông Văn Tình" userId="65f03aa13cf31854" providerId="LiveId" clId="{B2CE9580-D3E2-40FC-9C63-B8CEBC83D064}" dt="2022-10-07T17:30:22.010" v="3398" actId="22"/>
          <ac:spMkLst>
            <pc:docMk/>
            <pc:sldMk cId="2915121881" sldId="331"/>
            <ac:spMk id="13" creationId="{0AC0D108-EAA1-F6D7-756C-0D1C8D5EEEBA}"/>
          </ac:spMkLst>
        </pc:spChg>
        <pc:spChg chg="add mod">
          <ac:chgData name="Nông Văn Tình" userId="65f03aa13cf31854" providerId="LiveId" clId="{B2CE9580-D3E2-40FC-9C63-B8CEBC83D064}" dt="2022-10-09T03:57:43.679" v="4694" actId="20577"/>
          <ac:spMkLst>
            <pc:docMk/>
            <pc:sldMk cId="2915121881" sldId="331"/>
            <ac:spMk id="15" creationId="{8B70F6BD-DC64-7C9D-F68A-1819B5F351CA}"/>
          </ac:spMkLst>
        </pc:spChg>
        <pc:picChg chg="add mod">
          <ac:chgData name="Nông Văn Tình" userId="65f03aa13cf31854" providerId="LiveId" clId="{B2CE9580-D3E2-40FC-9C63-B8CEBC83D064}" dt="2022-10-09T03:57:39.593" v="4693" actId="1076"/>
          <ac:picMkLst>
            <pc:docMk/>
            <pc:sldMk cId="2915121881" sldId="331"/>
            <ac:picMk id="11" creationId="{E39198C8-8103-D2F5-6295-1FABC44459D9}"/>
          </ac:picMkLst>
        </pc:picChg>
      </pc:sldChg>
      <pc:sldChg chg="del">
        <pc:chgData name="Nông Văn Tình" userId="65f03aa13cf31854" providerId="LiveId" clId="{B2CE9580-D3E2-40FC-9C63-B8CEBC83D064}" dt="2022-09-28T00:48:20.903" v="195" actId="47"/>
        <pc:sldMkLst>
          <pc:docMk/>
          <pc:sldMk cId="3773350740" sldId="332"/>
        </pc:sldMkLst>
      </pc:sldChg>
      <pc:sldChg chg="addSp delSp modSp add del mod">
        <pc:chgData name="Nông Văn Tình" userId="65f03aa13cf31854" providerId="LiveId" clId="{B2CE9580-D3E2-40FC-9C63-B8CEBC83D064}" dt="2022-10-09T04:12:29.750" v="4909" actId="47"/>
        <pc:sldMkLst>
          <pc:docMk/>
          <pc:sldMk cId="4205972255" sldId="332"/>
        </pc:sldMkLst>
        <pc:spChg chg="add mod">
          <ac:chgData name="Nông Văn Tình" userId="65f03aa13cf31854" providerId="LiveId" clId="{B2CE9580-D3E2-40FC-9C63-B8CEBC83D064}" dt="2022-10-09T04:01:16.136" v="4775"/>
          <ac:spMkLst>
            <pc:docMk/>
            <pc:sldMk cId="4205972255" sldId="332"/>
            <ac:spMk id="2" creationId="{3B1ABCC8-9FA2-F4FD-9E13-A529AE8BD600}"/>
          </ac:spMkLst>
        </pc:spChg>
        <pc:spChg chg="add del mod">
          <ac:chgData name="Nông Văn Tình" userId="65f03aa13cf31854" providerId="LiveId" clId="{B2CE9580-D3E2-40FC-9C63-B8CEBC83D064}" dt="2022-10-09T04:02:20.034" v="4782"/>
          <ac:spMkLst>
            <pc:docMk/>
            <pc:sldMk cId="4205972255" sldId="332"/>
            <ac:spMk id="3" creationId="{5BAB342E-04BD-1900-1C56-021CD4CA693A}"/>
          </ac:spMkLst>
        </pc:spChg>
        <pc:spChg chg="add mod">
          <ac:chgData name="Nông Văn Tình" userId="65f03aa13cf31854" providerId="LiveId" clId="{B2CE9580-D3E2-40FC-9C63-B8CEBC83D064}" dt="2022-10-09T04:01:16.136" v="4775"/>
          <ac:spMkLst>
            <pc:docMk/>
            <pc:sldMk cId="4205972255" sldId="332"/>
            <ac:spMk id="4" creationId="{22F784FF-AE8F-BA76-696B-C954BCA4D15C}"/>
          </ac:spMkLst>
        </pc:spChg>
        <pc:spChg chg="add del mod">
          <ac:chgData name="Nông Văn Tình" userId="65f03aa13cf31854" providerId="LiveId" clId="{B2CE9580-D3E2-40FC-9C63-B8CEBC83D064}" dt="2022-10-09T04:04:30.144" v="4813"/>
          <ac:spMkLst>
            <pc:docMk/>
            <pc:sldMk cId="4205972255" sldId="332"/>
            <ac:spMk id="5" creationId="{12299DE7-608C-BE9E-CB13-9A260C1D4103}"/>
          </ac:spMkLst>
        </pc:spChg>
        <pc:spChg chg="del mod">
          <ac:chgData name="Nông Văn Tình" userId="65f03aa13cf31854" providerId="LiveId" clId="{B2CE9580-D3E2-40FC-9C63-B8CEBC83D064}" dt="2022-10-09T04:01:15.749" v="4774" actId="478"/>
          <ac:spMkLst>
            <pc:docMk/>
            <pc:sldMk cId="4205972255" sldId="332"/>
            <ac:spMk id="7" creationId="{E08ECBEB-2701-062A-8BE6-363497690E6E}"/>
          </ac:spMkLst>
        </pc:spChg>
        <pc:spChg chg="add del mod">
          <ac:chgData name="Nông Văn Tình" userId="65f03aa13cf31854" providerId="LiveId" clId="{B2CE9580-D3E2-40FC-9C63-B8CEBC83D064}" dt="2022-10-09T04:04:30.145" v="4815"/>
          <ac:spMkLst>
            <pc:docMk/>
            <pc:sldMk cId="4205972255" sldId="332"/>
            <ac:spMk id="9" creationId="{FE0BB956-5C1E-3518-44B9-6555698F5DBF}"/>
          </ac:spMkLst>
        </pc:spChg>
        <pc:spChg chg="mod">
          <ac:chgData name="Nông Văn Tình" userId="65f03aa13cf31854" providerId="LiveId" clId="{B2CE9580-D3E2-40FC-9C63-B8CEBC83D064}" dt="2022-10-09T04:07:10.296" v="4837" actId="1076"/>
          <ac:spMkLst>
            <pc:docMk/>
            <pc:sldMk cId="4205972255" sldId="332"/>
            <ac:spMk id="10" creationId="{0773CB8B-C03F-92C7-FBB0-FD56EDBF54DB}"/>
          </ac:spMkLst>
        </pc:spChg>
        <pc:spChg chg="add del mod">
          <ac:chgData name="Nông Văn Tình" userId="65f03aa13cf31854" providerId="LiveId" clId="{B2CE9580-D3E2-40FC-9C63-B8CEBC83D064}" dt="2022-10-09T04:08:18.813" v="4840" actId="21"/>
          <ac:spMkLst>
            <pc:docMk/>
            <pc:sldMk cId="4205972255" sldId="332"/>
            <ac:spMk id="11" creationId="{76EFAEF6-248C-C26E-21A7-41E8555ED9BF}"/>
          </ac:spMkLst>
        </pc:spChg>
        <pc:spChg chg="add del">
          <ac:chgData name="Nông Văn Tình" userId="65f03aa13cf31854" providerId="LiveId" clId="{B2CE9580-D3E2-40FC-9C63-B8CEBC83D064}" dt="2022-10-07T17:34:59.402" v="3426"/>
          <ac:spMkLst>
            <pc:docMk/>
            <pc:sldMk cId="4205972255" sldId="332"/>
            <ac:spMk id="12" creationId="{F5291D38-F4AC-BE31-C503-356E09F8453C}"/>
          </ac:spMkLst>
        </pc:spChg>
        <pc:spChg chg="add del">
          <ac:chgData name="Nông Văn Tình" userId="65f03aa13cf31854" providerId="LiveId" clId="{B2CE9580-D3E2-40FC-9C63-B8CEBC83D064}" dt="2022-10-07T17:34:59.402" v="3426"/>
          <ac:spMkLst>
            <pc:docMk/>
            <pc:sldMk cId="4205972255" sldId="332"/>
            <ac:spMk id="13" creationId="{7D8F04B1-9189-1446-FD56-1456F5E48824}"/>
          </ac:spMkLst>
        </pc:spChg>
        <pc:spChg chg="add del">
          <ac:chgData name="Nông Văn Tình" userId="65f03aa13cf31854" providerId="LiveId" clId="{B2CE9580-D3E2-40FC-9C63-B8CEBC83D064}" dt="2022-10-07T17:34:59.402" v="3426"/>
          <ac:spMkLst>
            <pc:docMk/>
            <pc:sldMk cId="4205972255" sldId="332"/>
            <ac:spMk id="14" creationId="{3BF0484E-ED64-3D6C-E240-71D7DCCCE0EB}"/>
          </ac:spMkLst>
        </pc:spChg>
        <pc:spChg chg="del mod">
          <ac:chgData name="Nông Văn Tình" userId="65f03aa13cf31854" providerId="LiveId" clId="{B2CE9580-D3E2-40FC-9C63-B8CEBC83D064}" dt="2022-10-09T04:07:04.496" v="4836" actId="478"/>
          <ac:spMkLst>
            <pc:docMk/>
            <pc:sldMk cId="4205972255" sldId="332"/>
            <ac:spMk id="15" creationId="{8B70F6BD-DC64-7C9D-F68A-1819B5F351CA}"/>
          </ac:spMkLst>
        </pc:spChg>
        <pc:spChg chg="add del mod">
          <ac:chgData name="Nông Văn Tình" userId="65f03aa13cf31854" providerId="LiveId" clId="{B2CE9580-D3E2-40FC-9C63-B8CEBC83D064}" dt="2022-10-07T17:35:17.745" v="3432" actId="478"/>
          <ac:spMkLst>
            <pc:docMk/>
            <pc:sldMk cId="4205972255" sldId="332"/>
            <ac:spMk id="17" creationId="{D9C6B8FC-ED04-C388-FD42-375EE90C35F9}"/>
          </ac:spMkLst>
        </pc:spChg>
        <pc:spChg chg="add del mod">
          <ac:chgData name="Nông Văn Tình" userId="65f03aa13cf31854" providerId="LiveId" clId="{B2CE9580-D3E2-40FC-9C63-B8CEBC83D064}" dt="2022-10-07T17:35:17.745" v="3432" actId="478"/>
          <ac:spMkLst>
            <pc:docMk/>
            <pc:sldMk cId="4205972255" sldId="332"/>
            <ac:spMk id="18" creationId="{0BDFD5D5-5FD9-A571-71AF-CB2F2DD271AA}"/>
          </ac:spMkLst>
        </pc:spChg>
        <pc:spChg chg="add del mod">
          <ac:chgData name="Nông Văn Tình" userId="65f03aa13cf31854" providerId="LiveId" clId="{B2CE9580-D3E2-40FC-9C63-B8CEBC83D064}" dt="2022-10-07T17:35:17.745" v="3432" actId="478"/>
          <ac:spMkLst>
            <pc:docMk/>
            <pc:sldMk cId="4205972255" sldId="332"/>
            <ac:spMk id="19" creationId="{A78F66D6-CB5C-795D-C8B2-76BE128CB6C0}"/>
          </ac:spMkLst>
        </pc:spChg>
        <pc:spChg chg="add del mod">
          <ac:chgData name="Nông Văn Tình" userId="65f03aa13cf31854" providerId="LiveId" clId="{B2CE9580-D3E2-40FC-9C63-B8CEBC83D064}" dt="2022-10-07T17:36:20.016" v="3436" actId="478"/>
          <ac:spMkLst>
            <pc:docMk/>
            <pc:sldMk cId="4205972255" sldId="332"/>
            <ac:spMk id="21" creationId="{CD0C2C54-ABCF-1180-E3E2-27B2D2E79C25}"/>
          </ac:spMkLst>
        </pc:spChg>
        <pc:spChg chg="add del mod">
          <ac:chgData name="Nông Văn Tình" userId="65f03aa13cf31854" providerId="LiveId" clId="{B2CE9580-D3E2-40FC-9C63-B8CEBC83D064}" dt="2022-10-09T04:03:39.838" v="4795" actId="478"/>
          <ac:spMkLst>
            <pc:docMk/>
            <pc:sldMk cId="4205972255" sldId="332"/>
            <ac:spMk id="23" creationId="{32C3AF88-FBF9-F3CF-0449-2468EDF66686}"/>
          </ac:spMkLst>
        </pc:spChg>
        <pc:picChg chg="del">
          <ac:chgData name="Nông Văn Tình" userId="65f03aa13cf31854" providerId="LiveId" clId="{B2CE9580-D3E2-40FC-9C63-B8CEBC83D064}" dt="2022-10-07T17:36:46.339" v="3439" actId="478"/>
          <ac:picMkLst>
            <pc:docMk/>
            <pc:sldMk cId="4205972255" sldId="332"/>
            <ac:picMk id="11" creationId="{E39198C8-8103-D2F5-6295-1FABC44459D9}"/>
          </ac:picMkLst>
        </pc:picChg>
        <pc:picChg chg="add del mod">
          <ac:chgData name="Nông Văn Tình" userId="65f03aa13cf31854" providerId="LiveId" clId="{B2CE9580-D3E2-40FC-9C63-B8CEBC83D064}" dt="2022-10-09T04:07:01.293" v="4835" actId="478"/>
          <ac:picMkLst>
            <pc:docMk/>
            <pc:sldMk cId="4205972255" sldId="332"/>
            <ac:picMk id="25" creationId="{300BAACC-B716-E2DB-0713-1553E8FF6254}"/>
          </ac:picMkLst>
        </pc:picChg>
      </pc:sldChg>
      <pc:sldChg chg="addSp delSp modSp add mod">
        <pc:chgData name="Nông Văn Tình" userId="65f03aa13cf31854" providerId="LiveId" clId="{B2CE9580-D3E2-40FC-9C63-B8CEBC83D064}" dt="2022-10-09T09:50:40.404" v="5899"/>
        <pc:sldMkLst>
          <pc:docMk/>
          <pc:sldMk cId="1360219494" sldId="333"/>
        </pc:sldMkLst>
        <pc:spChg chg="add mod">
          <ac:chgData name="Nông Văn Tình" userId="65f03aa13cf31854" providerId="LiveId" clId="{B2CE9580-D3E2-40FC-9C63-B8CEBC83D064}" dt="2022-10-09T04:17:07.831" v="4973" actId="20577"/>
          <ac:spMkLst>
            <pc:docMk/>
            <pc:sldMk cId="1360219494" sldId="333"/>
            <ac:spMk id="2" creationId="{DB76FAF2-96DA-37A0-DAB2-438CACA52B4B}"/>
          </ac:spMkLst>
        </pc:spChg>
        <pc:spChg chg="add mod">
          <ac:chgData name="Nông Văn Tình" userId="65f03aa13cf31854" providerId="LiveId" clId="{B2CE9580-D3E2-40FC-9C63-B8CEBC83D064}" dt="2022-10-09T04:16:14.052" v="4956"/>
          <ac:spMkLst>
            <pc:docMk/>
            <pc:sldMk cId="1360219494" sldId="333"/>
            <ac:spMk id="3" creationId="{358AB7C9-8B5D-D5AB-8C22-D4316397CE02}"/>
          </ac:spMkLst>
        </pc:spChg>
        <pc:spChg chg="del">
          <ac:chgData name="Nông Văn Tình" userId="65f03aa13cf31854" providerId="LiveId" clId="{B2CE9580-D3E2-40FC-9C63-B8CEBC83D064}" dt="2022-10-07T17:38:48.606" v="3455" actId="478"/>
          <ac:spMkLst>
            <pc:docMk/>
            <pc:sldMk cId="1360219494" sldId="333"/>
            <ac:spMk id="3" creationId="{5BAB342E-04BD-1900-1C56-021CD4CA693A}"/>
          </ac:spMkLst>
        </pc:spChg>
        <pc:spChg chg="add mod">
          <ac:chgData name="Nông Văn Tình" userId="65f03aa13cf31854" providerId="LiveId" clId="{B2CE9580-D3E2-40FC-9C63-B8CEBC83D064}" dt="2022-10-09T04:16:14.052" v="4956"/>
          <ac:spMkLst>
            <pc:docMk/>
            <pc:sldMk cId="1360219494" sldId="333"/>
            <ac:spMk id="4" creationId="{4D5C6836-21D8-6EFE-617C-773B1FB27254}"/>
          </ac:spMkLst>
        </pc:spChg>
        <pc:spChg chg="add del">
          <ac:chgData name="Nông Văn Tình" userId="65f03aa13cf31854" providerId="LiveId" clId="{B2CE9580-D3E2-40FC-9C63-B8CEBC83D064}" dt="2022-10-07T17:38:30.386" v="3452" actId="478"/>
          <ac:spMkLst>
            <pc:docMk/>
            <pc:sldMk cId="1360219494" sldId="333"/>
            <ac:spMk id="4" creationId="{59BC2DE2-331F-B4D5-F69E-393BFBE11DCE}"/>
          </ac:spMkLst>
        </pc:spChg>
        <pc:spChg chg="mod">
          <ac:chgData name="Nông Văn Tình" userId="65f03aa13cf31854" providerId="LiveId" clId="{B2CE9580-D3E2-40FC-9C63-B8CEBC83D064}" dt="2022-10-09T09:50:40.404" v="5899"/>
          <ac:spMkLst>
            <pc:docMk/>
            <pc:sldMk cId="1360219494" sldId="333"/>
            <ac:spMk id="5" creationId="{12299DE7-608C-BE9E-CB13-9A260C1D4103}"/>
          </ac:spMkLst>
        </pc:spChg>
        <pc:spChg chg="del mod">
          <ac:chgData name="Nông Văn Tình" userId="65f03aa13cf31854" providerId="LiveId" clId="{B2CE9580-D3E2-40FC-9C63-B8CEBC83D064}" dt="2022-10-09T04:16:13.699" v="4955" actId="478"/>
          <ac:spMkLst>
            <pc:docMk/>
            <pc:sldMk cId="1360219494" sldId="333"/>
            <ac:spMk id="7" creationId="{E08ECBEB-2701-062A-8BE6-363497690E6E}"/>
          </ac:spMkLst>
        </pc:spChg>
        <pc:spChg chg="del">
          <ac:chgData name="Nông Văn Tình" userId="65f03aa13cf31854" providerId="LiveId" clId="{B2CE9580-D3E2-40FC-9C63-B8CEBC83D064}" dt="2022-10-07T17:38:13.623" v="3449" actId="478"/>
          <ac:spMkLst>
            <pc:docMk/>
            <pc:sldMk cId="1360219494" sldId="333"/>
            <ac:spMk id="9" creationId="{FE0BB956-5C1E-3518-44B9-6555698F5DBF}"/>
          </ac:spMkLst>
        </pc:spChg>
        <pc:spChg chg="del">
          <ac:chgData name="Nông Văn Tình" userId="65f03aa13cf31854" providerId="LiveId" clId="{B2CE9580-D3E2-40FC-9C63-B8CEBC83D064}" dt="2022-10-07T17:38:52.662" v="3456" actId="478"/>
          <ac:spMkLst>
            <pc:docMk/>
            <pc:sldMk cId="1360219494" sldId="333"/>
            <ac:spMk id="10" creationId="{0773CB8B-C03F-92C7-FBB0-FD56EDBF54DB}"/>
          </ac:spMkLst>
        </pc:spChg>
        <pc:spChg chg="del mod">
          <ac:chgData name="Nông Văn Tình" userId="65f03aa13cf31854" providerId="LiveId" clId="{B2CE9580-D3E2-40FC-9C63-B8CEBC83D064}" dt="2022-10-09T08:06:18.009" v="5798" actId="478"/>
          <ac:spMkLst>
            <pc:docMk/>
            <pc:sldMk cId="1360219494" sldId="333"/>
            <ac:spMk id="15" creationId="{8B70F6BD-DC64-7C9D-F68A-1819B5F351CA}"/>
          </ac:spMkLst>
        </pc:spChg>
        <pc:spChg chg="del mod">
          <ac:chgData name="Nông Văn Tình" userId="65f03aa13cf31854" providerId="LiveId" clId="{B2CE9580-D3E2-40FC-9C63-B8CEBC83D064}" dt="2022-10-07T17:38:11.046" v="3448" actId="478"/>
          <ac:spMkLst>
            <pc:docMk/>
            <pc:sldMk cId="1360219494" sldId="333"/>
            <ac:spMk id="23" creationId="{32C3AF88-FBF9-F3CF-0449-2468EDF66686}"/>
          </ac:spMkLst>
        </pc:spChg>
        <pc:picChg chg="del">
          <ac:chgData name="Nông Văn Tình" userId="65f03aa13cf31854" providerId="LiveId" clId="{B2CE9580-D3E2-40FC-9C63-B8CEBC83D064}" dt="2022-10-09T08:06:18.009" v="5798" actId="478"/>
          <ac:picMkLst>
            <pc:docMk/>
            <pc:sldMk cId="1360219494" sldId="333"/>
            <ac:picMk id="25" creationId="{300BAACC-B716-E2DB-0713-1553E8FF6254}"/>
          </ac:picMkLst>
        </pc:picChg>
      </pc:sldChg>
      <pc:sldChg chg="del">
        <pc:chgData name="Nông Văn Tình" userId="65f03aa13cf31854" providerId="LiveId" clId="{B2CE9580-D3E2-40FC-9C63-B8CEBC83D064}" dt="2022-09-28T00:48:20.903" v="195" actId="47"/>
        <pc:sldMkLst>
          <pc:docMk/>
          <pc:sldMk cId="3252194894" sldId="333"/>
        </pc:sldMkLst>
      </pc:sldChg>
      <pc:sldChg chg="del">
        <pc:chgData name="Nông Văn Tình" userId="65f03aa13cf31854" providerId="LiveId" clId="{B2CE9580-D3E2-40FC-9C63-B8CEBC83D064}" dt="2022-09-28T00:48:20.903" v="195" actId="47"/>
        <pc:sldMkLst>
          <pc:docMk/>
          <pc:sldMk cId="575311181" sldId="334"/>
        </pc:sldMkLst>
      </pc:sldChg>
      <pc:sldChg chg="addSp delSp modSp add mod">
        <pc:chgData name="Nông Văn Tình" userId="65f03aa13cf31854" providerId="LiveId" clId="{B2CE9580-D3E2-40FC-9C63-B8CEBC83D064}" dt="2022-10-09T07:23:04.123" v="5751" actId="20577"/>
        <pc:sldMkLst>
          <pc:docMk/>
          <pc:sldMk cId="3011965226" sldId="334"/>
        </pc:sldMkLst>
        <pc:spChg chg="add del mod">
          <ac:chgData name="Nông Văn Tình" userId="65f03aa13cf31854" providerId="LiveId" clId="{B2CE9580-D3E2-40FC-9C63-B8CEBC83D064}" dt="2022-10-09T02:22:30.978" v="3819"/>
          <ac:spMkLst>
            <pc:docMk/>
            <pc:sldMk cId="3011965226" sldId="334"/>
            <ac:spMk id="2" creationId="{A853FA2D-E422-095D-34B3-E29E55DE1DF1}"/>
          </ac:spMkLst>
        </pc:spChg>
        <pc:spChg chg="add del mod">
          <ac:chgData name="Nông Văn Tình" userId="65f03aa13cf31854" providerId="LiveId" clId="{B2CE9580-D3E2-40FC-9C63-B8CEBC83D064}" dt="2022-10-09T02:32:45.573" v="3981" actId="478"/>
          <ac:spMkLst>
            <pc:docMk/>
            <pc:sldMk cId="3011965226" sldId="334"/>
            <ac:spMk id="3" creationId="{28CDE936-B31F-93F7-4CB0-F7C99D827644}"/>
          </ac:spMkLst>
        </pc:spChg>
        <pc:spChg chg="add del mod">
          <ac:chgData name="Nông Văn Tình" userId="65f03aa13cf31854" providerId="LiveId" clId="{B2CE9580-D3E2-40FC-9C63-B8CEBC83D064}" dt="2022-10-09T02:32:42.043" v="3979" actId="478"/>
          <ac:spMkLst>
            <pc:docMk/>
            <pc:sldMk cId="3011965226" sldId="334"/>
            <ac:spMk id="4" creationId="{58EDB63F-3720-1D8C-5264-A9089766C31C}"/>
          </ac:spMkLst>
        </pc:spChg>
        <pc:spChg chg="add del mod">
          <ac:chgData name="Nông Văn Tình" userId="65f03aa13cf31854" providerId="LiveId" clId="{B2CE9580-D3E2-40FC-9C63-B8CEBC83D064}" dt="2022-10-09T02:32:50.501" v="3982" actId="478"/>
          <ac:spMkLst>
            <pc:docMk/>
            <pc:sldMk cId="3011965226" sldId="334"/>
            <ac:spMk id="5" creationId="{3195B9D5-716D-2DAE-7A81-40A338762D15}"/>
          </ac:spMkLst>
        </pc:spChg>
        <pc:spChg chg="del mod">
          <ac:chgData name="Nông Văn Tình" userId="65f03aa13cf31854" providerId="LiveId" clId="{B2CE9580-D3E2-40FC-9C63-B8CEBC83D064}" dt="2022-10-09T02:48:56.496" v="4169" actId="478"/>
          <ac:spMkLst>
            <pc:docMk/>
            <pc:sldMk cId="3011965226" sldId="334"/>
            <ac:spMk id="6" creationId="{98833033-94D5-969F-B0B2-561A84852FDB}"/>
          </ac:spMkLst>
        </pc:spChg>
        <pc:spChg chg="add del mod">
          <ac:chgData name="Nông Văn Tình" userId="65f03aa13cf31854" providerId="LiveId" clId="{B2CE9580-D3E2-40FC-9C63-B8CEBC83D064}" dt="2022-10-09T02:32:38.834" v="3976" actId="478"/>
          <ac:spMkLst>
            <pc:docMk/>
            <pc:sldMk cId="3011965226" sldId="334"/>
            <ac:spMk id="9" creationId="{2FE7B649-B9B1-E309-5C94-2E965BEF30F2}"/>
          </ac:spMkLst>
        </pc:spChg>
        <pc:spChg chg="mod">
          <ac:chgData name="Nông Văn Tình" userId="65f03aa13cf31854" providerId="LiveId" clId="{B2CE9580-D3E2-40FC-9C63-B8CEBC83D064}" dt="2022-10-09T07:22:52.696" v="5744" actId="1076"/>
          <ac:spMkLst>
            <pc:docMk/>
            <pc:sldMk cId="3011965226" sldId="334"/>
            <ac:spMk id="10" creationId="{0773CB8B-C03F-92C7-FBB0-FD56EDBF54DB}"/>
          </ac:spMkLst>
        </pc:spChg>
        <pc:spChg chg="add mod">
          <ac:chgData name="Nông Văn Tình" userId="65f03aa13cf31854" providerId="LiveId" clId="{B2CE9580-D3E2-40FC-9C63-B8CEBC83D064}" dt="2022-10-09T07:23:04.123" v="5751" actId="20577"/>
          <ac:spMkLst>
            <pc:docMk/>
            <pc:sldMk cId="3011965226" sldId="334"/>
            <ac:spMk id="11" creationId="{3C5C7D1A-AF4A-FE35-96C1-7605D45CD289}"/>
          </ac:spMkLst>
        </pc:spChg>
        <pc:spChg chg="mod">
          <ac:chgData name="Nông Văn Tình" userId="65f03aa13cf31854" providerId="LiveId" clId="{B2CE9580-D3E2-40FC-9C63-B8CEBC83D064}" dt="2022-10-09T03:47:50.610" v="4504"/>
          <ac:spMkLst>
            <pc:docMk/>
            <pc:sldMk cId="3011965226" sldId="334"/>
            <ac:spMk id="14" creationId="{2079DF0D-91CA-9597-4662-D3FCBF7480E5}"/>
          </ac:spMkLst>
        </pc:spChg>
      </pc:sldChg>
      <pc:sldChg chg="addSp delSp modSp add mod">
        <pc:chgData name="Nông Văn Tình" userId="65f03aa13cf31854" providerId="LiveId" clId="{B2CE9580-D3E2-40FC-9C63-B8CEBC83D064}" dt="2022-10-09T08:16:25.252" v="5837"/>
        <pc:sldMkLst>
          <pc:docMk/>
          <pc:sldMk cId="2141959839" sldId="335"/>
        </pc:sldMkLst>
        <pc:spChg chg="add del mod">
          <ac:chgData name="Nông Văn Tình" userId="65f03aa13cf31854" providerId="LiveId" clId="{B2CE9580-D3E2-40FC-9C63-B8CEBC83D064}" dt="2022-10-09T02:45:52.015" v="4132" actId="21"/>
          <ac:spMkLst>
            <pc:docMk/>
            <pc:sldMk cId="2141959839" sldId="335"/>
            <ac:spMk id="2" creationId="{9DFAB543-C1E7-960F-9EF9-BB9BEB1E35BA}"/>
          </ac:spMkLst>
        </pc:spChg>
        <pc:spChg chg="mod">
          <ac:chgData name="Nông Văn Tình" userId="65f03aa13cf31854" providerId="LiveId" clId="{B2CE9580-D3E2-40FC-9C63-B8CEBC83D064}" dt="2022-10-09T03:45:04.937" v="4492" actId="20577"/>
          <ac:spMkLst>
            <pc:docMk/>
            <pc:sldMk cId="2141959839" sldId="335"/>
            <ac:spMk id="3" creationId="{28CDE936-B31F-93F7-4CB0-F7C99D827644}"/>
          </ac:spMkLst>
        </pc:spChg>
        <pc:spChg chg="del">
          <ac:chgData name="Nông Văn Tình" userId="65f03aa13cf31854" providerId="LiveId" clId="{B2CE9580-D3E2-40FC-9C63-B8CEBC83D064}" dt="2022-10-09T03:36:53.558" v="4397" actId="478"/>
          <ac:spMkLst>
            <pc:docMk/>
            <pc:sldMk cId="2141959839" sldId="335"/>
            <ac:spMk id="4" creationId="{58EDB63F-3720-1D8C-5264-A9089766C31C}"/>
          </ac:spMkLst>
        </pc:spChg>
        <pc:spChg chg="del">
          <ac:chgData name="Nông Văn Tình" userId="65f03aa13cf31854" providerId="LiveId" clId="{B2CE9580-D3E2-40FC-9C63-B8CEBC83D064}" dt="2022-10-09T03:32:18.179" v="4337" actId="478"/>
          <ac:spMkLst>
            <pc:docMk/>
            <pc:sldMk cId="2141959839" sldId="335"/>
            <ac:spMk id="5" creationId="{3195B9D5-716D-2DAE-7A81-40A338762D15}"/>
          </ac:spMkLst>
        </pc:spChg>
        <pc:spChg chg="del mod">
          <ac:chgData name="Nông Văn Tình" userId="65f03aa13cf31854" providerId="LiveId" clId="{B2CE9580-D3E2-40FC-9C63-B8CEBC83D064}" dt="2022-10-09T02:49:30.673" v="4177" actId="478"/>
          <ac:spMkLst>
            <pc:docMk/>
            <pc:sldMk cId="2141959839" sldId="335"/>
            <ac:spMk id="6" creationId="{98833033-94D5-969F-B0B2-561A84852FDB}"/>
          </ac:spMkLst>
        </pc:spChg>
        <pc:spChg chg="del">
          <ac:chgData name="Nông Văn Tình" userId="65f03aa13cf31854" providerId="LiveId" clId="{B2CE9580-D3E2-40FC-9C63-B8CEBC83D064}" dt="2022-10-09T02:43:43.889" v="4086" actId="478"/>
          <ac:spMkLst>
            <pc:docMk/>
            <pc:sldMk cId="2141959839" sldId="335"/>
            <ac:spMk id="9" creationId="{2FE7B649-B9B1-E309-5C94-2E965BEF30F2}"/>
          </ac:spMkLst>
        </pc:spChg>
        <pc:spChg chg="mod">
          <ac:chgData name="Nông Văn Tình" userId="65f03aa13cf31854" providerId="LiveId" clId="{B2CE9580-D3E2-40FC-9C63-B8CEBC83D064}" dt="2022-10-09T03:42:59.118" v="4460" actId="1076"/>
          <ac:spMkLst>
            <pc:docMk/>
            <pc:sldMk cId="2141959839" sldId="335"/>
            <ac:spMk id="10" creationId="{0773CB8B-C03F-92C7-FBB0-FD56EDBF54DB}"/>
          </ac:spMkLst>
        </pc:spChg>
        <pc:spChg chg="add mod">
          <ac:chgData name="Nông Văn Tình" userId="65f03aa13cf31854" providerId="LiveId" clId="{B2CE9580-D3E2-40FC-9C63-B8CEBC83D064}" dt="2022-10-09T07:28:55.141" v="5758" actId="20577"/>
          <ac:spMkLst>
            <pc:docMk/>
            <pc:sldMk cId="2141959839" sldId="335"/>
            <ac:spMk id="11" creationId="{1ACB562F-6586-F47C-B427-119EEFA3078C}"/>
          </ac:spMkLst>
        </pc:spChg>
        <pc:spChg chg="add del mod">
          <ac:chgData name="Nông Văn Tình" userId="65f03aa13cf31854" providerId="LiveId" clId="{B2CE9580-D3E2-40FC-9C63-B8CEBC83D064}" dt="2022-10-09T08:16:25.252" v="5837"/>
          <ac:spMkLst>
            <pc:docMk/>
            <pc:sldMk cId="2141959839" sldId="335"/>
            <ac:spMk id="12" creationId="{70FAF844-D8CF-5EF7-D6BE-632120AA18AE}"/>
          </ac:spMkLst>
        </pc:spChg>
        <pc:spChg chg="del mod">
          <ac:chgData name="Nông Văn Tình" userId="65f03aa13cf31854" providerId="LiveId" clId="{B2CE9580-D3E2-40FC-9C63-B8CEBC83D064}" dt="2022-10-09T02:43:10.544" v="4084" actId="478"/>
          <ac:spMkLst>
            <pc:docMk/>
            <pc:sldMk cId="2141959839" sldId="335"/>
            <ac:spMk id="14" creationId="{2079DF0D-91CA-9597-4662-D3FCBF7480E5}"/>
          </ac:spMkLst>
        </pc:spChg>
      </pc:sldChg>
      <pc:sldChg chg="del">
        <pc:chgData name="Nông Văn Tình" userId="65f03aa13cf31854" providerId="LiveId" clId="{B2CE9580-D3E2-40FC-9C63-B8CEBC83D064}" dt="2022-09-28T00:48:20.903" v="195" actId="47"/>
        <pc:sldMkLst>
          <pc:docMk/>
          <pc:sldMk cId="4015449140" sldId="335"/>
        </pc:sldMkLst>
      </pc:sldChg>
      <pc:sldChg chg="del">
        <pc:chgData name="Nông Văn Tình" userId="65f03aa13cf31854" providerId="LiveId" clId="{B2CE9580-D3E2-40FC-9C63-B8CEBC83D064}" dt="2022-09-28T00:48:20.903" v="195" actId="47"/>
        <pc:sldMkLst>
          <pc:docMk/>
          <pc:sldMk cId="2581767359" sldId="336"/>
        </pc:sldMkLst>
      </pc:sldChg>
      <pc:sldChg chg="addSp delSp modSp add mod">
        <pc:chgData name="Nông Văn Tình" userId="65f03aa13cf31854" providerId="LiveId" clId="{B2CE9580-D3E2-40FC-9C63-B8CEBC83D064}" dt="2022-10-09T07:15:45.546" v="5737" actId="114"/>
        <pc:sldMkLst>
          <pc:docMk/>
          <pc:sldMk cId="3985335811" sldId="336"/>
        </pc:sldMkLst>
        <pc:spChg chg="del">
          <ac:chgData name="Nông Văn Tình" userId="65f03aa13cf31854" providerId="LiveId" clId="{B2CE9580-D3E2-40FC-9C63-B8CEBC83D064}" dt="2022-10-09T02:52:06.736" v="4198" actId="478"/>
          <ac:spMkLst>
            <pc:docMk/>
            <pc:sldMk cId="3985335811" sldId="336"/>
            <ac:spMk id="2" creationId="{24CDBEA4-8687-C9D0-9929-6C7D78246C55}"/>
          </ac:spMkLst>
        </pc:spChg>
        <pc:spChg chg="del">
          <ac:chgData name="Nông Văn Tình" userId="65f03aa13cf31854" providerId="LiveId" clId="{B2CE9580-D3E2-40FC-9C63-B8CEBC83D064}" dt="2022-10-09T02:51:53.650" v="4196" actId="478"/>
          <ac:spMkLst>
            <pc:docMk/>
            <pc:sldMk cId="3985335811" sldId="336"/>
            <ac:spMk id="3" creationId="{1A32096E-9F6F-57D2-03A6-FB4BCC946278}"/>
          </ac:spMkLst>
        </pc:spChg>
        <pc:spChg chg="add mod">
          <ac:chgData name="Nông Văn Tình" userId="65f03aa13cf31854" providerId="LiveId" clId="{B2CE9580-D3E2-40FC-9C63-B8CEBC83D064}" dt="2022-10-09T03:03:39.944" v="4283" actId="1076"/>
          <ac:spMkLst>
            <pc:docMk/>
            <pc:sldMk cId="3985335811" sldId="336"/>
            <ac:spMk id="4" creationId="{36178216-787D-AA5C-59B1-67BB9F0A55A5}"/>
          </ac:spMkLst>
        </pc:spChg>
        <pc:spChg chg="add del">
          <ac:chgData name="Nông Văn Tình" userId="65f03aa13cf31854" providerId="LiveId" clId="{B2CE9580-D3E2-40FC-9C63-B8CEBC83D064}" dt="2022-10-09T02:51:59.858" v="4197" actId="21"/>
          <ac:spMkLst>
            <pc:docMk/>
            <pc:sldMk cId="3985335811" sldId="336"/>
            <ac:spMk id="5" creationId="{76802E6C-9B5C-B0D6-709D-7E4603BE501E}"/>
          </ac:spMkLst>
        </pc:spChg>
        <pc:spChg chg="add mod">
          <ac:chgData name="Nông Văn Tình" userId="65f03aa13cf31854" providerId="LiveId" clId="{B2CE9580-D3E2-40FC-9C63-B8CEBC83D064}" dt="2022-10-09T07:15:45.546" v="5737" actId="114"/>
          <ac:spMkLst>
            <pc:docMk/>
            <pc:sldMk cId="3985335811" sldId="336"/>
            <ac:spMk id="6" creationId="{2D030AB9-9B78-2908-C286-46AFBA86DF09}"/>
          </ac:spMkLst>
        </pc:spChg>
        <pc:spChg chg="add mod">
          <ac:chgData name="Nông Văn Tình" userId="65f03aa13cf31854" providerId="LiveId" clId="{B2CE9580-D3E2-40FC-9C63-B8CEBC83D064}" dt="2022-10-09T07:13:57.524" v="5734" actId="20577"/>
          <ac:spMkLst>
            <pc:docMk/>
            <pc:sldMk cId="3985335811" sldId="336"/>
            <ac:spMk id="9" creationId="{04316B4C-0BD6-5287-AF42-96AB23BFD2C6}"/>
          </ac:spMkLst>
        </pc:spChg>
        <pc:spChg chg="add del">
          <ac:chgData name="Nông Văn Tình" userId="65f03aa13cf31854" providerId="LiveId" clId="{B2CE9580-D3E2-40FC-9C63-B8CEBC83D064}" dt="2022-10-09T02:51:59.858" v="4197" actId="21"/>
          <ac:spMkLst>
            <pc:docMk/>
            <pc:sldMk cId="3985335811" sldId="336"/>
            <ac:spMk id="10" creationId="{0773CB8B-C03F-92C7-FBB0-FD56EDBF54DB}"/>
          </ac:spMkLst>
        </pc:spChg>
        <pc:spChg chg="del">
          <ac:chgData name="Nông Văn Tình" userId="65f03aa13cf31854" providerId="LiveId" clId="{B2CE9580-D3E2-40FC-9C63-B8CEBC83D064}" dt="2022-10-09T02:52:06.736" v="4198" actId="478"/>
          <ac:spMkLst>
            <pc:docMk/>
            <pc:sldMk cId="3985335811" sldId="336"/>
            <ac:spMk id="11" creationId="{455CC520-226E-1833-06BA-AEAB266E63CA}"/>
          </ac:spMkLst>
        </pc:spChg>
        <pc:spChg chg="del">
          <ac:chgData name="Nông Văn Tình" userId="65f03aa13cf31854" providerId="LiveId" clId="{B2CE9580-D3E2-40FC-9C63-B8CEBC83D064}" dt="2022-10-09T02:51:59.858" v="4197" actId="21"/>
          <ac:spMkLst>
            <pc:docMk/>
            <pc:sldMk cId="3985335811" sldId="336"/>
            <ac:spMk id="12" creationId="{A339F973-56F7-28BD-9EA0-53C16DD281C7}"/>
          </ac:spMkLst>
        </pc:spChg>
      </pc:sldChg>
      <pc:sldChg chg="del">
        <pc:chgData name="Nông Văn Tình" userId="65f03aa13cf31854" providerId="LiveId" clId="{B2CE9580-D3E2-40FC-9C63-B8CEBC83D064}" dt="2022-09-28T00:48:20.903" v="195" actId="47"/>
        <pc:sldMkLst>
          <pc:docMk/>
          <pc:sldMk cId="2270608728" sldId="337"/>
        </pc:sldMkLst>
      </pc:sldChg>
      <pc:sldChg chg="addSp modSp add mod">
        <pc:chgData name="Nông Văn Tình" userId="65f03aa13cf31854" providerId="LiveId" clId="{B2CE9580-D3E2-40FC-9C63-B8CEBC83D064}" dt="2022-10-09T08:05:27.409" v="5790" actId="20577"/>
        <pc:sldMkLst>
          <pc:docMk/>
          <pc:sldMk cId="3278361334" sldId="337"/>
        </pc:sldMkLst>
        <pc:spChg chg="mod">
          <ac:chgData name="Nông Văn Tình" userId="65f03aa13cf31854" providerId="LiveId" clId="{B2CE9580-D3E2-40FC-9C63-B8CEBC83D064}" dt="2022-10-09T04:12:56.717" v="4911"/>
          <ac:spMkLst>
            <pc:docMk/>
            <pc:sldMk cId="3278361334" sldId="337"/>
            <ac:spMk id="2" creationId="{4B2BD23D-2AB4-E425-0497-B6BD67EBF275}"/>
          </ac:spMkLst>
        </pc:spChg>
        <pc:spChg chg="add mod">
          <ac:chgData name="Nông Văn Tình" userId="65f03aa13cf31854" providerId="LiveId" clId="{B2CE9580-D3E2-40FC-9C63-B8CEBC83D064}" dt="2022-10-09T07:38:32.537" v="5771" actId="15"/>
          <ac:spMkLst>
            <pc:docMk/>
            <pc:sldMk cId="3278361334" sldId="337"/>
            <ac:spMk id="3" creationId="{12BD2E75-C041-3859-76D4-521FEB734A2B}"/>
          </ac:spMkLst>
        </pc:spChg>
        <pc:spChg chg="mod">
          <ac:chgData name="Nông Văn Tình" userId="65f03aa13cf31854" providerId="LiveId" clId="{B2CE9580-D3E2-40FC-9C63-B8CEBC83D064}" dt="2022-10-09T07:36:47.162" v="5770" actId="20578"/>
          <ac:spMkLst>
            <pc:docMk/>
            <pc:sldMk cId="3278361334" sldId="337"/>
            <ac:spMk id="10" creationId="{0773CB8B-C03F-92C7-FBB0-FD56EDBF54DB}"/>
          </ac:spMkLst>
        </pc:spChg>
        <pc:spChg chg="mod">
          <ac:chgData name="Nông Văn Tình" userId="65f03aa13cf31854" providerId="LiveId" clId="{B2CE9580-D3E2-40FC-9C63-B8CEBC83D064}" dt="2022-10-09T08:05:27.409" v="5790" actId="20577"/>
          <ac:spMkLst>
            <pc:docMk/>
            <pc:sldMk cId="3278361334" sldId="337"/>
            <ac:spMk id="15" creationId="{8B70F6BD-DC64-7C9D-F68A-1819B5F351CA}"/>
          </ac:spMkLst>
        </pc:spChg>
      </pc:sldChg>
      <pc:sldChg chg="modSp add mod">
        <pc:chgData name="Nông Văn Tình" userId="65f03aa13cf31854" providerId="LiveId" clId="{B2CE9580-D3E2-40FC-9C63-B8CEBC83D064}" dt="2022-10-09T08:05:36.379" v="5793" actId="14100"/>
        <pc:sldMkLst>
          <pc:docMk/>
          <pc:sldMk cId="3488264393" sldId="338"/>
        </pc:sldMkLst>
        <pc:spChg chg="mod">
          <ac:chgData name="Nông Văn Tình" userId="65f03aa13cf31854" providerId="LiveId" clId="{B2CE9580-D3E2-40FC-9C63-B8CEBC83D064}" dt="2022-10-09T04:06:35.681" v="4829" actId="255"/>
          <ac:spMkLst>
            <pc:docMk/>
            <pc:sldMk cId="3488264393" sldId="338"/>
            <ac:spMk id="2" creationId="{3B1ABCC8-9FA2-F4FD-9E13-A529AE8BD600}"/>
          </ac:spMkLst>
        </pc:spChg>
        <pc:spChg chg="mod">
          <ac:chgData name="Nông Văn Tình" userId="65f03aa13cf31854" providerId="LiveId" clId="{B2CE9580-D3E2-40FC-9C63-B8CEBC83D064}" dt="2022-10-09T04:06:35.681" v="4829" actId="255"/>
          <ac:spMkLst>
            <pc:docMk/>
            <pc:sldMk cId="3488264393" sldId="338"/>
            <ac:spMk id="4" creationId="{22F784FF-AE8F-BA76-696B-C954BCA4D15C}"/>
          </ac:spMkLst>
        </pc:spChg>
        <pc:spChg chg="mod">
          <ac:chgData name="Nông Văn Tình" userId="65f03aa13cf31854" providerId="LiveId" clId="{B2CE9580-D3E2-40FC-9C63-B8CEBC83D064}" dt="2022-10-09T04:13:26.754" v="4913" actId="6549"/>
          <ac:spMkLst>
            <pc:docMk/>
            <pc:sldMk cId="3488264393" sldId="338"/>
            <ac:spMk id="10" creationId="{0773CB8B-C03F-92C7-FBB0-FD56EDBF54DB}"/>
          </ac:spMkLst>
        </pc:spChg>
        <pc:spChg chg="mod">
          <ac:chgData name="Nông Văn Tình" userId="65f03aa13cf31854" providerId="LiveId" clId="{B2CE9580-D3E2-40FC-9C63-B8CEBC83D064}" dt="2022-10-09T08:05:36.379" v="5793" actId="14100"/>
          <ac:spMkLst>
            <pc:docMk/>
            <pc:sldMk cId="3488264393" sldId="338"/>
            <ac:spMk id="15" creationId="{8B70F6BD-DC64-7C9D-F68A-1819B5F351CA}"/>
          </ac:spMkLst>
        </pc:spChg>
        <pc:spChg chg="mod">
          <ac:chgData name="Nông Văn Tình" userId="65f03aa13cf31854" providerId="LiveId" clId="{B2CE9580-D3E2-40FC-9C63-B8CEBC83D064}" dt="2022-10-09T04:06:33.827" v="4828" actId="255"/>
          <ac:spMkLst>
            <pc:docMk/>
            <pc:sldMk cId="3488264393" sldId="338"/>
            <ac:spMk id="16" creationId="{9CBE5CCF-6182-4AC7-862A-D62B8542752F}"/>
          </ac:spMkLst>
        </pc:spChg>
        <pc:picChg chg="mod">
          <ac:chgData name="Nông Văn Tình" userId="65f03aa13cf31854" providerId="LiveId" clId="{B2CE9580-D3E2-40FC-9C63-B8CEBC83D064}" dt="2022-10-09T04:06:33.827" v="4828" actId="255"/>
          <ac:picMkLst>
            <pc:docMk/>
            <pc:sldMk cId="3488264393" sldId="338"/>
            <ac:picMk id="8" creationId="{0BBACDEE-88E1-8E69-2C16-A022A2A62DFF}"/>
          </ac:picMkLst>
        </pc:picChg>
        <pc:picChg chg="mod">
          <ac:chgData name="Nông Văn Tình" userId="65f03aa13cf31854" providerId="LiveId" clId="{B2CE9580-D3E2-40FC-9C63-B8CEBC83D064}" dt="2022-10-09T04:06:33.827" v="4828" actId="255"/>
          <ac:picMkLst>
            <pc:docMk/>
            <pc:sldMk cId="3488264393" sldId="338"/>
            <ac:picMk id="25" creationId="{300BAACC-B716-E2DB-0713-1553E8FF6254}"/>
          </ac:picMkLst>
        </pc:picChg>
      </pc:sldChg>
      <pc:sldChg chg="del">
        <pc:chgData name="Nông Văn Tình" userId="65f03aa13cf31854" providerId="LiveId" clId="{B2CE9580-D3E2-40FC-9C63-B8CEBC83D064}" dt="2022-09-28T00:48:20.903" v="195" actId="47"/>
        <pc:sldMkLst>
          <pc:docMk/>
          <pc:sldMk cId="4095412621" sldId="338"/>
        </pc:sldMkLst>
      </pc:sldChg>
      <pc:sldChg chg="add del">
        <pc:chgData name="Nông Văn Tình" userId="65f03aa13cf31854" providerId="LiveId" clId="{B2CE9580-D3E2-40FC-9C63-B8CEBC83D064}" dt="2022-10-09T04:17:41.875" v="4978" actId="47"/>
        <pc:sldMkLst>
          <pc:docMk/>
          <pc:sldMk cId="2666892232" sldId="339"/>
        </pc:sldMkLst>
      </pc:sldChg>
      <pc:sldChg chg="del">
        <pc:chgData name="Nông Văn Tình" userId="65f03aa13cf31854" providerId="LiveId" clId="{B2CE9580-D3E2-40FC-9C63-B8CEBC83D064}" dt="2022-09-28T00:48:20.903" v="195" actId="47"/>
        <pc:sldMkLst>
          <pc:docMk/>
          <pc:sldMk cId="2862366370" sldId="339"/>
        </pc:sldMkLst>
      </pc:sldChg>
      <pc:sldChg chg="addSp delSp modSp add mod">
        <pc:chgData name="Nông Văn Tình" userId="65f03aa13cf31854" providerId="LiveId" clId="{B2CE9580-D3E2-40FC-9C63-B8CEBC83D064}" dt="2022-10-09T08:06:31.879" v="5801" actId="20577"/>
        <pc:sldMkLst>
          <pc:docMk/>
          <pc:sldMk cId="680597321" sldId="340"/>
        </pc:sldMkLst>
        <pc:spChg chg="del mod">
          <ac:chgData name="Nông Văn Tình" userId="65f03aa13cf31854" providerId="LiveId" clId="{B2CE9580-D3E2-40FC-9C63-B8CEBC83D064}" dt="2022-10-09T04:18:35.835" v="4981" actId="478"/>
          <ac:spMkLst>
            <pc:docMk/>
            <pc:sldMk cId="680597321" sldId="340"/>
            <ac:spMk id="2" creationId="{DB76FAF2-96DA-37A0-DAB2-438CACA52B4B}"/>
          </ac:spMkLst>
        </pc:spChg>
        <pc:spChg chg="mod">
          <ac:chgData name="Nông Văn Tình" userId="65f03aa13cf31854" providerId="LiveId" clId="{B2CE9580-D3E2-40FC-9C63-B8CEBC83D064}" dt="2022-10-09T04:17:37.573" v="4977"/>
          <ac:spMkLst>
            <pc:docMk/>
            <pc:sldMk cId="680597321" sldId="340"/>
            <ac:spMk id="4" creationId="{4D5C6836-21D8-6EFE-617C-773B1FB27254}"/>
          </ac:spMkLst>
        </pc:spChg>
        <pc:spChg chg="del mod">
          <ac:chgData name="Nông Văn Tình" userId="65f03aa13cf31854" providerId="LiveId" clId="{B2CE9580-D3E2-40FC-9C63-B8CEBC83D064}" dt="2022-10-09T04:18:38.909" v="4982" actId="478"/>
          <ac:spMkLst>
            <pc:docMk/>
            <pc:sldMk cId="680597321" sldId="340"/>
            <ac:spMk id="5" creationId="{12299DE7-608C-BE9E-CB13-9A260C1D4103}"/>
          </ac:spMkLst>
        </pc:spChg>
        <pc:spChg chg="add mod">
          <ac:chgData name="Nông Văn Tình" userId="65f03aa13cf31854" providerId="LiveId" clId="{B2CE9580-D3E2-40FC-9C63-B8CEBC83D064}" dt="2022-10-09T04:30:40.224" v="5099" actId="1076"/>
          <ac:spMkLst>
            <pc:docMk/>
            <pc:sldMk cId="680597321" sldId="340"/>
            <ac:spMk id="6" creationId="{22E849C1-97E5-6F16-54D8-DF7FAD679753}"/>
          </ac:spMkLst>
        </pc:spChg>
        <pc:spChg chg="add mod">
          <ac:chgData name="Nông Văn Tình" userId="65f03aa13cf31854" providerId="LiveId" clId="{B2CE9580-D3E2-40FC-9C63-B8CEBC83D064}" dt="2022-10-09T08:06:31.879" v="5801" actId="20577"/>
          <ac:spMkLst>
            <pc:docMk/>
            <pc:sldMk cId="680597321" sldId="340"/>
            <ac:spMk id="7" creationId="{69FBEEDC-AB9D-0DA1-3476-CF5B233352D0}"/>
          </ac:spMkLst>
        </pc:spChg>
        <pc:spChg chg="add mod">
          <ac:chgData name="Nông Văn Tình" userId="65f03aa13cf31854" providerId="LiveId" clId="{B2CE9580-D3E2-40FC-9C63-B8CEBC83D064}" dt="2022-10-09T04:23:53.372" v="5097" actId="20577"/>
          <ac:spMkLst>
            <pc:docMk/>
            <pc:sldMk cId="680597321" sldId="340"/>
            <ac:spMk id="10" creationId="{1FD53E61-A6C0-69B0-1145-1A71B3FF046A}"/>
          </ac:spMkLst>
        </pc:spChg>
        <pc:spChg chg="del">
          <ac:chgData name="Nông Văn Tình" userId="65f03aa13cf31854" providerId="LiveId" clId="{B2CE9580-D3E2-40FC-9C63-B8CEBC83D064}" dt="2022-10-09T04:24:01.540" v="5098" actId="478"/>
          <ac:spMkLst>
            <pc:docMk/>
            <pc:sldMk cId="680597321" sldId="340"/>
            <ac:spMk id="15" creationId="{8B70F6BD-DC64-7C9D-F68A-1819B5F351CA}"/>
          </ac:spMkLst>
        </pc:spChg>
        <pc:picChg chg="del">
          <ac:chgData name="Nông Văn Tình" userId="65f03aa13cf31854" providerId="LiveId" clId="{B2CE9580-D3E2-40FC-9C63-B8CEBC83D064}" dt="2022-10-09T04:19:41.351" v="5004" actId="478"/>
          <ac:picMkLst>
            <pc:docMk/>
            <pc:sldMk cId="680597321" sldId="340"/>
            <ac:picMk id="25" creationId="{300BAACC-B716-E2DB-0713-1553E8FF6254}"/>
          </ac:picMkLst>
        </pc:picChg>
      </pc:sldChg>
      <pc:sldChg chg="del">
        <pc:chgData name="Nông Văn Tình" userId="65f03aa13cf31854" providerId="LiveId" clId="{B2CE9580-D3E2-40FC-9C63-B8CEBC83D064}" dt="2022-09-28T00:48:20.903" v="195" actId="47"/>
        <pc:sldMkLst>
          <pc:docMk/>
          <pc:sldMk cId="1749319204" sldId="340"/>
        </pc:sldMkLst>
      </pc:sldChg>
      <pc:sldChg chg="del">
        <pc:chgData name="Nông Văn Tình" userId="65f03aa13cf31854" providerId="LiveId" clId="{B2CE9580-D3E2-40FC-9C63-B8CEBC83D064}" dt="2022-09-28T00:48:20.903" v="195" actId="47"/>
        <pc:sldMkLst>
          <pc:docMk/>
          <pc:sldMk cId="2301374058" sldId="341"/>
        </pc:sldMkLst>
      </pc:sldChg>
      <pc:sldChg chg="del">
        <pc:chgData name="Nông Văn Tình" userId="65f03aa13cf31854" providerId="LiveId" clId="{B2CE9580-D3E2-40FC-9C63-B8CEBC83D064}" dt="2022-09-28T00:48:20.903" v="195" actId="47"/>
        <pc:sldMkLst>
          <pc:docMk/>
          <pc:sldMk cId="1531378517" sldId="342"/>
        </pc:sldMkLst>
      </pc:sldChg>
      <pc:sldChg chg="del">
        <pc:chgData name="Nông Văn Tình" userId="65f03aa13cf31854" providerId="LiveId" clId="{B2CE9580-D3E2-40FC-9C63-B8CEBC83D064}" dt="2022-09-28T00:48:20.903" v="195" actId="47"/>
        <pc:sldMkLst>
          <pc:docMk/>
          <pc:sldMk cId="3870629451" sldId="343"/>
        </pc:sldMkLst>
      </pc:sldChg>
      <pc:sldChg chg="del">
        <pc:chgData name="Nông Văn Tình" userId="65f03aa13cf31854" providerId="LiveId" clId="{B2CE9580-D3E2-40FC-9C63-B8CEBC83D064}" dt="2022-09-28T00:48:20.903" v="195" actId="47"/>
        <pc:sldMkLst>
          <pc:docMk/>
          <pc:sldMk cId="3828811732" sldId="344"/>
        </pc:sldMkLst>
      </pc:sldChg>
      <pc:sldChg chg="del">
        <pc:chgData name="Nông Văn Tình" userId="65f03aa13cf31854" providerId="LiveId" clId="{B2CE9580-D3E2-40FC-9C63-B8CEBC83D064}" dt="2022-09-28T00:48:20.903" v="195" actId="47"/>
        <pc:sldMkLst>
          <pc:docMk/>
          <pc:sldMk cId="732540013" sldId="345"/>
        </pc:sldMkLst>
      </pc:sldChg>
      <pc:sldChg chg="del">
        <pc:chgData name="Nông Văn Tình" userId="65f03aa13cf31854" providerId="LiveId" clId="{B2CE9580-D3E2-40FC-9C63-B8CEBC83D064}" dt="2022-09-28T00:48:20.903" v="195" actId="47"/>
        <pc:sldMkLst>
          <pc:docMk/>
          <pc:sldMk cId="4228095736" sldId="346"/>
        </pc:sldMkLst>
      </pc:sldChg>
      <pc:sldChg chg="del">
        <pc:chgData name="Nông Văn Tình" userId="65f03aa13cf31854" providerId="LiveId" clId="{B2CE9580-D3E2-40FC-9C63-B8CEBC83D064}" dt="2022-09-28T00:48:20.903" v="195" actId="47"/>
        <pc:sldMkLst>
          <pc:docMk/>
          <pc:sldMk cId="3146102364" sldId="347"/>
        </pc:sldMkLst>
      </pc:sldChg>
      <pc:sldChg chg="del">
        <pc:chgData name="Nông Văn Tình" userId="65f03aa13cf31854" providerId="LiveId" clId="{B2CE9580-D3E2-40FC-9C63-B8CEBC83D064}" dt="2022-09-28T00:48:20.903" v="195" actId="47"/>
        <pc:sldMkLst>
          <pc:docMk/>
          <pc:sldMk cId="1467825423" sldId="348"/>
        </pc:sldMkLst>
      </pc:sldChg>
      <pc:sldChg chg="del">
        <pc:chgData name="Nông Văn Tình" userId="65f03aa13cf31854" providerId="LiveId" clId="{B2CE9580-D3E2-40FC-9C63-B8CEBC83D064}" dt="2022-09-28T00:48:20.903" v="195" actId="47"/>
        <pc:sldMkLst>
          <pc:docMk/>
          <pc:sldMk cId="2469391883" sldId="349"/>
        </pc:sldMkLst>
      </pc:sldChg>
      <pc:sldChg chg="del">
        <pc:chgData name="Nông Văn Tình" userId="65f03aa13cf31854" providerId="LiveId" clId="{B2CE9580-D3E2-40FC-9C63-B8CEBC83D064}" dt="2022-09-28T00:48:20.903" v="195" actId="47"/>
        <pc:sldMkLst>
          <pc:docMk/>
          <pc:sldMk cId="697300186" sldId="350"/>
        </pc:sldMkLst>
      </pc:sldChg>
      <pc:sldChg chg="del">
        <pc:chgData name="Nông Văn Tình" userId="65f03aa13cf31854" providerId="LiveId" clId="{B2CE9580-D3E2-40FC-9C63-B8CEBC83D064}" dt="2022-09-28T00:48:20.903" v="195" actId="47"/>
        <pc:sldMkLst>
          <pc:docMk/>
          <pc:sldMk cId="53434518" sldId="351"/>
        </pc:sldMkLst>
      </pc:sldChg>
      <pc:sldChg chg="del">
        <pc:chgData name="Nông Văn Tình" userId="65f03aa13cf31854" providerId="LiveId" clId="{B2CE9580-D3E2-40FC-9C63-B8CEBC83D064}" dt="2022-09-28T00:48:20.903" v="195" actId="47"/>
        <pc:sldMkLst>
          <pc:docMk/>
          <pc:sldMk cId="698131039" sldId="352"/>
        </pc:sldMkLst>
      </pc:sldChg>
      <pc:sldChg chg="del">
        <pc:chgData name="Nông Văn Tình" userId="65f03aa13cf31854" providerId="LiveId" clId="{B2CE9580-D3E2-40FC-9C63-B8CEBC83D064}" dt="2022-09-28T00:48:20.903" v="195" actId="47"/>
        <pc:sldMkLst>
          <pc:docMk/>
          <pc:sldMk cId="452007384" sldId="353"/>
        </pc:sldMkLst>
      </pc:sldChg>
      <pc:sldChg chg="del">
        <pc:chgData name="Nông Văn Tình" userId="65f03aa13cf31854" providerId="LiveId" clId="{B2CE9580-D3E2-40FC-9C63-B8CEBC83D064}" dt="2022-09-28T00:48:20.903" v="195" actId="47"/>
        <pc:sldMkLst>
          <pc:docMk/>
          <pc:sldMk cId="3667398893" sldId="354"/>
        </pc:sldMkLst>
      </pc:sldChg>
      <pc:sldChg chg="del">
        <pc:chgData name="Nông Văn Tình" userId="65f03aa13cf31854" providerId="LiveId" clId="{B2CE9580-D3E2-40FC-9C63-B8CEBC83D064}" dt="2022-09-28T00:48:20.903" v="195" actId="47"/>
        <pc:sldMkLst>
          <pc:docMk/>
          <pc:sldMk cId="4220606545" sldId="355"/>
        </pc:sldMkLst>
      </pc:sldChg>
      <pc:sldChg chg="del">
        <pc:chgData name="Nông Văn Tình" userId="65f03aa13cf31854" providerId="LiveId" clId="{B2CE9580-D3E2-40FC-9C63-B8CEBC83D064}" dt="2022-09-28T00:48:20.903" v="195" actId="47"/>
        <pc:sldMkLst>
          <pc:docMk/>
          <pc:sldMk cId="1150319527" sldId="356"/>
        </pc:sldMkLst>
      </pc:sldChg>
    </pc:docChg>
  </pc:docChgLst>
  <pc:docChgLst>
    <pc:chgData name="Nông Văn Tình" userId="65f03aa13cf31854" providerId="LiveId" clId="{438CD9EA-72A2-4715-8819-DD0291CD8ADF}"/>
    <pc:docChg chg="undo custSel addSld delSld modSld sldOrd modMainMaster modNotesMaster">
      <pc:chgData name="Nông Văn Tình" userId="65f03aa13cf31854" providerId="LiveId" clId="{438CD9EA-72A2-4715-8819-DD0291CD8ADF}" dt="2022-05-18T09:48:49.053" v="46340" actId="207"/>
      <pc:docMkLst>
        <pc:docMk/>
      </pc:docMkLst>
      <pc:sldChg chg="addSp delSp modSp mod modTransition">
        <pc:chgData name="Nông Văn Tình" userId="65f03aa13cf31854" providerId="LiveId" clId="{438CD9EA-72A2-4715-8819-DD0291CD8ADF}" dt="2022-05-18T09:42:56.197" v="46234"/>
        <pc:sldMkLst>
          <pc:docMk/>
          <pc:sldMk cId="0" sldId="256"/>
        </pc:sldMkLst>
        <pc:spChg chg="add del mod">
          <ac:chgData name="Nông Văn Tình" userId="65f03aa13cf31854" providerId="LiveId" clId="{438CD9EA-72A2-4715-8819-DD0291CD8ADF}" dt="2022-05-06T12:26:26.829" v="23723" actId="478"/>
          <ac:spMkLst>
            <pc:docMk/>
            <pc:sldMk cId="0" sldId="256"/>
            <ac:spMk id="6" creationId="{3944EC69-FE8D-8A8D-3871-D388A333D45C}"/>
          </ac:spMkLst>
        </pc:spChg>
        <pc:spChg chg="add mod">
          <ac:chgData name="Nông Văn Tình" userId="65f03aa13cf31854" providerId="LiveId" clId="{438CD9EA-72A2-4715-8819-DD0291CD8ADF}" dt="2022-05-18T09:40:27.920" v="46210" actId="404"/>
          <ac:spMkLst>
            <pc:docMk/>
            <pc:sldMk cId="0" sldId="256"/>
            <ac:spMk id="7" creationId="{E08ECBEB-2701-062A-8BE6-363497690E6E}"/>
          </ac:spMkLst>
        </pc:spChg>
        <pc:spChg chg="add mod">
          <ac:chgData name="Nông Văn Tình" userId="65f03aa13cf31854" providerId="LiveId" clId="{438CD9EA-72A2-4715-8819-DD0291CD8ADF}" dt="2022-05-18T09:41:22.952" v="46221" actId="1076"/>
          <ac:spMkLst>
            <pc:docMk/>
            <pc:sldMk cId="0" sldId="256"/>
            <ac:spMk id="9" creationId="{7C97260A-9025-5CDD-895A-821F012B4DBD}"/>
          </ac:spMkLst>
        </pc:spChg>
        <pc:spChg chg="mod">
          <ac:chgData name="Nông Văn Tình" userId="65f03aa13cf31854" providerId="LiveId" clId="{438CD9EA-72A2-4715-8819-DD0291CD8ADF}" dt="2022-05-18T06:02:25.771" v="45204" actId="14100"/>
          <ac:spMkLst>
            <pc:docMk/>
            <pc:sldMk cId="0" sldId="256"/>
            <ac:spMk id="16" creationId="{9CBE5CCF-6182-4AC7-862A-D62B8542752F}"/>
          </ac:spMkLst>
        </pc:spChg>
        <pc:spChg chg="del mod">
          <ac:chgData name="Nông Văn Tình" userId="65f03aa13cf31854" providerId="LiveId" clId="{438CD9EA-72A2-4715-8819-DD0291CD8ADF}" dt="2022-05-06T12:52:31.507" v="24923" actId="478"/>
          <ac:spMkLst>
            <pc:docMk/>
            <pc:sldMk cId="0" sldId="256"/>
            <ac:spMk id="3078" creationId="{A1F5A34E-6E01-46D2-A3CC-CAB50BB5ADD2}"/>
          </ac:spMkLst>
        </pc:spChg>
        <pc:spChg chg="del mod">
          <ac:chgData name="Nông Văn Tình" userId="65f03aa13cf31854" providerId="LiveId" clId="{438CD9EA-72A2-4715-8819-DD0291CD8ADF}" dt="2022-05-06T03:36:02.293" v="613" actId="478"/>
          <ac:spMkLst>
            <pc:docMk/>
            <pc:sldMk cId="0" sldId="256"/>
            <ac:spMk id="3079" creationId="{47D8DF41-FF46-48FA-98C3-32524BDEB847}"/>
          </ac:spMkLst>
        </pc:spChg>
        <pc:picChg chg="add del mod">
          <ac:chgData name="Nông Văn Tình" userId="65f03aa13cf31854" providerId="LiveId" clId="{438CD9EA-72A2-4715-8819-DD0291CD8ADF}" dt="2022-05-06T12:57:08.768" v="24954" actId="478"/>
          <ac:picMkLst>
            <pc:docMk/>
            <pc:sldMk cId="0" sldId="256"/>
            <ac:picMk id="5" creationId="{2980B442-2F33-747A-10FB-200A4B8047E9}"/>
          </ac:picMkLst>
        </pc:picChg>
        <pc:picChg chg="add del mod">
          <ac:chgData name="Nông Văn Tình" userId="65f03aa13cf31854" providerId="LiveId" clId="{438CD9EA-72A2-4715-8819-DD0291CD8ADF}" dt="2022-05-18T05:58:26.473" v="45120" actId="478"/>
          <ac:picMkLst>
            <pc:docMk/>
            <pc:sldMk cId="0" sldId="256"/>
            <ac:picMk id="5" creationId="{F29BC583-4411-4298-B4D9-7F4EDA1CF6C0}"/>
          </ac:picMkLst>
        </pc:picChg>
        <pc:picChg chg="add del mod">
          <ac:chgData name="Nông Văn Tình" userId="65f03aa13cf31854" providerId="LiveId" clId="{438CD9EA-72A2-4715-8819-DD0291CD8ADF}" dt="2022-05-18T05:58:22.869" v="45119" actId="478"/>
          <ac:picMkLst>
            <pc:docMk/>
            <pc:sldMk cId="0" sldId="256"/>
            <ac:picMk id="6" creationId="{7E00FF87-5016-4422-A072-36DA0E78DDD9}"/>
          </ac:picMkLst>
        </pc:picChg>
        <pc:picChg chg="add mod">
          <ac:chgData name="Nông Văn Tình" userId="65f03aa13cf31854" providerId="LiveId" clId="{438CD9EA-72A2-4715-8819-DD0291CD8ADF}" dt="2022-05-18T09:40:12.369" v="46207" actId="1076"/>
          <ac:picMkLst>
            <pc:docMk/>
            <pc:sldMk cId="0" sldId="256"/>
            <ac:picMk id="8" creationId="{0BBACDEE-88E1-8E69-2C16-A022A2A62DFF}"/>
          </ac:picMkLst>
        </pc:picChg>
        <pc:picChg chg="del mod">
          <ac:chgData name="Nông Văn Tình" userId="65f03aa13cf31854" providerId="LiveId" clId="{438CD9EA-72A2-4715-8819-DD0291CD8ADF}" dt="2022-05-06T12:19:56.168" v="23547" actId="478"/>
          <ac:picMkLst>
            <pc:docMk/>
            <pc:sldMk cId="0" sldId="256"/>
            <ac:picMk id="3074" creationId="{F29BC583-4411-4298-B4D9-7F4EDA1CF6C0}"/>
          </ac:picMkLst>
        </pc:picChg>
        <pc:picChg chg="add del mod">
          <ac:chgData name="Nông Văn Tình" userId="65f03aa13cf31854" providerId="LiveId" clId="{438CD9EA-72A2-4715-8819-DD0291CD8ADF}" dt="2022-05-06T03:35:09.002" v="604" actId="478"/>
          <ac:picMkLst>
            <pc:docMk/>
            <pc:sldMk cId="0" sldId="256"/>
            <ac:picMk id="3077" creationId="{7E00FF87-5016-4422-A072-36DA0E78DDD9}"/>
          </ac:picMkLst>
        </pc:picChg>
      </pc:sldChg>
      <pc:sldChg chg="modSp add del mod">
        <pc:chgData name="Nông Văn Tình" userId="65f03aa13cf31854" providerId="LiveId" clId="{438CD9EA-72A2-4715-8819-DD0291CD8ADF}" dt="2022-05-06T03:28:50.498" v="81" actId="47"/>
        <pc:sldMkLst>
          <pc:docMk/>
          <pc:sldMk cId="8648372" sldId="257"/>
        </pc:sldMkLst>
        <pc:spChg chg="mod">
          <ac:chgData name="Nông Văn Tình" userId="65f03aa13cf31854" providerId="LiveId" clId="{438CD9EA-72A2-4715-8819-DD0291CD8ADF}" dt="2022-05-06T03:28:22.155" v="79" actId="12"/>
          <ac:spMkLst>
            <pc:docMk/>
            <pc:sldMk cId="8648372" sldId="257"/>
            <ac:spMk id="3078" creationId="{A1F5A34E-6E01-46D2-A3CC-CAB50BB5ADD2}"/>
          </ac:spMkLst>
        </pc:spChg>
      </pc:sldChg>
      <pc:sldChg chg="addSp delSp modSp add del mod">
        <pc:chgData name="Nông Văn Tình" userId="65f03aa13cf31854" providerId="LiveId" clId="{438CD9EA-72A2-4715-8819-DD0291CD8ADF}" dt="2022-05-18T06:05:23.503" v="45241" actId="47"/>
        <pc:sldMkLst>
          <pc:docMk/>
          <pc:sldMk cId="105370082" sldId="257"/>
        </pc:sldMkLst>
        <pc:spChg chg="add mod">
          <ac:chgData name="Nông Văn Tình" userId="65f03aa13cf31854" providerId="LiveId" clId="{438CD9EA-72A2-4715-8819-DD0291CD8ADF}" dt="2022-05-18T06:01:30.640" v="45191"/>
          <ac:spMkLst>
            <pc:docMk/>
            <pc:sldMk cId="105370082" sldId="257"/>
            <ac:spMk id="7" creationId="{902FD7E9-7AE4-AE6F-CA97-CC7C5FFCA7B0}"/>
          </ac:spMkLst>
        </pc:spChg>
        <pc:spChg chg="add mod">
          <ac:chgData name="Nông Văn Tình" userId="65f03aa13cf31854" providerId="LiveId" clId="{438CD9EA-72A2-4715-8819-DD0291CD8ADF}" dt="2022-05-18T06:01:30.640" v="45191"/>
          <ac:spMkLst>
            <pc:docMk/>
            <pc:sldMk cId="105370082" sldId="257"/>
            <ac:spMk id="8" creationId="{1D8530FC-C2B2-5E55-0B88-2732D1CD4753}"/>
          </ac:spMkLst>
        </pc:spChg>
        <pc:spChg chg="del mod">
          <ac:chgData name="Nông Văn Tình" userId="65f03aa13cf31854" providerId="LiveId" clId="{438CD9EA-72A2-4715-8819-DD0291CD8ADF}" dt="2022-05-06T12:23:01.512" v="23626" actId="478"/>
          <ac:spMkLst>
            <pc:docMk/>
            <pc:sldMk cId="105370082" sldId="257"/>
            <ac:spMk id="16" creationId="{9CBE5CCF-6182-4AC7-862A-D62B8542752F}"/>
          </ac:spMkLst>
        </pc:spChg>
        <pc:spChg chg="mod">
          <ac:chgData name="Nông Văn Tình" userId="65f03aa13cf31854" providerId="LiveId" clId="{438CD9EA-72A2-4715-8819-DD0291CD8ADF}" dt="2022-05-18T06:04:10.672" v="45232" actId="14100"/>
          <ac:spMkLst>
            <pc:docMk/>
            <pc:sldMk cId="105370082" sldId="257"/>
            <ac:spMk id="3078" creationId="{A1F5A34E-6E01-46D2-A3CC-CAB50BB5ADD2}"/>
          </ac:spMkLst>
        </pc:spChg>
        <pc:spChg chg="del mod">
          <ac:chgData name="Nông Văn Tình" userId="65f03aa13cf31854" providerId="LiveId" clId="{438CD9EA-72A2-4715-8819-DD0291CD8ADF}" dt="2022-05-06T03:34:26.971" v="603" actId="478"/>
          <ac:spMkLst>
            <pc:docMk/>
            <pc:sldMk cId="105370082" sldId="257"/>
            <ac:spMk id="3079" creationId="{47D8DF41-FF46-48FA-98C3-32524BDEB847}"/>
          </ac:spMkLst>
        </pc:spChg>
        <pc:picChg chg="add del mod">
          <ac:chgData name="Nông Văn Tình" userId="65f03aa13cf31854" providerId="LiveId" clId="{438CD9EA-72A2-4715-8819-DD0291CD8ADF}" dt="2022-05-06T12:19:59.402" v="23550" actId="478"/>
          <ac:picMkLst>
            <pc:docMk/>
            <pc:sldMk cId="105370082" sldId="257"/>
            <ac:picMk id="5" creationId="{9DAF9014-F7B0-0D05-85BF-21253784AE2D}"/>
          </ac:picMkLst>
        </pc:picChg>
        <pc:picChg chg="add mod">
          <ac:chgData name="Nông Văn Tình" userId="65f03aa13cf31854" providerId="LiveId" clId="{438CD9EA-72A2-4715-8819-DD0291CD8ADF}" dt="2022-05-18T06:01:30.640" v="45191"/>
          <ac:picMkLst>
            <pc:docMk/>
            <pc:sldMk cId="105370082" sldId="257"/>
            <ac:picMk id="6" creationId="{B4D007AE-D0C6-7F19-3F68-6D7FE4A4ABBC}"/>
          </ac:picMkLst>
        </pc:picChg>
        <pc:picChg chg="del mod">
          <ac:chgData name="Nông Văn Tình" userId="65f03aa13cf31854" providerId="LiveId" clId="{438CD9EA-72A2-4715-8819-DD0291CD8ADF}" dt="2022-05-06T12:19:45.787" v="23543" actId="478"/>
          <ac:picMkLst>
            <pc:docMk/>
            <pc:sldMk cId="105370082" sldId="257"/>
            <ac:picMk id="3074" creationId="{F29BC583-4411-4298-B4D9-7F4EDA1CF6C0}"/>
          </ac:picMkLst>
        </pc:picChg>
        <pc:picChg chg="del">
          <ac:chgData name="Nông Văn Tình" userId="65f03aa13cf31854" providerId="LiveId" clId="{438CD9EA-72A2-4715-8819-DD0291CD8ADF}" dt="2022-05-06T03:35:12.094" v="605" actId="478"/>
          <ac:picMkLst>
            <pc:docMk/>
            <pc:sldMk cId="105370082" sldId="257"/>
            <ac:picMk id="3077" creationId="{7E00FF87-5016-4422-A072-36DA0E78DDD9}"/>
          </ac:picMkLst>
        </pc:picChg>
      </pc:sldChg>
      <pc:sldChg chg="addSp delSp modSp add del mod">
        <pc:chgData name="Nông Văn Tình" userId="65f03aa13cf31854" providerId="LiveId" clId="{438CD9EA-72A2-4715-8819-DD0291CD8ADF}" dt="2022-05-18T06:10:02.873" v="45265" actId="47"/>
        <pc:sldMkLst>
          <pc:docMk/>
          <pc:sldMk cId="115426421" sldId="258"/>
        </pc:sldMkLst>
        <pc:spChg chg="add mod">
          <ac:chgData name="Nông Văn Tình" userId="65f03aa13cf31854" providerId="LiveId" clId="{438CD9EA-72A2-4715-8819-DD0291CD8ADF}" dt="2022-05-18T06:01:30.640" v="45191"/>
          <ac:spMkLst>
            <pc:docMk/>
            <pc:sldMk cId="115426421" sldId="258"/>
            <ac:spMk id="7" creationId="{0311667F-762B-3F91-0B37-03A3DB4F4FE2}"/>
          </ac:spMkLst>
        </pc:spChg>
        <pc:spChg chg="del mod">
          <ac:chgData name="Nông Văn Tình" userId="65f03aa13cf31854" providerId="LiveId" clId="{438CD9EA-72A2-4715-8819-DD0291CD8ADF}" dt="2022-05-06T12:23:04.388" v="23629" actId="478"/>
          <ac:spMkLst>
            <pc:docMk/>
            <pc:sldMk cId="115426421" sldId="258"/>
            <ac:spMk id="16" creationId="{9CBE5CCF-6182-4AC7-862A-D62B8542752F}"/>
          </ac:spMkLst>
        </pc:spChg>
        <pc:spChg chg="mod">
          <ac:chgData name="Nông Văn Tình" userId="65f03aa13cf31854" providerId="LiveId" clId="{438CD9EA-72A2-4715-8819-DD0291CD8ADF}" dt="2022-05-18T06:01:30.640" v="45191"/>
          <ac:spMkLst>
            <pc:docMk/>
            <pc:sldMk cId="115426421" sldId="258"/>
            <ac:spMk id="3078" creationId="{A1F5A34E-6E01-46D2-A3CC-CAB50BB5ADD2}"/>
          </ac:spMkLst>
        </pc:spChg>
        <pc:picChg chg="add del mod">
          <ac:chgData name="Nông Văn Tình" userId="65f03aa13cf31854" providerId="LiveId" clId="{438CD9EA-72A2-4715-8819-DD0291CD8ADF}" dt="2022-05-06T12:20:02.525" v="23553" actId="478"/>
          <ac:picMkLst>
            <pc:docMk/>
            <pc:sldMk cId="115426421" sldId="258"/>
            <ac:picMk id="5" creationId="{60542F8C-A8C1-FCE0-69BF-87FF50EA247C}"/>
          </ac:picMkLst>
        </pc:picChg>
        <pc:picChg chg="add del mod">
          <ac:chgData name="Nông Văn Tình" userId="65f03aa13cf31854" providerId="LiveId" clId="{438CD9EA-72A2-4715-8819-DD0291CD8ADF}" dt="2022-05-06T03:49:40.123" v="1279" actId="478"/>
          <ac:picMkLst>
            <pc:docMk/>
            <pc:sldMk cId="115426421" sldId="258"/>
            <ac:picMk id="5" creationId="{84147963-A190-CF99-D460-53A2E59541F9}"/>
          </ac:picMkLst>
        </pc:picChg>
        <pc:picChg chg="add mod">
          <ac:chgData name="Nông Văn Tình" userId="65f03aa13cf31854" providerId="LiveId" clId="{438CD9EA-72A2-4715-8819-DD0291CD8ADF}" dt="2022-05-18T06:01:30.640" v="45191"/>
          <ac:picMkLst>
            <pc:docMk/>
            <pc:sldMk cId="115426421" sldId="258"/>
            <ac:picMk id="6" creationId="{9B65998E-A697-5798-34D2-E697803B29C1}"/>
          </ac:picMkLst>
        </pc:picChg>
        <pc:picChg chg="del mod">
          <ac:chgData name="Nông Văn Tình" userId="65f03aa13cf31854" providerId="LiveId" clId="{438CD9EA-72A2-4715-8819-DD0291CD8ADF}" dt="2022-05-06T12:20:04.286" v="23555" actId="478"/>
          <ac:picMkLst>
            <pc:docMk/>
            <pc:sldMk cId="115426421" sldId="258"/>
            <ac:picMk id="3074" creationId="{F29BC583-4411-4298-B4D9-7F4EDA1CF6C0}"/>
          </ac:picMkLst>
        </pc:picChg>
      </pc:sldChg>
      <pc:sldChg chg="add del">
        <pc:chgData name="Nông Văn Tình" userId="65f03aa13cf31854" providerId="LiveId" clId="{438CD9EA-72A2-4715-8819-DD0291CD8ADF}" dt="2022-05-06T03:36:25.788" v="616" actId="47"/>
        <pc:sldMkLst>
          <pc:docMk/>
          <pc:sldMk cId="2371333556" sldId="258"/>
        </pc:sldMkLst>
      </pc:sldChg>
      <pc:sldChg chg="addSp delSp modSp add del mod">
        <pc:chgData name="Nông Văn Tình" userId="65f03aa13cf31854" providerId="LiveId" clId="{438CD9EA-72A2-4715-8819-DD0291CD8ADF}" dt="2022-05-18T06:10:32.953" v="45269" actId="47"/>
        <pc:sldMkLst>
          <pc:docMk/>
          <pc:sldMk cId="3714044728" sldId="259"/>
        </pc:sldMkLst>
        <pc:spChg chg="add del mod">
          <ac:chgData name="Nông Văn Tình" userId="65f03aa13cf31854" providerId="LiveId" clId="{438CD9EA-72A2-4715-8819-DD0291CD8ADF}" dt="2022-05-06T03:52:01.143" v="1352" actId="767"/>
          <ac:spMkLst>
            <pc:docMk/>
            <pc:sldMk cId="3714044728" sldId="259"/>
            <ac:spMk id="2" creationId="{357637D0-8437-4D7E-0670-CF86B6A09A5D}"/>
          </ac:spMkLst>
        </pc:spChg>
        <pc:spChg chg="add mod">
          <ac:chgData name="Nông Văn Tình" userId="65f03aa13cf31854" providerId="LiveId" clId="{438CD9EA-72A2-4715-8819-DD0291CD8ADF}" dt="2022-05-18T06:01:30.640" v="45191"/>
          <ac:spMkLst>
            <pc:docMk/>
            <pc:sldMk cId="3714044728" sldId="259"/>
            <ac:spMk id="3" creationId="{2E695F3F-8F0E-2F0E-83DA-8372A0910304}"/>
          </ac:spMkLst>
        </pc:spChg>
        <pc:spChg chg="add mod">
          <ac:chgData name="Nông Văn Tình" userId="65f03aa13cf31854" providerId="LiveId" clId="{438CD9EA-72A2-4715-8819-DD0291CD8ADF}" dt="2022-05-18T06:01:30.640" v="45191"/>
          <ac:spMkLst>
            <pc:docMk/>
            <pc:sldMk cId="3714044728" sldId="259"/>
            <ac:spMk id="8" creationId="{461FD718-9286-9491-53B5-6B78494FAF56}"/>
          </ac:spMkLst>
        </pc:spChg>
        <pc:spChg chg="del mod">
          <ac:chgData name="Nông Văn Tình" userId="65f03aa13cf31854" providerId="LiveId" clId="{438CD9EA-72A2-4715-8819-DD0291CD8ADF}" dt="2022-05-06T12:23:07.665" v="23632" actId="478"/>
          <ac:spMkLst>
            <pc:docMk/>
            <pc:sldMk cId="3714044728" sldId="259"/>
            <ac:spMk id="16" creationId="{9CBE5CCF-6182-4AC7-862A-D62B8542752F}"/>
          </ac:spMkLst>
        </pc:spChg>
        <pc:spChg chg="mod">
          <ac:chgData name="Nông Văn Tình" userId="65f03aa13cf31854" providerId="LiveId" clId="{438CD9EA-72A2-4715-8819-DD0291CD8ADF}" dt="2022-05-18T06:01:30.640" v="45191"/>
          <ac:spMkLst>
            <pc:docMk/>
            <pc:sldMk cId="3714044728" sldId="259"/>
            <ac:spMk id="3078" creationId="{A1F5A34E-6E01-46D2-A3CC-CAB50BB5ADD2}"/>
          </ac:spMkLst>
        </pc:spChg>
        <pc:picChg chg="add del mod">
          <ac:chgData name="Nông Văn Tình" userId="65f03aa13cf31854" providerId="LiveId" clId="{438CD9EA-72A2-4715-8819-DD0291CD8ADF}" dt="2022-05-06T12:19:52.199" v="23544" actId="478"/>
          <ac:picMkLst>
            <pc:docMk/>
            <pc:sldMk cId="3714044728" sldId="259"/>
            <ac:picMk id="6" creationId="{7689AFC1-FF75-2828-1223-261E17DCF172}"/>
          </ac:picMkLst>
        </pc:picChg>
        <pc:picChg chg="add mod">
          <ac:chgData name="Nông Văn Tình" userId="65f03aa13cf31854" providerId="LiveId" clId="{438CD9EA-72A2-4715-8819-DD0291CD8ADF}" dt="2022-05-18T06:01:30.640" v="45191"/>
          <ac:picMkLst>
            <pc:docMk/>
            <pc:sldMk cId="3714044728" sldId="259"/>
            <ac:picMk id="7" creationId="{81B68D74-8501-DF17-D518-493157CBC504}"/>
          </ac:picMkLst>
        </pc:picChg>
        <pc:picChg chg="del mod">
          <ac:chgData name="Nông Văn Tình" userId="65f03aa13cf31854" providerId="LiveId" clId="{438CD9EA-72A2-4715-8819-DD0291CD8ADF}" dt="2022-05-06T12:19:53.518" v="23545" actId="478"/>
          <ac:picMkLst>
            <pc:docMk/>
            <pc:sldMk cId="3714044728" sldId="259"/>
            <ac:picMk id="3074" creationId="{F29BC583-4411-4298-B4D9-7F4EDA1CF6C0}"/>
          </ac:picMkLst>
        </pc:picChg>
        <pc:cxnChg chg="add del">
          <ac:chgData name="Nông Văn Tình" userId="65f03aa13cf31854" providerId="LiveId" clId="{438CD9EA-72A2-4715-8819-DD0291CD8ADF}" dt="2022-05-06T03:58:54.955" v="1993" actId="11529"/>
          <ac:cxnSpMkLst>
            <pc:docMk/>
            <pc:sldMk cId="3714044728" sldId="259"/>
            <ac:cxnSpMk id="5" creationId="{D74A5D56-541A-F09E-77FE-3C4209827F36}"/>
          </ac:cxnSpMkLst>
        </pc:cxnChg>
      </pc:sldChg>
      <pc:sldChg chg="addSp delSp modSp add del mod">
        <pc:chgData name="Nông Văn Tình" userId="65f03aa13cf31854" providerId="LiveId" clId="{438CD9EA-72A2-4715-8819-DD0291CD8ADF}" dt="2022-05-18T06:13:08.221" v="45277" actId="47"/>
        <pc:sldMkLst>
          <pc:docMk/>
          <pc:sldMk cId="3478026388" sldId="260"/>
        </pc:sldMkLst>
        <pc:spChg chg="mod">
          <ac:chgData name="Nông Văn Tình" userId="65f03aa13cf31854" providerId="LiveId" clId="{438CD9EA-72A2-4715-8819-DD0291CD8ADF}" dt="2022-05-18T06:01:30.640" v="45191"/>
          <ac:spMkLst>
            <pc:docMk/>
            <pc:sldMk cId="3478026388" sldId="260"/>
            <ac:spMk id="3" creationId="{2E695F3F-8F0E-2F0E-83DA-8372A0910304}"/>
          </ac:spMkLst>
        </pc:spChg>
        <pc:spChg chg="add mod">
          <ac:chgData name="Nông Văn Tình" userId="65f03aa13cf31854" providerId="LiveId" clId="{438CD9EA-72A2-4715-8819-DD0291CD8ADF}" dt="2022-05-18T06:01:30.640" v="45191"/>
          <ac:spMkLst>
            <pc:docMk/>
            <pc:sldMk cId="3478026388" sldId="260"/>
            <ac:spMk id="8" creationId="{E3653BA9-2869-B683-FCE5-F65627A91DB7}"/>
          </ac:spMkLst>
        </pc:spChg>
        <pc:spChg chg="del mod">
          <ac:chgData name="Nông Văn Tình" userId="65f03aa13cf31854" providerId="LiveId" clId="{438CD9EA-72A2-4715-8819-DD0291CD8ADF}" dt="2022-05-06T12:23:11.913" v="23635" actId="478"/>
          <ac:spMkLst>
            <pc:docMk/>
            <pc:sldMk cId="3478026388" sldId="260"/>
            <ac:spMk id="16" creationId="{9CBE5CCF-6182-4AC7-862A-D62B8542752F}"/>
          </ac:spMkLst>
        </pc:spChg>
        <pc:spChg chg="mod">
          <ac:chgData name="Nông Văn Tình" userId="65f03aa13cf31854" providerId="LiveId" clId="{438CD9EA-72A2-4715-8819-DD0291CD8ADF}" dt="2022-05-18T06:01:30.640" v="45191"/>
          <ac:spMkLst>
            <pc:docMk/>
            <pc:sldMk cId="3478026388" sldId="260"/>
            <ac:spMk id="3078" creationId="{A1F5A34E-6E01-46D2-A3CC-CAB50BB5ADD2}"/>
          </ac:spMkLst>
        </pc:spChg>
        <pc:picChg chg="add del mod">
          <ac:chgData name="Nông Văn Tình" userId="65f03aa13cf31854" providerId="LiveId" clId="{438CD9EA-72A2-4715-8819-DD0291CD8ADF}" dt="2022-05-06T12:20:12.145" v="23558" actId="478"/>
          <ac:picMkLst>
            <pc:docMk/>
            <pc:sldMk cId="3478026388" sldId="260"/>
            <ac:picMk id="6" creationId="{79F44228-FDBB-8A0A-1158-54A19AC12BBF}"/>
          </ac:picMkLst>
        </pc:picChg>
        <pc:picChg chg="add mod">
          <ac:chgData name="Nông Văn Tình" userId="65f03aa13cf31854" providerId="LiveId" clId="{438CD9EA-72A2-4715-8819-DD0291CD8ADF}" dt="2022-05-18T06:01:30.640" v="45191"/>
          <ac:picMkLst>
            <pc:docMk/>
            <pc:sldMk cId="3478026388" sldId="260"/>
            <ac:picMk id="7" creationId="{344F3471-6326-3379-D218-664FE8C07DFB}"/>
          </ac:picMkLst>
        </pc:picChg>
        <pc:picChg chg="del mod">
          <ac:chgData name="Nông Văn Tình" userId="65f03aa13cf31854" providerId="LiveId" clId="{438CD9EA-72A2-4715-8819-DD0291CD8ADF}" dt="2022-05-06T12:20:13.343" v="23559" actId="478"/>
          <ac:picMkLst>
            <pc:docMk/>
            <pc:sldMk cId="3478026388" sldId="260"/>
            <ac:picMk id="3074" creationId="{F29BC583-4411-4298-B4D9-7F4EDA1CF6C0}"/>
          </ac:picMkLst>
        </pc:picChg>
      </pc:sldChg>
      <pc:sldChg chg="del">
        <pc:chgData name="Nông Văn Tình" userId="65f03aa13cf31854" providerId="LiveId" clId="{438CD9EA-72A2-4715-8819-DD0291CD8ADF}" dt="2022-05-06T03:25:56.471" v="74" actId="47"/>
        <pc:sldMkLst>
          <pc:docMk/>
          <pc:sldMk cId="4238219237" sldId="260"/>
        </pc:sldMkLst>
      </pc:sldChg>
      <pc:sldChg chg="addSp delSp modSp add del mod">
        <pc:chgData name="Nông Văn Tình" userId="65f03aa13cf31854" providerId="LiveId" clId="{438CD9EA-72A2-4715-8819-DD0291CD8ADF}" dt="2022-05-18T06:14:12.539" v="45294" actId="47"/>
        <pc:sldMkLst>
          <pc:docMk/>
          <pc:sldMk cId="3233878947" sldId="261"/>
        </pc:sldMkLst>
        <pc:spChg chg="mod">
          <ac:chgData name="Nông Văn Tình" userId="65f03aa13cf31854" providerId="LiveId" clId="{438CD9EA-72A2-4715-8819-DD0291CD8ADF}" dt="2022-05-18T06:01:30.640" v="45191"/>
          <ac:spMkLst>
            <pc:docMk/>
            <pc:sldMk cId="3233878947" sldId="261"/>
            <ac:spMk id="3" creationId="{2E695F3F-8F0E-2F0E-83DA-8372A0910304}"/>
          </ac:spMkLst>
        </pc:spChg>
        <pc:spChg chg="add mod">
          <ac:chgData name="Nông Văn Tình" userId="65f03aa13cf31854" providerId="LiveId" clId="{438CD9EA-72A2-4715-8819-DD0291CD8ADF}" dt="2022-05-18T06:01:30.640" v="45191"/>
          <ac:spMkLst>
            <pc:docMk/>
            <pc:sldMk cId="3233878947" sldId="261"/>
            <ac:spMk id="7" creationId="{B828273F-A24F-85D1-7D22-669F3C5D567B}"/>
          </ac:spMkLst>
        </pc:spChg>
        <pc:spChg chg="add del mod">
          <ac:chgData name="Nông Văn Tình" userId="65f03aa13cf31854" providerId="LiveId" clId="{438CD9EA-72A2-4715-8819-DD0291CD8ADF}" dt="2022-05-06T12:23:17.633" v="23641" actId="478"/>
          <ac:spMkLst>
            <pc:docMk/>
            <pc:sldMk cId="3233878947" sldId="261"/>
            <ac:spMk id="8" creationId="{E4F13831-539C-4568-4091-D7A552599222}"/>
          </ac:spMkLst>
        </pc:spChg>
        <pc:spChg chg="del mod">
          <ac:chgData name="Nông Văn Tình" userId="65f03aa13cf31854" providerId="LiveId" clId="{438CD9EA-72A2-4715-8819-DD0291CD8ADF}" dt="2022-05-06T12:23:15.027" v="23638" actId="478"/>
          <ac:spMkLst>
            <pc:docMk/>
            <pc:sldMk cId="3233878947" sldId="261"/>
            <ac:spMk id="16" creationId="{9CBE5CCF-6182-4AC7-862A-D62B8542752F}"/>
          </ac:spMkLst>
        </pc:spChg>
        <pc:spChg chg="mod">
          <ac:chgData name="Nông Văn Tình" userId="65f03aa13cf31854" providerId="LiveId" clId="{438CD9EA-72A2-4715-8819-DD0291CD8ADF}" dt="2022-05-18T06:01:30.640" v="45191"/>
          <ac:spMkLst>
            <pc:docMk/>
            <pc:sldMk cId="3233878947" sldId="261"/>
            <ac:spMk id="3078" creationId="{A1F5A34E-6E01-46D2-A3CC-CAB50BB5ADD2}"/>
          </ac:spMkLst>
        </pc:spChg>
        <pc:picChg chg="add mod">
          <ac:chgData name="Nông Văn Tình" userId="65f03aa13cf31854" providerId="LiveId" clId="{438CD9EA-72A2-4715-8819-DD0291CD8ADF}" dt="2022-05-18T06:01:30.640" v="45191"/>
          <ac:picMkLst>
            <pc:docMk/>
            <pc:sldMk cId="3233878947" sldId="261"/>
            <ac:picMk id="6" creationId="{84CB3D81-1EBE-6840-FBD6-22B5F2EA58A0}"/>
          </ac:picMkLst>
        </pc:picChg>
        <pc:picChg chg="del mod">
          <ac:chgData name="Nông Văn Tình" userId="65f03aa13cf31854" providerId="LiveId" clId="{438CD9EA-72A2-4715-8819-DD0291CD8ADF}" dt="2022-05-06T12:20:16.834" v="23561" actId="478"/>
          <ac:picMkLst>
            <pc:docMk/>
            <pc:sldMk cId="3233878947" sldId="261"/>
            <ac:picMk id="3074" creationId="{F29BC583-4411-4298-B4D9-7F4EDA1CF6C0}"/>
          </ac:picMkLst>
        </pc:picChg>
      </pc:sldChg>
      <pc:sldChg chg="addSp delSp modSp add del mod">
        <pc:chgData name="Nông Văn Tình" userId="65f03aa13cf31854" providerId="LiveId" clId="{438CD9EA-72A2-4715-8819-DD0291CD8ADF}" dt="2022-05-18T06:14:57.058" v="45300" actId="47"/>
        <pc:sldMkLst>
          <pc:docMk/>
          <pc:sldMk cId="689930809" sldId="262"/>
        </pc:sldMkLst>
        <pc:spChg chg="mod">
          <ac:chgData name="Nông Văn Tình" userId="65f03aa13cf31854" providerId="LiveId" clId="{438CD9EA-72A2-4715-8819-DD0291CD8ADF}" dt="2022-05-18T06:01:30.640" v="45191"/>
          <ac:spMkLst>
            <pc:docMk/>
            <pc:sldMk cId="689930809" sldId="262"/>
            <ac:spMk id="3" creationId="{2E695F3F-8F0E-2F0E-83DA-8372A0910304}"/>
          </ac:spMkLst>
        </pc:spChg>
        <pc:spChg chg="add mod">
          <ac:chgData name="Nông Văn Tình" userId="65f03aa13cf31854" providerId="LiveId" clId="{438CD9EA-72A2-4715-8819-DD0291CD8ADF}" dt="2022-05-18T06:01:30.640" v="45191"/>
          <ac:spMkLst>
            <pc:docMk/>
            <pc:sldMk cId="689930809" sldId="262"/>
            <ac:spMk id="7" creationId="{0E4D2264-7B4F-77E2-9264-042232754E2F}"/>
          </ac:spMkLst>
        </pc:spChg>
        <pc:spChg chg="del mod">
          <ac:chgData name="Nông Văn Tình" userId="65f03aa13cf31854" providerId="LiveId" clId="{438CD9EA-72A2-4715-8819-DD0291CD8ADF}" dt="2022-05-06T12:23:20.023" v="23643" actId="478"/>
          <ac:spMkLst>
            <pc:docMk/>
            <pc:sldMk cId="689930809" sldId="262"/>
            <ac:spMk id="16" creationId="{9CBE5CCF-6182-4AC7-862A-D62B8542752F}"/>
          </ac:spMkLst>
        </pc:spChg>
        <pc:spChg chg="mod">
          <ac:chgData name="Nông Văn Tình" userId="65f03aa13cf31854" providerId="LiveId" clId="{438CD9EA-72A2-4715-8819-DD0291CD8ADF}" dt="2022-05-18T06:01:30.640" v="45191"/>
          <ac:spMkLst>
            <pc:docMk/>
            <pc:sldMk cId="689930809" sldId="262"/>
            <ac:spMk id="3078" creationId="{A1F5A34E-6E01-46D2-A3CC-CAB50BB5ADD2}"/>
          </ac:spMkLst>
        </pc:spChg>
        <pc:picChg chg="add mod">
          <ac:chgData name="Nông Văn Tình" userId="65f03aa13cf31854" providerId="LiveId" clId="{438CD9EA-72A2-4715-8819-DD0291CD8ADF}" dt="2022-05-18T06:01:30.640" v="45191"/>
          <ac:picMkLst>
            <pc:docMk/>
            <pc:sldMk cId="689930809" sldId="262"/>
            <ac:picMk id="6" creationId="{EEC1F282-1697-49E3-C4C3-FF43389D2B7D}"/>
          </ac:picMkLst>
        </pc:picChg>
        <pc:picChg chg="del mod">
          <ac:chgData name="Nông Văn Tình" userId="65f03aa13cf31854" providerId="LiveId" clId="{438CD9EA-72A2-4715-8819-DD0291CD8ADF}" dt="2022-05-06T12:20:20.009" v="23563" actId="478"/>
          <ac:picMkLst>
            <pc:docMk/>
            <pc:sldMk cId="689930809" sldId="262"/>
            <ac:picMk id="3074" creationId="{F29BC583-4411-4298-B4D9-7F4EDA1CF6C0}"/>
          </ac:picMkLst>
        </pc:picChg>
      </pc:sldChg>
      <pc:sldChg chg="addSp delSp modSp add del mod">
        <pc:chgData name="Nông Văn Tình" userId="65f03aa13cf31854" providerId="LiveId" clId="{438CD9EA-72A2-4715-8819-DD0291CD8ADF}" dt="2022-05-18T06:15:31.830" v="45311" actId="47"/>
        <pc:sldMkLst>
          <pc:docMk/>
          <pc:sldMk cId="3992792746" sldId="263"/>
        </pc:sldMkLst>
        <pc:spChg chg="mod">
          <ac:chgData name="Nông Văn Tình" userId="65f03aa13cf31854" providerId="LiveId" clId="{438CD9EA-72A2-4715-8819-DD0291CD8ADF}" dt="2022-05-18T06:01:30.640" v="45191"/>
          <ac:spMkLst>
            <pc:docMk/>
            <pc:sldMk cId="3992792746" sldId="263"/>
            <ac:spMk id="3" creationId="{2E695F3F-8F0E-2F0E-83DA-8372A0910304}"/>
          </ac:spMkLst>
        </pc:spChg>
        <pc:spChg chg="add mod">
          <ac:chgData name="Nông Văn Tình" userId="65f03aa13cf31854" providerId="LiveId" clId="{438CD9EA-72A2-4715-8819-DD0291CD8ADF}" dt="2022-05-18T06:01:30.640" v="45191"/>
          <ac:spMkLst>
            <pc:docMk/>
            <pc:sldMk cId="3992792746" sldId="263"/>
            <ac:spMk id="7" creationId="{C6FDD924-19B9-1ED3-CBFC-7A4F1B740FF9}"/>
          </ac:spMkLst>
        </pc:spChg>
        <pc:spChg chg="del mod">
          <ac:chgData name="Nông Văn Tình" userId="65f03aa13cf31854" providerId="LiveId" clId="{438CD9EA-72A2-4715-8819-DD0291CD8ADF}" dt="2022-05-06T12:23:23.909" v="23646" actId="478"/>
          <ac:spMkLst>
            <pc:docMk/>
            <pc:sldMk cId="3992792746" sldId="263"/>
            <ac:spMk id="16" creationId="{9CBE5CCF-6182-4AC7-862A-D62B8542752F}"/>
          </ac:spMkLst>
        </pc:spChg>
        <pc:spChg chg="mod">
          <ac:chgData name="Nông Văn Tình" userId="65f03aa13cf31854" providerId="LiveId" clId="{438CD9EA-72A2-4715-8819-DD0291CD8ADF}" dt="2022-05-18T06:01:30.640" v="45191"/>
          <ac:spMkLst>
            <pc:docMk/>
            <pc:sldMk cId="3992792746" sldId="263"/>
            <ac:spMk id="3078" creationId="{A1F5A34E-6E01-46D2-A3CC-CAB50BB5ADD2}"/>
          </ac:spMkLst>
        </pc:spChg>
        <pc:picChg chg="add mod">
          <ac:chgData name="Nông Văn Tình" userId="65f03aa13cf31854" providerId="LiveId" clId="{438CD9EA-72A2-4715-8819-DD0291CD8ADF}" dt="2022-05-18T06:01:30.640" v="45191"/>
          <ac:picMkLst>
            <pc:docMk/>
            <pc:sldMk cId="3992792746" sldId="263"/>
            <ac:picMk id="6" creationId="{8DD66FB8-80B0-8842-99A3-22DA1A4F587B}"/>
          </ac:picMkLst>
        </pc:picChg>
        <pc:picChg chg="del mod">
          <ac:chgData name="Nông Văn Tình" userId="65f03aa13cf31854" providerId="LiveId" clId="{438CD9EA-72A2-4715-8819-DD0291CD8ADF}" dt="2022-05-06T12:20:23.142" v="23565" actId="478"/>
          <ac:picMkLst>
            <pc:docMk/>
            <pc:sldMk cId="3992792746" sldId="263"/>
            <ac:picMk id="3074" creationId="{F29BC583-4411-4298-B4D9-7F4EDA1CF6C0}"/>
          </ac:picMkLst>
        </pc:picChg>
      </pc:sldChg>
      <pc:sldChg chg="addSp delSp modSp add del mod">
        <pc:chgData name="Nông Văn Tình" userId="65f03aa13cf31854" providerId="LiveId" clId="{438CD9EA-72A2-4715-8819-DD0291CD8ADF}" dt="2022-05-18T06:16:06.425" v="45319" actId="47"/>
        <pc:sldMkLst>
          <pc:docMk/>
          <pc:sldMk cId="3468012969" sldId="264"/>
        </pc:sldMkLst>
        <pc:spChg chg="mod">
          <ac:chgData name="Nông Văn Tình" userId="65f03aa13cf31854" providerId="LiveId" clId="{438CD9EA-72A2-4715-8819-DD0291CD8ADF}" dt="2022-05-18T06:01:30.640" v="45191"/>
          <ac:spMkLst>
            <pc:docMk/>
            <pc:sldMk cId="3468012969" sldId="264"/>
            <ac:spMk id="3" creationId="{2E695F3F-8F0E-2F0E-83DA-8372A0910304}"/>
          </ac:spMkLst>
        </pc:spChg>
        <pc:spChg chg="add mod">
          <ac:chgData name="Nông Văn Tình" userId="65f03aa13cf31854" providerId="LiveId" clId="{438CD9EA-72A2-4715-8819-DD0291CD8ADF}" dt="2022-05-18T06:01:30.640" v="45191"/>
          <ac:spMkLst>
            <pc:docMk/>
            <pc:sldMk cId="3468012969" sldId="264"/>
            <ac:spMk id="8" creationId="{64304750-4802-24EA-6D56-8D6ED0E764D8}"/>
          </ac:spMkLst>
        </pc:spChg>
        <pc:spChg chg="del mod">
          <ac:chgData name="Nông Văn Tình" userId="65f03aa13cf31854" providerId="LiveId" clId="{438CD9EA-72A2-4715-8819-DD0291CD8ADF}" dt="2022-05-06T12:23:26.767" v="23649" actId="478"/>
          <ac:spMkLst>
            <pc:docMk/>
            <pc:sldMk cId="3468012969" sldId="264"/>
            <ac:spMk id="16" creationId="{9CBE5CCF-6182-4AC7-862A-D62B8542752F}"/>
          </ac:spMkLst>
        </pc:spChg>
        <pc:spChg chg="mod">
          <ac:chgData name="Nông Văn Tình" userId="65f03aa13cf31854" providerId="LiveId" clId="{438CD9EA-72A2-4715-8819-DD0291CD8ADF}" dt="2022-05-18T06:01:30.640" v="45191"/>
          <ac:spMkLst>
            <pc:docMk/>
            <pc:sldMk cId="3468012969" sldId="264"/>
            <ac:spMk id="3078" creationId="{A1F5A34E-6E01-46D2-A3CC-CAB50BB5ADD2}"/>
          </ac:spMkLst>
        </pc:spChg>
        <pc:picChg chg="add mod">
          <ac:chgData name="Nông Văn Tình" userId="65f03aa13cf31854" providerId="LiveId" clId="{438CD9EA-72A2-4715-8819-DD0291CD8ADF}" dt="2022-05-18T06:01:30.640" v="45191"/>
          <ac:picMkLst>
            <pc:docMk/>
            <pc:sldMk cId="3468012969" sldId="264"/>
            <ac:picMk id="7" creationId="{21684ED6-2A18-1935-6951-8660EA1B073B}"/>
          </ac:picMkLst>
        </pc:picChg>
        <pc:picChg chg="add mod">
          <ac:chgData name="Nông Văn Tình" userId="65f03aa13cf31854" providerId="LiveId" clId="{438CD9EA-72A2-4715-8819-DD0291CD8ADF}" dt="2022-05-18T06:01:30.640" v="45191"/>
          <ac:picMkLst>
            <pc:docMk/>
            <pc:sldMk cId="3468012969" sldId="264"/>
            <ac:picMk id="1026" creationId="{1E2E5223-FE64-71FB-52B8-3B380298E092}"/>
          </ac:picMkLst>
        </pc:picChg>
        <pc:picChg chg="del mod">
          <ac:chgData name="Nông Văn Tình" userId="65f03aa13cf31854" providerId="LiveId" clId="{438CD9EA-72A2-4715-8819-DD0291CD8ADF}" dt="2022-05-06T12:20:27.381" v="23567" actId="478"/>
          <ac:picMkLst>
            <pc:docMk/>
            <pc:sldMk cId="3468012969" sldId="264"/>
            <ac:picMk id="3074" creationId="{F29BC583-4411-4298-B4D9-7F4EDA1CF6C0}"/>
          </ac:picMkLst>
        </pc:picChg>
      </pc:sldChg>
      <pc:sldChg chg="addSp delSp modSp add del mod">
        <pc:chgData name="Nông Văn Tình" userId="65f03aa13cf31854" providerId="LiveId" clId="{438CD9EA-72A2-4715-8819-DD0291CD8ADF}" dt="2022-05-18T06:19:34.533" v="45380" actId="47"/>
        <pc:sldMkLst>
          <pc:docMk/>
          <pc:sldMk cId="2836572229" sldId="265"/>
        </pc:sldMkLst>
        <pc:spChg chg="mod">
          <ac:chgData name="Nông Văn Tình" userId="65f03aa13cf31854" providerId="LiveId" clId="{438CD9EA-72A2-4715-8819-DD0291CD8ADF}" dt="2022-05-18T06:01:30.640" v="45191"/>
          <ac:spMkLst>
            <pc:docMk/>
            <pc:sldMk cId="2836572229" sldId="265"/>
            <ac:spMk id="3" creationId="{2E695F3F-8F0E-2F0E-83DA-8372A0910304}"/>
          </ac:spMkLst>
        </pc:spChg>
        <pc:spChg chg="add mod">
          <ac:chgData name="Nông Văn Tình" userId="65f03aa13cf31854" providerId="LiveId" clId="{438CD9EA-72A2-4715-8819-DD0291CD8ADF}" dt="2022-05-18T06:16:32.773" v="45325" actId="14100"/>
          <ac:spMkLst>
            <pc:docMk/>
            <pc:sldMk cId="2836572229" sldId="265"/>
            <ac:spMk id="6" creationId="{A3FFFDD5-BBDB-8FA9-BCE6-D2561370A5F8}"/>
          </ac:spMkLst>
        </pc:spChg>
        <pc:spChg chg="add mod">
          <ac:chgData name="Nông Văn Tình" userId="65f03aa13cf31854" providerId="LiveId" clId="{438CD9EA-72A2-4715-8819-DD0291CD8ADF}" dt="2022-05-18T06:01:30.640" v="45191"/>
          <ac:spMkLst>
            <pc:docMk/>
            <pc:sldMk cId="2836572229" sldId="265"/>
            <ac:spMk id="9" creationId="{45041E0B-0BED-B820-494B-A479EC4BB4DA}"/>
          </ac:spMkLst>
        </pc:spChg>
        <pc:spChg chg="del mod">
          <ac:chgData name="Nông Văn Tình" userId="65f03aa13cf31854" providerId="LiveId" clId="{438CD9EA-72A2-4715-8819-DD0291CD8ADF}" dt="2022-05-06T12:23:29.592" v="23652" actId="478"/>
          <ac:spMkLst>
            <pc:docMk/>
            <pc:sldMk cId="2836572229" sldId="265"/>
            <ac:spMk id="16" creationId="{9CBE5CCF-6182-4AC7-862A-D62B8542752F}"/>
          </ac:spMkLst>
        </pc:spChg>
        <pc:spChg chg="mod">
          <ac:chgData name="Nông Văn Tình" userId="65f03aa13cf31854" providerId="LiveId" clId="{438CD9EA-72A2-4715-8819-DD0291CD8ADF}" dt="2022-05-18T06:01:30.640" v="45191"/>
          <ac:spMkLst>
            <pc:docMk/>
            <pc:sldMk cId="2836572229" sldId="265"/>
            <ac:spMk id="3078" creationId="{A1F5A34E-6E01-46D2-A3CC-CAB50BB5ADD2}"/>
          </ac:spMkLst>
        </pc:spChg>
        <pc:picChg chg="add mod">
          <ac:chgData name="Nông Văn Tình" userId="65f03aa13cf31854" providerId="LiveId" clId="{438CD9EA-72A2-4715-8819-DD0291CD8ADF}" dt="2022-05-18T06:01:30.640" v="45191"/>
          <ac:picMkLst>
            <pc:docMk/>
            <pc:sldMk cId="2836572229" sldId="265"/>
            <ac:picMk id="4" creationId="{E4246607-831E-9FA9-21DF-BBE4DB433AB8}"/>
          </ac:picMkLst>
        </pc:picChg>
        <pc:picChg chg="add mod">
          <ac:chgData name="Nông Văn Tình" userId="65f03aa13cf31854" providerId="LiveId" clId="{438CD9EA-72A2-4715-8819-DD0291CD8ADF}" dt="2022-05-18T06:01:30.640" v="45191"/>
          <ac:picMkLst>
            <pc:docMk/>
            <pc:sldMk cId="2836572229" sldId="265"/>
            <ac:picMk id="8" creationId="{529F2213-B94F-D3C0-A76B-13EF29933783}"/>
          </ac:picMkLst>
        </pc:picChg>
        <pc:picChg chg="del mod">
          <ac:chgData name="Nông Văn Tình" userId="65f03aa13cf31854" providerId="LiveId" clId="{438CD9EA-72A2-4715-8819-DD0291CD8ADF}" dt="2022-05-06T12:20:30.112" v="23569" actId="478"/>
          <ac:picMkLst>
            <pc:docMk/>
            <pc:sldMk cId="2836572229" sldId="265"/>
            <ac:picMk id="3074" creationId="{F29BC583-4411-4298-B4D9-7F4EDA1CF6C0}"/>
          </ac:picMkLst>
        </pc:picChg>
      </pc:sldChg>
      <pc:sldChg chg="add del">
        <pc:chgData name="Nông Văn Tình" userId="65f03aa13cf31854" providerId="LiveId" clId="{438CD9EA-72A2-4715-8819-DD0291CD8ADF}" dt="2022-05-06T06:00:54.013" v="9176"/>
        <pc:sldMkLst>
          <pc:docMk/>
          <pc:sldMk cId="740598183" sldId="266"/>
        </pc:sldMkLst>
      </pc:sldChg>
      <pc:sldChg chg="addSp delSp modSp add del mod">
        <pc:chgData name="Nông Văn Tình" userId="65f03aa13cf31854" providerId="LiveId" clId="{438CD9EA-72A2-4715-8819-DD0291CD8ADF}" dt="2022-05-18T06:20:33.021" v="45397" actId="47"/>
        <pc:sldMkLst>
          <pc:docMk/>
          <pc:sldMk cId="1010412012" sldId="266"/>
        </pc:sldMkLst>
        <pc:spChg chg="mod">
          <ac:chgData name="Nông Văn Tình" userId="65f03aa13cf31854" providerId="LiveId" clId="{438CD9EA-72A2-4715-8819-DD0291CD8ADF}" dt="2022-05-18T06:01:30.640" v="45191"/>
          <ac:spMkLst>
            <pc:docMk/>
            <pc:sldMk cId="1010412012" sldId="266"/>
            <ac:spMk id="3" creationId="{2E695F3F-8F0E-2F0E-83DA-8372A0910304}"/>
          </ac:spMkLst>
        </pc:spChg>
        <pc:spChg chg="mod">
          <ac:chgData name="Nông Văn Tình" userId="65f03aa13cf31854" providerId="LiveId" clId="{438CD9EA-72A2-4715-8819-DD0291CD8ADF}" dt="2022-05-18T06:01:30.640" v="45191"/>
          <ac:spMkLst>
            <pc:docMk/>
            <pc:sldMk cId="1010412012" sldId="266"/>
            <ac:spMk id="6" creationId="{A3FFFDD5-BBDB-8FA9-BCE6-D2561370A5F8}"/>
          </ac:spMkLst>
        </pc:spChg>
        <pc:spChg chg="add mod">
          <ac:chgData name="Nông Văn Tình" userId="65f03aa13cf31854" providerId="LiveId" clId="{438CD9EA-72A2-4715-8819-DD0291CD8ADF}" dt="2022-05-18T06:01:30.640" v="45191"/>
          <ac:spMkLst>
            <pc:docMk/>
            <pc:sldMk cId="1010412012" sldId="266"/>
            <ac:spMk id="10" creationId="{BD5DE095-CB7A-33F4-DA6D-FEA06A612E7D}"/>
          </ac:spMkLst>
        </pc:spChg>
        <pc:spChg chg="add del mod">
          <ac:chgData name="Nông Văn Tình" userId="65f03aa13cf31854" providerId="LiveId" clId="{438CD9EA-72A2-4715-8819-DD0291CD8ADF}" dt="2022-05-06T12:31:07.392" v="23764"/>
          <ac:spMkLst>
            <pc:docMk/>
            <pc:sldMk cId="1010412012" sldId="266"/>
            <ac:spMk id="11" creationId="{A1A59BF4-4AD0-6266-7699-DAFC5819CAE0}"/>
          </ac:spMkLst>
        </pc:spChg>
        <pc:spChg chg="add mod">
          <ac:chgData name="Nông Văn Tình" userId="65f03aa13cf31854" providerId="LiveId" clId="{438CD9EA-72A2-4715-8819-DD0291CD8ADF}" dt="2022-05-18T06:01:30.640" v="45191"/>
          <ac:spMkLst>
            <pc:docMk/>
            <pc:sldMk cId="1010412012" sldId="266"/>
            <ac:spMk id="12" creationId="{99D213AF-0912-B7D8-FC20-9D9F771A723E}"/>
          </ac:spMkLst>
        </pc:spChg>
        <pc:spChg chg="add del mod">
          <ac:chgData name="Nông Văn Tình" userId="65f03aa13cf31854" providerId="LiveId" clId="{438CD9EA-72A2-4715-8819-DD0291CD8ADF}" dt="2022-05-06T12:33:46.612" v="23790" actId="478"/>
          <ac:spMkLst>
            <pc:docMk/>
            <pc:sldMk cId="1010412012" sldId="266"/>
            <ac:spMk id="13" creationId="{F153DD7F-A0CE-6775-6E96-AA470E33C6FF}"/>
          </ac:spMkLst>
        </pc:spChg>
        <pc:spChg chg="del mod">
          <ac:chgData name="Nông Văn Tình" userId="65f03aa13cf31854" providerId="LiveId" clId="{438CD9EA-72A2-4715-8819-DD0291CD8ADF}" dt="2022-05-06T12:23:33.171" v="23655" actId="478"/>
          <ac:spMkLst>
            <pc:docMk/>
            <pc:sldMk cId="1010412012" sldId="266"/>
            <ac:spMk id="16" creationId="{9CBE5CCF-6182-4AC7-862A-D62B8542752F}"/>
          </ac:spMkLst>
        </pc:spChg>
        <pc:spChg chg="del mod">
          <ac:chgData name="Nông Văn Tình" userId="65f03aa13cf31854" providerId="LiveId" clId="{438CD9EA-72A2-4715-8819-DD0291CD8ADF}" dt="2022-05-06T12:31:28.706" v="23768" actId="478"/>
          <ac:spMkLst>
            <pc:docMk/>
            <pc:sldMk cId="1010412012" sldId="266"/>
            <ac:spMk id="3078" creationId="{A1F5A34E-6E01-46D2-A3CC-CAB50BB5ADD2}"/>
          </ac:spMkLst>
        </pc:spChg>
        <pc:picChg chg="del">
          <ac:chgData name="Nông Văn Tình" userId="65f03aa13cf31854" providerId="LiveId" clId="{438CD9EA-72A2-4715-8819-DD0291CD8ADF}" dt="2022-05-06T06:02:37.776" v="9296" actId="478"/>
          <ac:picMkLst>
            <pc:docMk/>
            <pc:sldMk cId="1010412012" sldId="266"/>
            <ac:picMk id="4" creationId="{E4246607-831E-9FA9-21DF-BBE4DB433AB8}"/>
          </ac:picMkLst>
        </pc:picChg>
        <pc:picChg chg="add del mod">
          <ac:chgData name="Nông Văn Tình" userId="65f03aa13cf31854" providerId="LiveId" clId="{438CD9EA-72A2-4715-8819-DD0291CD8ADF}" dt="2022-05-06T06:05:40.744" v="9546" actId="478"/>
          <ac:picMkLst>
            <pc:docMk/>
            <pc:sldMk cId="1010412012" sldId="266"/>
            <ac:picMk id="5" creationId="{66D1F051-87BC-B3E1-31FE-39BF6FF160B4}"/>
          </ac:picMkLst>
        </pc:picChg>
        <pc:picChg chg="add mod">
          <ac:chgData name="Nông Văn Tình" userId="65f03aa13cf31854" providerId="LiveId" clId="{438CD9EA-72A2-4715-8819-DD0291CD8ADF}" dt="2022-05-18T06:01:30.640" v="45191"/>
          <ac:picMkLst>
            <pc:docMk/>
            <pc:sldMk cId="1010412012" sldId="266"/>
            <ac:picMk id="8" creationId="{BCF095F9-7E28-8157-A013-646C634106A8}"/>
          </ac:picMkLst>
        </pc:picChg>
        <pc:picChg chg="add mod">
          <ac:chgData name="Nông Văn Tình" userId="65f03aa13cf31854" providerId="LiveId" clId="{438CD9EA-72A2-4715-8819-DD0291CD8ADF}" dt="2022-05-18T06:01:30.640" v="45191"/>
          <ac:picMkLst>
            <pc:docMk/>
            <pc:sldMk cId="1010412012" sldId="266"/>
            <ac:picMk id="9" creationId="{BAB1057D-69B6-2FFD-E69B-EC867071CEEC}"/>
          </ac:picMkLst>
        </pc:picChg>
        <pc:picChg chg="del mod">
          <ac:chgData name="Nông Văn Tình" userId="65f03aa13cf31854" providerId="LiveId" clId="{438CD9EA-72A2-4715-8819-DD0291CD8ADF}" dt="2022-05-06T12:20:33.110" v="23571" actId="478"/>
          <ac:picMkLst>
            <pc:docMk/>
            <pc:sldMk cId="1010412012" sldId="266"/>
            <ac:picMk id="3074" creationId="{F29BC583-4411-4298-B4D9-7F4EDA1CF6C0}"/>
          </ac:picMkLst>
        </pc:picChg>
      </pc:sldChg>
      <pc:sldChg chg="addSp delSp modSp add del mod">
        <pc:chgData name="Nông Văn Tình" userId="65f03aa13cf31854" providerId="LiveId" clId="{438CD9EA-72A2-4715-8819-DD0291CD8ADF}" dt="2022-05-18T06:21:08.831" v="45405" actId="47"/>
        <pc:sldMkLst>
          <pc:docMk/>
          <pc:sldMk cId="2057729078" sldId="267"/>
        </pc:sldMkLst>
        <pc:spChg chg="mod">
          <ac:chgData name="Nông Văn Tình" userId="65f03aa13cf31854" providerId="LiveId" clId="{438CD9EA-72A2-4715-8819-DD0291CD8ADF}" dt="2022-05-18T06:01:30.640" v="45191"/>
          <ac:spMkLst>
            <pc:docMk/>
            <pc:sldMk cId="2057729078" sldId="267"/>
            <ac:spMk id="3" creationId="{2E695F3F-8F0E-2F0E-83DA-8372A0910304}"/>
          </ac:spMkLst>
        </pc:spChg>
        <pc:spChg chg="mod">
          <ac:chgData name="Nông Văn Tình" userId="65f03aa13cf31854" providerId="LiveId" clId="{438CD9EA-72A2-4715-8819-DD0291CD8ADF}" dt="2022-05-18T06:01:30.640" v="45191"/>
          <ac:spMkLst>
            <pc:docMk/>
            <pc:sldMk cId="2057729078" sldId="267"/>
            <ac:spMk id="6" creationId="{A3FFFDD5-BBDB-8FA9-BCE6-D2561370A5F8}"/>
          </ac:spMkLst>
        </pc:spChg>
        <pc:spChg chg="add mod">
          <ac:chgData name="Nông Văn Tình" userId="65f03aa13cf31854" providerId="LiveId" clId="{438CD9EA-72A2-4715-8819-DD0291CD8ADF}" dt="2022-05-18T06:01:30.640" v="45191"/>
          <ac:spMkLst>
            <pc:docMk/>
            <pc:sldMk cId="2057729078" sldId="267"/>
            <ac:spMk id="9" creationId="{A24DC42E-207D-9ED9-3F0C-3612E0AC111E}"/>
          </ac:spMkLst>
        </pc:spChg>
        <pc:spChg chg="add mod">
          <ac:chgData name="Nông Văn Tình" userId="65f03aa13cf31854" providerId="LiveId" clId="{438CD9EA-72A2-4715-8819-DD0291CD8ADF}" dt="2022-05-18T06:01:30.640" v="45191"/>
          <ac:spMkLst>
            <pc:docMk/>
            <pc:sldMk cId="2057729078" sldId="267"/>
            <ac:spMk id="10" creationId="{DC4B1B00-8657-03E1-83F2-51AABE14829A}"/>
          </ac:spMkLst>
        </pc:spChg>
        <pc:spChg chg="del mod">
          <ac:chgData name="Nông Văn Tình" userId="65f03aa13cf31854" providerId="LiveId" clId="{438CD9EA-72A2-4715-8819-DD0291CD8ADF}" dt="2022-05-06T12:23:35.614" v="23658" actId="478"/>
          <ac:spMkLst>
            <pc:docMk/>
            <pc:sldMk cId="2057729078" sldId="267"/>
            <ac:spMk id="16" creationId="{9CBE5CCF-6182-4AC7-862A-D62B8542752F}"/>
          </ac:spMkLst>
        </pc:spChg>
        <pc:spChg chg="del mod">
          <ac:chgData name="Nông Văn Tình" userId="65f03aa13cf31854" providerId="LiveId" clId="{438CD9EA-72A2-4715-8819-DD0291CD8ADF}" dt="2022-05-06T12:31:34.050" v="23770" actId="478"/>
          <ac:spMkLst>
            <pc:docMk/>
            <pc:sldMk cId="2057729078" sldId="267"/>
            <ac:spMk id="3078" creationId="{A1F5A34E-6E01-46D2-A3CC-CAB50BB5ADD2}"/>
          </ac:spMkLst>
        </pc:spChg>
        <pc:picChg chg="add mod">
          <ac:chgData name="Nông Văn Tình" userId="65f03aa13cf31854" providerId="LiveId" clId="{438CD9EA-72A2-4715-8819-DD0291CD8ADF}" dt="2022-05-18T06:01:30.640" v="45191"/>
          <ac:picMkLst>
            <pc:docMk/>
            <pc:sldMk cId="2057729078" sldId="267"/>
            <ac:picMk id="4" creationId="{9B4DAF40-B7A6-8B9C-6CF9-22EED45EE9B0}"/>
          </ac:picMkLst>
        </pc:picChg>
        <pc:picChg chg="del">
          <ac:chgData name="Nông Văn Tình" userId="65f03aa13cf31854" providerId="LiveId" clId="{438CD9EA-72A2-4715-8819-DD0291CD8ADF}" dt="2022-05-06T06:09:37.541" v="9549" actId="478"/>
          <ac:picMkLst>
            <pc:docMk/>
            <pc:sldMk cId="2057729078" sldId="267"/>
            <ac:picMk id="8" creationId="{BCF095F9-7E28-8157-A013-646C634106A8}"/>
          </ac:picMkLst>
        </pc:picChg>
        <pc:picChg chg="add mod">
          <ac:chgData name="Nông Văn Tình" userId="65f03aa13cf31854" providerId="LiveId" clId="{438CD9EA-72A2-4715-8819-DD0291CD8ADF}" dt="2022-05-18T06:01:30.640" v="45191"/>
          <ac:picMkLst>
            <pc:docMk/>
            <pc:sldMk cId="2057729078" sldId="267"/>
            <ac:picMk id="8" creationId="{D3D31170-591E-0926-F4C0-290887176427}"/>
          </ac:picMkLst>
        </pc:picChg>
        <pc:picChg chg="del mod">
          <ac:chgData name="Nông Văn Tình" userId="65f03aa13cf31854" providerId="LiveId" clId="{438CD9EA-72A2-4715-8819-DD0291CD8ADF}" dt="2022-05-06T12:20:38.179" v="23573" actId="478"/>
          <ac:picMkLst>
            <pc:docMk/>
            <pc:sldMk cId="2057729078" sldId="267"/>
            <ac:picMk id="3074" creationId="{F29BC583-4411-4298-B4D9-7F4EDA1CF6C0}"/>
          </ac:picMkLst>
        </pc:picChg>
      </pc:sldChg>
      <pc:sldChg chg="addSp delSp modSp add del mod">
        <pc:chgData name="Nông Văn Tình" userId="65f03aa13cf31854" providerId="LiveId" clId="{438CD9EA-72A2-4715-8819-DD0291CD8ADF}" dt="2022-05-18T06:21:50.079" v="45416" actId="47"/>
        <pc:sldMkLst>
          <pc:docMk/>
          <pc:sldMk cId="1920490073" sldId="268"/>
        </pc:sldMkLst>
        <pc:spChg chg="mod">
          <ac:chgData name="Nông Văn Tình" userId="65f03aa13cf31854" providerId="LiveId" clId="{438CD9EA-72A2-4715-8819-DD0291CD8ADF}" dt="2022-05-18T06:01:30.640" v="45191"/>
          <ac:spMkLst>
            <pc:docMk/>
            <pc:sldMk cId="1920490073" sldId="268"/>
            <ac:spMk id="3" creationId="{2E695F3F-8F0E-2F0E-83DA-8372A0910304}"/>
          </ac:spMkLst>
        </pc:spChg>
        <pc:spChg chg="mod">
          <ac:chgData name="Nông Văn Tình" userId="65f03aa13cf31854" providerId="LiveId" clId="{438CD9EA-72A2-4715-8819-DD0291CD8ADF}" dt="2022-05-18T06:01:30.640" v="45191"/>
          <ac:spMkLst>
            <pc:docMk/>
            <pc:sldMk cId="1920490073" sldId="268"/>
            <ac:spMk id="6" creationId="{A3FFFDD5-BBDB-8FA9-BCE6-D2561370A5F8}"/>
          </ac:spMkLst>
        </pc:spChg>
        <pc:spChg chg="add mod">
          <ac:chgData name="Nông Văn Tình" userId="65f03aa13cf31854" providerId="LiveId" clId="{438CD9EA-72A2-4715-8819-DD0291CD8ADF}" dt="2022-05-18T06:01:30.640" v="45191"/>
          <ac:spMkLst>
            <pc:docMk/>
            <pc:sldMk cId="1920490073" sldId="268"/>
            <ac:spMk id="9" creationId="{68D9EF9C-4FFE-EA57-90AF-CDAD17B9E2BB}"/>
          </ac:spMkLst>
        </pc:spChg>
        <pc:spChg chg="add mod">
          <ac:chgData name="Nông Văn Tình" userId="65f03aa13cf31854" providerId="LiveId" clId="{438CD9EA-72A2-4715-8819-DD0291CD8ADF}" dt="2022-05-18T06:01:30.640" v="45191"/>
          <ac:spMkLst>
            <pc:docMk/>
            <pc:sldMk cId="1920490073" sldId="268"/>
            <ac:spMk id="10" creationId="{B7DC267A-4C69-9A8B-701D-AA496E7631E9}"/>
          </ac:spMkLst>
        </pc:spChg>
        <pc:spChg chg="del mod">
          <ac:chgData name="Nông Văn Tình" userId="65f03aa13cf31854" providerId="LiveId" clId="{438CD9EA-72A2-4715-8819-DD0291CD8ADF}" dt="2022-05-06T12:23:39.459" v="23661" actId="478"/>
          <ac:spMkLst>
            <pc:docMk/>
            <pc:sldMk cId="1920490073" sldId="268"/>
            <ac:spMk id="16" creationId="{9CBE5CCF-6182-4AC7-862A-D62B8542752F}"/>
          </ac:spMkLst>
        </pc:spChg>
        <pc:spChg chg="del mod">
          <ac:chgData name="Nông Văn Tình" userId="65f03aa13cf31854" providerId="LiveId" clId="{438CD9EA-72A2-4715-8819-DD0291CD8ADF}" dt="2022-05-06T12:31:40.127" v="23772" actId="478"/>
          <ac:spMkLst>
            <pc:docMk/>
            <pc:sldMk cId="1920490073" sldId="268"/>
            <ac:spMk id="3078" creationId="{A1F5A34E-6E01-46D2-A3CC-CAB50BB5ADD2}"/>
          </ac:spMkLst>
        </pc:spChg>
        <pc:picChg chg="del">
          <ac:chgData name="Nông Văn Tình" userId="65f03aa13cf31854" providerId="LiveId" clId="{438CD9EA-72A2-4715-8819-DD0291CD8ADF}" dt="2022-05-06T06:21:05.148" v="9896" actId="478"/>
          <ac:picMkLst>
            <pc:docMk/>
            <pc:sldMk cId="1920490073" sldId="268"/>
            <ac:picMk id="4" creationId="{9B4DAF40-B7A6-8B9C-6CF9-22EED45EE9B0}"/>
          </ac:picMkLst>
        </pc:picChg>
        <pc:picChg chg="add mod">
          <ac:chgData name="Nông Văn Tình" userId="65f03aa13cf31854" providerId="LiveId" clId="{438CD9EA-72A2-4715-8819-DD0291CD8ADF}" dt="2022-05-18T06:01:30.640" v="45191"/>
          <ac:picMkLst>
            <pc:docMk/>
            <pc:sldMk cId="1920490073" sldId="268"/>
            <ac:picMk id="5" creationId="{D17F0907-E85B-BE9E-BFF4-2D65D20F3268}"/>
          </ac:picMkLst>
        </pc:picChg>
        <pc:picChg chg="add mod">
          <ac:chgData name="Nông Văn Tình" userId="65f03aa13cf31854" providerId="LiveId" clId="{438CD9EA-72A2-4715-8819-DD0291CD8ADF}" dt="2022-05-18T06:01:30.640" v="45191"/>
          <ac:picMkLst>
            <pc:docMk/>
            <pc:sldMk cId="1920490073" sldId="268"/>
            <ac:picMk id="8" creationId="{81E7D301-E7E1-D803-27E5-6C776C5F4B77}"/>
          </ac:picMkLst>
        </pc:picChg>
        <pc:picChg chg="del mod">
          <ac:chgData name="Nông Văn Tình" userId="65f03aa13cf31854" providerId="LiveId" clId="{438CD9EA-72A2-4715-8819-DD0291CD8ADF}" dt="2022-05-06T12:20:41.273" v="23575" actId="478"/>
          <ac:picMkLst>
            <pc:docMk/>
            <pc:sldMk cId="1920490073" sldId="268"/>
            <ac:picMk id="3074" creationId="{F29BC583-4411-4298-B4D9-7F4EDA1CF6C0}"/>
          </ac:picMkLst>
        </pc:picChg>
      </pc:sldChg>
      <pc:sldChg chg="addSp delSp modSp add del mod">
        <pc:chgData name="Nông Văn Tình" userId="65f03aa13cf31854" providerId="LiveId" clId="{438CD9EA-72A2-4715-8819-DD0291CD8ADF}" dt="2022-05-18T06:22:26.017" v="45427" actId="47"/>
        <pc:sldMkLst>
          <pc:docMk/>
          <pc:sldMk cId="2103887493" sldId="269"/>
        </pc:sldMkLst>
        <pc:spChg chg="mod">
          <ac:chgData name="Nông Văn Tình" userId="65f03aa13cf31854" providerId="LiveId" clId="{438CD9EA-72A2-4715-8819-DD0291CD8ADF}" dt="2022-05-18T06:01:30.640" v="45191"/>
          <ac:spMkLst>
            <pc:docMk/>
            <pc:sldMk cId="2103887493" sldId="269"/>
            <ac:spMk id="3" creationId="{2E695F3F-8F0E-2F0E-83DA-8372A0910304}"/>
          </ac:spMkLst>
        </pc:spChg>
        <pc:spChg chg="mod">
          <ac:chgData name="Nông Văn Tình" userId="65f03aa13cf31854" providerId="LiveId" clId="{438CD9EA-72A2-4715-8819-DD0291CD8ADF}" dt="2022-05-18T06:01:30.640" v="45191"/>
          <ac:spMkLst>
            <pc:docMk/>
            <pc:sldMk cId="2103887493" sldId="269"/>
            <ac:spMk id="6" creationId="{A3FFFDD5-BBDB-8FA9-BCE6-D2561370A5F8}"/>
          </ac:spMkLst>
        </pc:spChg>
        <pc:spChg chg="add mod">
          <ac:chgData name="Nông Văn Tình" userId="65f03aa13cf31854" providerId="LiveId" clId="{438CD9EA-72A2-4715-8819-DD0291CD8ADF}" dt="2022-05-18T06:01:30.640" v="45191"/>
          <ac:spMkLst>
            <pc:docMk/>
            <pc:sldMk cId="2103887493" sldId="269"/>
            <ac:spMk id="9" creationId="{A8D4DB41-8F71-8C2F-3C88-6B7935EE769C}"/>
          </ac:spMkLst>
        </pc:spChg>
        <pc:spChg chg="add mod">
          <ac:chgData name="Nông Văn Tình" userId="65f03aa13cf31854" providerId="LiveId" clId="{438CD9EA-72A2-4715-8819-DD0291CD8ADF}" dt="2022-05-18T06:01:30.640" v="45191"/>
          <ac:spMkLst>
            <pc:docMk/>
            <pc:sldMk cId="2103887493" sldId="269"/>
            <ac:spMk id="10" creationId="{3F93F902-696B-CEF7-72E4-5244DB418F14}"/>
          </ac:spMkLst>
        </pc:spChg>
        <pc:spChg chg="del mod">
          <ac:chgData name="Nông Văn Tình" userId="65f03aa13cf31854" providerId="LiveId" clId="{438CD9EA-72A2-4715-8819-DD0291CD8ADF}" dt="2022-05-06T12:23:41.994" v="23664" actId="478"/>
          <ac:spMkLst>
            <pc:docMk/>
            <pc:sldMk cId="2103887493" sldId="269"/>
            <ac:spMk id="16" creationId="{9CBE5CCF-6182-4AC7-862A-D62B8542752F}"/>
          </ac:spMkLst>
        </pc:spChg>
        <pc:spChg chg="del mod">
          <ac:chgData name="Nông Văn Tình" userId="65f03aa13cf31854" providerId="LiveId" clId="{438CD9EA-72A2-4715-8819-DD0291CD8ADF}" dt="2022-05-06T12:31:50.061" v="23775" actId="478"/>
          <ac:spMkLst>
            <pc:docMk/>
            <pc:sldMk cId="2103887493" sldId="269"/>
            <ac:spMk id="3078" creationId="{A1F5A34E-6E01-46D2-A3CC-CAB50BB5ADD2}"/>
          </ac:spMkLst>
        </pc:spChg>
        <pc:picChg chg="add mod">
          <ac:chgData name="Nông Văn Tình" userId="65f03aa13cf31854" providerId="LiveId" clId="{438CD9EA-72A2-4715-8819-DD0291CD8ADF}" dt="2022-05-18T06:01:30.640" v="45191"/>
          <ac:picMkLst>
            <pc:docMk/>
            <pc:sldMk cId="2103887493" sldId="269"/>
            <ac:picMk id="4" creationId="{3BAFCF7A-254F-0449-7AA5-F719C4537FFC}"/>
          </ac:picMkLst>
        </pc:picChg>
        <pc:picChg chg="del">
          <ac:chgData name="Nông Văn Tình" userId="65f03aa13cf31854" providerId="LiveId" clId="{438CD9EA-72A2-4715-8819-DD0291CD8ADF}" dt="2022-05-06T06:24:41.485" v="10203" actId="478"/>
          <ac:picMkLst>
            <pc:docMk/>
            <pc:sldMk cId="2103887493" sldId="269"/>
            <ac:picMk id="5" creationId="{D17F0907-E85B-BE9E-BFF4-2D65D20F3268}"/>
          </ac:picMkLst>
        </pc:picChg>
        <pc:picChg chg="add mod">
          <ac:chgData name="Nông Văn Tình" userId="65f03aa13cf31854" providerId="LiveId" clId="{438CD9EA-72A2-4715-8819-DD0291CD8ADF}" dt="2022-05-18T06:01:30.640" v="45191"/>
          <ac:picMkLst>
            <pc:docMk/>
            <pc:sldMk cId="2103887493" sldId="269"/>
            <ac:picMk id="8" creationId="{139B2950-390A-7BAC-46C6-038B0CA4276D}"/>
          </ac:picMkLst>
        </pc:picChg>
        <pc:picChg chg="del mod">
          <ac:chgData name="Nông Văn Tình" userId="65f03aa13cf31854" providerId="LiveId" clId="{438CD9EA-72A2-4715-8819-DD0291CD8ADF}" dt="2022-05-06T12:20:44.162" v="23577" actId="478"/>
          <ac:picMkLst>
            <pc:docMk/>
            <pc:sldMk cId="2103887493" sldId="269"/>
            <ac:picMk id="3074" creationId="{F29BC583-4411-4298-B4D9-7F4EDA1CF6C0}"/>
          </ac:picMkLst>
        </pc:picChg>
      </pc:sldChg>
      <pc:sldChg chg="addSp delSp modSp add del mod">
        <pc:chgData name="Nông Văn Tình" userId="65f03aa13cf31854" providerId="LiveId" clId="{438CD9EA-72A2-4715-8819-DD0291CD8ADF}" dt="2022-05-18T06:22:58.076" v="45438" actId="47"/>
        <pc:sldMkLst>
          <pc:docMk/>
          <pc:sldMk cId="3687532309" sldId="270"/>
        </pc:sldMkLst>
        <pc:spChg chg="mod">
          <ac:chgData name="Nông Văn Tình" userId="65f03aa13cf31854" providerId="LiveId" clId="{438CD9EA-72A2-4715-8819-DD0291CD8ADF}" dt="2022-05-18T06:01:30.640" v="45191"/>
          <ac:spMkLst>
            <pc:docMk/>
            <pc:sldMk cId="3687532309" sldId="270"/>
            <ac:spMk id="3" creationId="{2E695F3F-8F0E-2F0E-83DA-8372A0910304}"/>
          </ac:spMkLst>
        </pc:spChg>
        <pc:spChg chg="mod">
          <ac:chgData name="Nông Văn Tình" userId="65f03aa13cf31854" providerId="LiveId" clId="{438CD9EA-72A2-4715-8819-DD0291CD8ADF}" dt="2022-05-18T06:01:30.640" v="45191"/>
          <ac:spMkLst>
            <pc:docMk/>
            <pc:sldMk cId="3687532309" sldId="270"/>
            <ac:spMk id="6" creationId="{A3FFFDD5-BBDB-8FA9-BCE6-D2561370A5F8}"/>
          </ac:spMkLst>
        </pc:spChg>
        <pc:spChg chg="add del mod">
          <ac:chgData name="Nông Văn Tình" userId="65f03aa13cf31854" providerId="LiveId" clId="{438CD9EA-72A2-4715-8819-DD0291CD8ADF}" dt="2022-05-06T12:23:45.865" v="23668"/>
          <ac:spMkLst>
            <pc:docMk/>
            <pc:sldMk cId="3687532309" sldId="270"/>
            <ac:spMk id="9" creationId="{0B5D3A53-1442-0F7D-7D28-E2DA02A82839}"/>
          </ac:spMkLst>
        </pc:spChg>
        <pc:spChg chg="add mod">
          <ac:chgData name="Nông Văn Tình" userId="65f03aa13cf31854" providerId="LiveId" clId="{438CD9EA-72A2-4715-8819-DD0291CD8ADF}" dt="2022-05-18T06:01:30.640" v="45191"/>
          <ac:spMkLst>
            <pc:docMk/>
            <pc:sldMk cId="3687532309" sldId="270"/>
            <ac:spMk id="10" creationId="{7D11E150-0FA5-4CBB-2F9E-CFDF7F3C9E8F}"/>
          </ac:spMkLst>
        </pc:spChg>
        <pc:spChg chg="add mod">
          <ac:chgData name="Nông Văn Tình" userId="65f03aa13cf31854" providerId="LiveId" clId="{438CD9EA-72A2-4715-8819-DD0291CD8ADF}" dt="2022-05-18T06:01:30.640" v="45191"/>
          <ac:spMkLst>
            <pc:docMk/>
            <pc:sldMk cId="3687532309" sldId="270"/>
            <ac:spMk id="11" creationId="{5BE46534-19E2-E2D9-F3DD-178544BC2D65}"/>
          </ac:spMkLst>
        </pc:spChg>
        <pc:spChg chg="del mod">
          <ac:chgData name="Nông Văn Tình" userId="65f03aa13cf31854" providerId="LiveId" clId="{438CD9EA-72A2-4715-8819-DD0291CD8ADF}" dt="2022-05-06T12:23:46.326" v="23669" actId="478"/>
          <ac:spMkLst>
            <pc:docMk/>
            <pc:sldMk cId="3687532309" sldId="270"/>
            <ac:spMk id="16" creationId="{9CBE5CCF-6182-4AC7-862A-D62B8542752F}"/>
          </ac:spMkLst>
        </pc:spChg>
        <pc:spChg chg="del mod">
          <ac:chgData name="Nông Văn Tình" userId="65f03aa13cf31854" providerId="LiveId" clId="{438CD9EA-72A2-4715-8819-DD0291CD8ADF}" dt="2022-05-06T12:31:56.698" v="23778" actId="478"/>
          <ac:spMkLst>
            <pc:docMk/>
            <pc:sldMk cId="3687532309" sldId="270"/>
            <ac:spMk id="3078" creationId="{A1F5A34E-6E01-46D2-A3CC-CAB50BB5ADD2}"/>
          </ac:spMkLst>
        </pc:spChg>
        <pc:picChg chg="del">
          <ac:chgData name="Nông Văn Tình" userId="65f03aa13cf31854" providerId="LiveId" clId="{438CD9EA-72A2-4715-8819-DD0291CD8ADF}" dt="2022-05-06T06:29:03.977" v="10375" actId="478"/>
          <ac:picMkLst>
            <pc:docMk/>
            <pc:sldMk cId="3687532309" sldId="270"/>
            <ac:picMk id="4" creationId="{3BAFCF7A-254F-0449-7AA5-F719C4537FFC}"/>
          </ac:picMkLst>
        </pc:picChg>
        <pc:picChg chg="add mod">
          <ac:chgData name="Nông Văn Tình" userId="65f03aa13cf31854" providerId="LiveId" clId="{438CD9EA-72A2-4715-8819-DD0291CD8ADF}" dt="2022-05-18T06:01:30.640" v="45191"/>
          <ac:picMkLst>
            <pc:docMk/>
            <pc:sldMk cId="3687532309" sldId="270"/>
            <ac:picMk id="5" creationId="{6454164B-6A94-C768-4368-5BCB4255D8FB}"/>
          </ac:picMkLst>
        </pc:picChg>
        <pc:picChg chg="add mod">
          <ac:chgData name="Nông Văn Tình" userId="65f03aa13cf31854" providerId="LiveId" clId="{438CD9EA-72A2-4715-8819-DD0291CD8ADF}" dt="2022-05-18T06:01:30.640" v="45191"/>
          <ac:picMkLst>
            <pc:docMk/>
            <pc:sldMk cId="3687532309" sldId="270"/>
            <ac:picMk id="8" creationId="{E6F3A521-CC3A-B67D-6BC6-5042F3BA49A4}"/>
          </ac:picMkLst>
        </pc:picChg>
        <pc:picChg chg="del mod">
          <ac:chgData name="Nông Văn Tình" userId="65f03aa13cf31854" providerId="LiveId" clId="{438CD9EA-72A2-4715-8819-DD0291CD8ADF}" dt="2022-05-06T12:20:48.198" v="23579" actId="478"/>
          <ac:picMkLst>
            <pc:docMk/>
            <pc:sldMk cId="3687532309" sldId="270"/>
            <ac:picMk id="3074" creationId="{F29BC583-4411-4298-B4D9-7F4EDA1CF6C0}"/>
          </ac:picMkLst>
        </pc:picChg>
      </pc:sldChg>
      <pc:sldChg chg="addSp delSp modSp add del mod">
        <pc:chgData name="Nông Văn Tình" userId="65f03aa13cf31854" providerId="LiveId" clId="{438CD9EA-72A2-4715-8819-DD0291CD8ADF}" dt="2022-05-18T08:42:50.574" v="45457" actId="47"/>
        <pc:sldMkLst>
          <pc:docMk/>
          <pc:sldMk cId="2098134790" sldId="271"/>
        </pc:sldMkLst>
        <pc:spChg chg="mod">
          <ac:chgData name="Nông Văn Tình" userId="65f03aa13cf31854" providerId="LiveId" clId="{438CD9EA-72A2-4715-8819-DD0291CD8ADF}" dt="2022-05-18T06:01:30.640" v="45191"/>
          <ac:spMkLst>
            <pc:docMk/>
            <pc:sldMk cId="2098134790" sldId="271"/>
            <ac:spMk id="3" creationId="{2E695F3F-8F0E-2F0E-83DA-8372A0910304}"/>
          </ac:spMkLst>
        </pc:spChg>
        <pc:spChg chg="mod">
          <ac:chgData name="Nông Văn Tình" userId="65f03aa13cf31854" providerId="LiveId" clId="{438CD9EA-72A2-4715-8819-DD0291CD8ADF}" dt="2022-05-18T06:01:30.640" v="45191"/>
          <ac:spMkLst>
            <pc:docMk/>
            <pc:sldMk cId="2098134790" sldId="271"/>
            <ac:spMk id="6" creationId="{A3FFFDD5-BBDB-8FA9-BCE6-D2561370A5F8}"/>
          </ac:spMkLst>
        </pc:spChg>
        <pc:spChg chg="add del mod">
          <ac:chgData name="Nông Văn Tình" userId="65f03aa13cf31854" providerId="LiveId" clId="{438CD9EA-72A2-4715-8819-DD0291CD8ADF}" dt="2022-05-06T12:23:52.211" v="23673"/>
          <ac:spMkLst>
            <pc:docMk/>
            <pc:sldMk cId="2098134790" sldId="271"/>
            <ac:spMk id="9" creationId="{D93D9A7D-AE08-38C7-86B2-66A4306F3558}"/>
          </ac:spMkLst>
        </pc:spChg>
        <pc:spChg chg="add mod">
          <ac:chgData name="Nông Văn Tình" userId="65f03aa13cf31854" providerId="LiveId" clId="{438CD9EA-72A2-4715-8819-DD0291CD8ADF}" dt="2022-05-18T06:01:30.640" v="45191"/>
          <ac:spMkLst>
            <pc:docMk/>
            <pc:sldMk cId="2098134790" sldId="271"/>
            <ac:spMk id="10" creationId="{29E83C71-1CE8-B409-7069-CBA26E2B8AD2}"/>
          </ac:spMkLst>
        </pc:spChg>
        <pc:spChg chg="add mod">
          <ac:chgData name="Nông Văn Tình" userId="65f03aa13cf31854" providerId="LiveId" clId="{438CD9EA-72A2-4715-8819-DD0291CD8ADF}" dt="2022-05-18T06:01:30.640" v="45191"/>
          <ac:spMkLst>
            <pc:docMk/>
            <pc:sldMk cId="2098134790" sldId="271"/>
            <ac:spMk id="11" creationId="{CBF64366-DE9A-96FF-A00D-4CAA16F67E15}"/>
          </ac:spMkLst>
        </pc:spChg>
        <pc:spChg chg="del mod">
          <ac:chgData name="Nông Văn Tình" userId="65f03aa13cf31854" providerId="LiveId" clId="{438CD9EA-72A2-4715-8819-DD0291CD8ADF}" dt="2022-05-06T12:23:52.520" v="23674" actId="478"/>
          <ac:spMkLst>
            <pc:docMk/>
            <pc:sldMk cId="2098134790" sldId="271"/>
            <ac:spMk id="16" creationId="{9CBE5CCF-6182-4AC7-862A-D62B8542752F}"/>
          </ac:spMkLst>
        </pc:spChg>
        <pc:spChg chg="del mod">
          <ac:chgData name="Nông Văn Tình" userId="65f03aa13cf31854" providerId="LiveId" clId="{438CD9EA-72A2-4715-8819-DD0291CD8ADF}" dt="2022-05-06T12:32:01.250" v="23781" actId="478"/>
          <ac:spMkLst>
            <pc:docMk/>
            <pc:sldMk cId="2098134790" sldId="271"/>
            <ac:spMk id="3078" creationId="{A1F5A34E-6E01-46D2-A3CC-CAB50BB5ADD2}"/>
          </ac:spMkLst>
        </pc:spChg>
        <pc:picChg chg="del">
          <ac:chgData name="Nông Văn Tình" userId="65f03aa13cf31854" providerId="LiveId" clId="{438CD9EA-72A2-4715-8819-DD0291CD8ADF}" dt="2022-05-06T06:49:52.213" v="10466" actId="478"/>
          <ac:picMkLst>
            <pc:docMk/>
            <pc:sldMk cId="2098134790" sldId="271"/>
            <ac:picMk id="5" creationId="{6454164B-6A94-C768-4368-5BCB4255D8FB}"/>
          </ac:picMkLst>
        </pc:picChg>
        <pc:picChg chg="add del mod">
          <ac:chgData name="Nông Văn Tình" userId="65f03aa13cf31854" providerId="LiveId" clId="{438CD9EA-72A2-4715-8819-DD0291CD8ADF}" dt="2022-05-06T12:20:52.706" v="23582"/>
          <ac:picMkLst>
            <pc:docMk/>
            <pc:sldMk cId="2098134790" sldId="271"/>
            <ac:picMk id="7" creationId="{9E0115B8-860E-7548-7530-02F3931C4182}"/>
          </ac:picMkLst>
        </pc:picChg>
        <pc:picChg chg="add mod">
          <ac:chgData name="Nông Văn Tình" userId="65f03aa13cf31854" providerId="LiveId" clId="{438CD9EA-72A2-4715-8819-DD0291CD8ADF}" dt="2022-05-18T06:01:30.640" v="45191"/>
          <ac:picMkLst>
            <pc:docMk/>
            <pc:sldMk cId="2098134790" sldId="271"/>
            <ac:picMk id="8" creationId="{DA25360A-71AC-D2E5-A684-97E8A58D0928}"/>
          </ac:picMkLst>
        </pc:picChg>
        <pc:picChg chg="del mod">
          <ac:chgData name="Nông Văn Tình" userId="65f03aa13cf31854" providerId="LiveId" clId="{438CD9EA-72A2-4715-8819-DD0291CD8ADF}" dt="2022-05-06T12:20:53.121" v="23583" actId="478"/>
          <ac:picMkLst>
            <pc:docMk/>
            <pc:sldMk cId="2098134790" sldId="271"/>
            <ac:picMk id="3074" creationId="{F29BC583-4411-4298-B4D9-7F4EDA1CF6C0}"/>
          </ac:picMkLst>
        </pc:picChg>
      </pc:sldChg>
      <pc:sldChg chg="addSp delSp modSp add del mod">
        <pc:chgData name="Nông Văn Tình" userId="65f03aa13cf31854" providerId="LiveId" clId="{438CD9EA-72A2-4715-8819-DD0291CD8ADF}" dt="2022-05-18T08:43:20.039" v="45465" actId="47"/>
        <pc:sldMkLst>
          <pc:docMk/>
          <pc:sldMk cId="2966751954" sldId="272"/>
        </pc:sldMkLst>
        <pc:spChg chg="mod">
          <ac:chgData name="Nông Văn Tình" userId="65f03aa13cf31854" providerId="LiveId" clId="{438CD9EA-72A2-4715-8819-DD0291CD8ADF}" dt="2022-05-18T06:01:30.640" v="45191"/>
          <ac:spMkLst>
            <pc:docMk/>
            <pc:sldMk cId="2966751954" sldId="272"/>
            <ac:spMk id="3" creationId="{2E695F3F-8F0E-2F0E-83DA-8372A0910304}"/>
          </ac:spMkLst>
        </pc:spChg>
        <pc:spChg chg="del">
          <ac:chgData name="Nông Văn Tình" userId="65f03aa13cf31854" providerId="LiveId" clId="{438CD9EA-72A2-4715-8819-DD0291CD8ADF}" dt="2022-05-06T06:52:36.704" v="10770" actId="478"/>
          <ac:spMkLst>
            <pc:docMk/>
            <pc:sldMk cId="2966751954" sldId="272"/>
            <ac:spMk id="6" creationId="{A3FFFDD5-BBDB-8FA9-BCE6-D2561370A5F8}"/>
          </ac:spMkLst>
        </pc:spChg>
        <pc:spChg chg="add del mod">
          <ac:chgData name="Nông Văn Tình" userId="65f03aa13cf31854" providerId="LiveId" clId="{438CD9EA-72A2-4715-8819-DD0291CD8ADF}" dt="2022-05-06T12:23:56.719" v="23678"/>
          <ac:spMkLst>
            <pc:docMk/>
            <pc:sldMk cId="2966751954" sldId="272"/>
            <ac:spMk id="7" creationId="{B1E25025-062F-EE4D-DA95-633A0690BB03}"/>
          </ac:spMkLst>
        </pc:spChg>
        <pc:spChg chg="add mod">
          <ac:chgData name="Nông Văn Tình" userId="65f03aa13cf31854" providerId="LiveId" clId="{438CD9EA-72A2-4715-8819-DD0291CD8ADF}" dt="2022-05-18T06:01:30.640" v="45191"/>
          <ac:spMkLst>
            <pc:docMk/>
            <pc:sldMk cId="2966751954" sldId="272"/>
            <ac:spMk id="8" creationId="{F06504E2-2159-549F-6A0C-B5A33B7942BF}"/>
          </ac:spMkLst>
        </pc:spChg>
        <pc:spChg chg="add del mod">
          <ac:chgData name="Nông Văn Tình" userId="65f03aa13cf31854" providerId="LiveId" clId="{438CD9EA-72A2-4715-8819-DD0291CD8ADF}" dt="2022-05-06T12:32:09.947" v="23785"/>
          <ac:spMkLst>
            <pc:docMk/>
            <pc:sldMk cId="2966751954" sldId="272"/>
            <ac:spMk id="9" creationId="{AD8B7CF3-0BBF-CFBB-294F-FA19F6D0EE4D}"/>
          </ac:spMkLst>
        </pc:spChg>
        <pc:spChg chg="del mod">
          <ac:chgData name="Nông Văn Tình" userId="65f03aa13cf31854" providerId="LiveId" clId="{438CD9EA-72A2-4715-8819-DD0291CD8ADF}" dt="2022-05-06T12:23:56.990" v="23679" actId="478"/>
          <ac:spMkLst>
            <pc:docMk/>
            <pc:sldMk cId="2966751954" sldId="272"/>
            <ac:spMk id="16" creationId="{9CBE5CCF-6182-4AC7-862A-D62B8542752F}"/>
          </ac:spMkLst>
        </pc:spChg>
        <pc:spChg chg="mod">
          <ac:chgData name="Nông Văn Tình" userId="65f03aa13cf31854" providerId="LiveId" clId="{438CD9EA-72A2-4715-8819-DD0291CD8ADF}" dt="2022-05-18T06:01:30.640" v="45191"/>
          <ac:spMkLst>
            <pc:docMk/>
            <pc:sldMk cId="2966751954" sldId="272"/>
            <ac:spMk id="3078" creationId="{A1F5A34E-6E01-46D2-A3CC-CAB50BB5ADD2}"/>
          </ac:spMkLst>
        </pc:spChg>
        <pc:picChg chg="add mod">
          <ac:chgData name="Nông Văn Tình" userId="65f03aa13cf31854" providerId="LiveId" clId="{438CD9EA-72A2-4715-8819-DD0291CD8ADF}" dt="2022-05-18T06:01:30.640" v="45191"/>
          <ac:picMkLst>
            <pc:docMk/>
            <pc:sldMk cId="2966751954" sldId="272"/>
            <ac:picMk id="6" creationId="{DA1C9998-CEF6-4BC1-2E00-817735E89274}"/>
          </ac:picMkLst>
        </pc:picChg>
        <pc:picChg chg="del mod">
          <ac:chgData name="Nông Văn Tình" userId="65f03aa13cf31854" providerId="LiveId" clId="{438CD9EA-72A2-4715-8819-DD0291CD8ADF}" dt="2022-05-06T12:20:56.399" v="23585" actId="478"/>
          <ac:picMkLst>
            <pc:docMk/>
            <pc:sldMk cId="2966751954" sldId="272"/>
            <ac:picMk id="3074" creationId="{F29BC583-4411-4298-B4D9-7F4EDA1CF6C0}"/>
          </ac:picMkLst>
        </pc:picChg>
      </pc:sldChg>
      <pc:sldChg chg="addSp delSp modSp add del mod">
        <pc:chgData name="Nông Văn Tình" userId="65f03aa13cf31854" providerId="LiveId" clId="{438CD9EA-72A2-4715-8819-DD0291CD8ADF}" dt="2022-05-18T08:43:51.743" v="45473" actId="47"/>
        <pc:sldMkLst>
          <pc:docMk/>
          <pc:sldMk cId="3461464763" sldId="273"/>
        </pc:sldMkLst>
        <pc:spChg chg="mod">
          <ac:chgData name="Nông Văn Tình" userId="65f03aa13cf31854" providerId="LiveId" clId="{438CD9EA-72A2-4715-8819-DD0291CD8ADF}" dt="2022-05-18T06:01:30.640" v="45191"/>
          <ac:spMkLst>
            <pc:docMk/>
            <pc:sldMk cId="3461464763" sldId="273"/>
            <ac:spMk id="3" creationId="{2E695F3F-8F0E-2F0E-83DA-8372A0910304}"/>
          </ac:spMkLst>
        </pc:spChg>
        <pc:spChg chg="add mod">
          <ac:chgData name="Nông Văn Tình" userId="65f03aa13cf31854" providerId="LiveId" clId="{438CD9EA-72A2-4715-8819-DD0291CD8ADF}" dt="2022-05-18T06:01:30.640" v="45191"/>
          <ac:spMkLst>
            <pc:docMk/>
            <pc:sldMk cId="3461464763" sldId="273"/>
            <ac:spMk id="7" creationId="{182D78BF-9F9D-FFE3-217A-0354549D9173}"/>
          </ac:spMkLst>
        </pc:spChg>
        <pc:spChg chg="del mod">
          <ac:chgData name="Nông Văn Tình" userId="65f03aa13cf31854" providerId="LiveId" clId="{438CD9EA-72A2-4715-8819-DD0291CD8ADF}" dt="2022-05-06T12:24:00.691" v="23682" actId="478"/>
          <ac:spMkLst>
            <pc:docMk/>
            <pc:sldMk cId="3461464763" sldId="273"/>
            <ac:spMk id="16" creationId="{9CBE5CCF-6182-4AC7-862A-D62B8542752F}"/>
          </ac:spMkLst>
        </pc:spChg>
        <pc:spChg chg="mod">
          <ac:chgData name="Nông Văn Tình" userId="65f03aa13cf31854" providerId="LiveId" clId="{438CD9EA-72A2-4715-8819-DD0291CD8ADF}" dt="2022-05-18T06:01:30.640" v="45191"/>
          <ac:spMkLst>
            <pc:docMk/>
            <pc:sldMk cId="3461464763" sldId="273"/>
            <ac:spMk id="3078" creationId="{A1F5A34E-6E01-46D2-A3CC-CAB50BB5ADD2}"/>
          </ac:spMkLst>
        </pc:spChg>
        <pc:picChg chg="add mod">
          <ac:chgData name="Nông Văn Tình" userId="65f03aa13cf31854" providerId="LiveId" clId="{438CD9EA-72A2-4715-8819-DD0291CD8ADF}" dt="2022-05-18T06:01:30.640" v="45191"/>
          <ac:picMkLst>
            <pc:docMk/>
            <pc:sldMk cId="3461464763" sldId="273"/>
            <ac:picMk id="6" creationId="{3568DDC8-F64C-F959-50FB-F64FB1CD05A3}"/>
          </ac:picMkLst>
        </pc:picChg>
        <pc:picChg chg="del mod">
          <ac:chgData name="Nông Văn Tình" userId="65f03aa13cf31854" providerId="LiveId" clId="{438CD9EA-72A2-4715-8819-DD0291CD8ADF}" dt="2022-05-06T12:22:43.207" v="23619" actId="478"/>
          <ac:picMkLst>
            <pc:docMk/>
            <pc:sldMk cId="3461464763" sldId="273"/>
            <ac:picMk id="3074" creationId="{F29BC583-4411-4298-B4D9-7F4EDA1CF6C0}"/>
          </ac:picMkLst>
        </pc:picChg>
      </pc:sldChg>
      <pc:sldChg chg="addSp delSp modSp add del mod">
        <pc:chgData name="Nông Văn Tình" userId="65f03aa13cf31854" providerId="LiveId" clId="{438CD9EA-72A2-4715-8819-DD0291CD8ADF}" dt="2022-05-18T08:47:07.948" v="45475" actId="47"/>
        <pc:sldMkLst>
          <pc:docMk/>
          <pc:sldMk cId="1699762865" sldId="274"/>
        </pc:sldMkLst>
        <pc:spChg chg="mod">
          <ac:chgData name="Nông Văn Tình" userId="65f03aa13cf31854" providerId="LiveId" clId="{438CD9EA-72A2-4715-8819-DD0291CD8ADF}" dt="2022-05-18T08:46:24.885" v="45474" actId="15"/>
          <ac:spMkLst>
            <pc:docMk/>
            <pc:sldMk cId="1699762865" sldId="274"/>
            <ac:spMk id="3" creationId="{2E695F3F-8F0E-2F0E-83DA-8372A0910304}"/>
          </ac:spMkLst>
        </pc:spChg>
        <pc:spChg chg="add mod">
          <ac:chgData name="Nông Văn Tình" userId="65f03aa13cf31854" providerId="LiveId" clId="{438CD9EA-72A2-4715-8819-DD0291CD8ADF}" dt="2022-05-18T06:01:30.640" v="45191"/>
          <ac:spMkLst>
            <pc:docMk/>
            <pc:sldMk cId="1699762865" sldId="274"/>
            <ac:spMk id="7" creationId="{603E28CF-92B7-0A88-615D-C538C00E4CEE}"/>
          </ac:spMkLst>
        </pc:spChg>
        <pc:spChg chg="del mod">
          <ac:chgData name="Nông Văn Tình" userId="65f03aa13cf31854" providerId="LiveId" clId="{438CD9EA-72A2-4715-8819-DD0291CD8ADF}" dt="2022-05-06T12:24:59.948" v="23696" actId="478"/>
          <ac:spMkLst>
            <pc:docMk/>
            <pc:sldMk cId="1699762865" sldId="274"/>
            <ac:spMk id="16" creationId="{9CBE5CCF-6182-4AC7-862A-D62B8542752F}"/>
          </ac:spMkLst>
        </pc:spChg>
        <pc:spChg chg="mod">
          <ac:chgData name="Nông Văn Tình" userId="65f03aa13cf31854" providerId="LiveId" clId="{438CD9EA-72A2-4715-8819-DD0291CD8ADF}" dt="2022-05-18T06:01:30.640" v="45191"/>
          <ac:spMkLst>
            <pc:docMk/>
            <pc:sldMk cId="1699762865" sldId="274"/>
            <ac:spMk id="3078" creationId="{A1F5A34E-6E01-46D2-A3CC-CAB50BB5ADD2}"/>
          </ac:spMkLst>
        </pc:spChg>
        <pc:picChg chg="add mod">
          <ac:chgData name="Nông Văn Tình" userId="65f03aa13cf31854" providerId="LiveId" clId="{438CD9EA-72A2-4715-8819-DD0291CD8ADF}" dt="2022-05-18T06:01:30.640" v="45191"/>
          <ac:picMkLst>
            <pc:docMk/>
            <pc:sldMk cId="1699762865" sldId="274"/>
            <ac:picMk id="6" creationId="{98EB2728-F5E7-ED3C-2324-FB4852EE8630}"/>
          </ac:picMkLst>
        </pc:picChg>
        <pc:picChg chg="del mod">
          <ac:chgData name="Nông Văn Tình" userId="65f03aa13cf31854" providerId="LiveId" clId="{438CD9EA-72A2-4715-8819-DD0291CD8ADF}" dt="2022-05-06T12:22:40.066" v="23617" actId="478"/>
          <ac:picMkLst>
            <pc:docMk/>
            <pc:sldMk cId="1699762865" sldId="274"/>
            <ac:picMk id="3074" creationId="{F29BC583-4411-4298-B4D9-7F4EDA1CF6C0}"/>
          </ac:picMkLst>
        </pc:picChg>
      </pc:sldChg>
      <pc:sldChg chg="add del">
        <pc:chgData name="Nông Văn Tình" userId="65f03aa13cf31854" providerId="LiveId" clId="{438CD9EA-72A2-4715-8819-DD0291CD8ADF}" dt="2022-05-06T07:25:53.180" v="14005" actId="47"/>
        <pc:sldMkLst>
          <pc:docMk/>
          <pc:sldMk cId="2846192234" sldId="275"/>
        </pc:sldMkLst>
      </pc:sldChg>
      <pc:sldChg chg="addSp delSp modSp add del mod">
        <pc:chgData name="Nông Văn Tình" userId="65f03aa13cf31854" providerId="LiveId" clId="{438CD9EA-72A2-4715-8819-DD0291CD8ADF}" dt="2022-05-18T08:50:46.591" v="45476" actId="47"/>
        <pc:sldMkLst>
          <pc:docMk/>
          <pc:sldMk cId="3118493681" sldId="275"/>
        </pc:sldMkLst>
        <pc:spChg chg="mod">
          <ac:chgData name="Nông Văn Tình" userId="65f03aa13cf31854" providerId="LiveId" clId="{438CD9EA-72A2-4715-8819-DD0291CD8ADF}" dt="2022-05-18T06:01:30.640" v="45191"/>
          <ac:spMkLst>
            <pc:docMk/>
            <pc:sldMk cId="3118493681" sldId="275"/>
            <ac:spMk id="3" creationId="{2E695F3F-8F0E-2F0E-83DA-8372A0910304}"/>
          </ac:spMkLst>
        </pc:spChg>
        <pc:spChg chg="add mod">
          <ac:chgData name="Nông Văn Tình" userId="65f03aa13cf31854" providerId="LiveId" clId="{438CD9EA-72A2-4715-8819-DD0291CD8ADF}" dt="2022-05-18T06:01:30.640" v="45191"/>
          <ac:spMkLst>
            <pc:docMk/>
            <pc:sldMk cId="3118493681" sldId="275"/>
            <ac:spMk id="8" creationId="{02AA2443-A30E-6CA1-0E1B-329CB4C69C05}"/>
          </ac:spMkLst>
        </pc:spChg>
        <pc:spChg chg="del mod">
          <ac:chgData name="Nông Văn Tình" userId="65f03aa13cf31854" providerId="LiveId" clId="{438CD9EA-72A2-4715-8819-DD0291CD8ADF}" dt="2022-05-06T12:25:13.206" v="23700" actId="478"/>
          <ac:spMkLst>
            <pc:docMk/>
            <pc:sldMk cId="3118493681" sldId="275"/>
            <ac:spMk id="16" creationId="{9CBE5CCF-6182-4AC7-862A-D62B8542752F}"/>
          </ac:spMkLst>
        </pc:spChg>
        <pc:spChg chg="mod">
          <ac:chgData name="Nông Văn Tình" userId="65f03aa13cf31854" providerId="LiveId" clId="{438CD9EA-72A2-4715-8819-DD0291CD8ADF}" dt="2022-05-18T06:01:30.640" v="45191"/>
          <ac:spMkLst>
            <pc:docMk/>
            <pc:sldMk cId="3118493681" sldId="275"/>
            <ac:spMk id="3078" creationId="{A1F5A34E-6E01-46D2-A3CC-CAB50BB5ADD2}"/>
          </ac:spMkLst>
        </pc:spChg>
        <pc:picChg chg="add del mod">
          <ac:chgData name="Nông Văn Tình" userId="65f03aa13cf31854" providerId="LiveId" clId="{438CD9EA-72A2-4715-8819-DD0291CD8ADF}" dt="2022-05-06T12:21:39.196" v="23609"/>
          <ac:picMkLst>
            <pc:docMk/>
            <pc:sldMk cId="3118493681" sldId="275"/>
            <ac:picMk id="6" creationId="{425B28E7-3FB7-6D6C-54E8-F3C64C41482C}"/>
          </ac:picMkLst>
        </pc:picChg>
        <pc:picChg chg="add del mod">
          <ac:chgData name="Nông Văn Tình" userId="65f03aa13cf31854" providerId="LiveId" clId="{438CD9EA-72A2-4715-8819-DD0291CD8ADF}" dt="2022-05-06T12:56:30.557" v="24952" actId="478"/>
          <ac:picMkLst>
            <pc:docMk/>
            <pc:sldMk cId="3118493681" sldId="275"/>
            <ac:picMk id="7" creationId="{F3EF9DA8-B94F-A226-B7FD-493CFF1530A4}"/>
          </ac:picMkLst>
        </pc:picChg>
        <pc:picChg chg="add mod">
          <ac:chgData name="Nông Văn Tình" userId="65f03aa13cf31854" providerId="LiveId" clId="{438CD9EA-72A2-4715-8819-DD0291CD8ADF}" dt="2022-05-18T06:01:30.640" v="45191"/>
          <ac:picMkLst>
            <pc:docMk/>
            <pc:sldMk cId="3118493681" sldId="275"/>
            <ac:picMk id="9" creationId="{17CC75D0-E55C-BC43-752B-D93A6755881C}"/>
          </ac:picMkLst>
        </pc:picChg>
        <pc:picChg chg="del mod">
          <ac:chgData name="Nông Văn Tình" userId="65f03aa13cf31854" providerId="LiveId" clId="{438CD9EA-72A2-4715-8819-DD0291CD8ADF}" dt="2022-05-06T12:21:28.698" v="23605" actId="478"/>
          <ac:picMkLst>
            <pc:docMk/>
            <pc:sldMk cId="3118493681" sldId="275"/>
            <ac:picMk id="3074" creationId="{F29BC583-4411-4298-B4D9-7F4EDA1CF6C0}"/>
          </ac:picMkLst>
        </pc:picChg>
      </pc:sldChg>
      <pc:sldChg chg="addSp delSp modSp add del mod">
        <pc:chgData name="Nông Văn Tình" userId="65f03aa13cf31854" providerId="LiveId" clId="{438CD9EA-72A2-4715-8819-DD0291CD8ADF}" dt="2022-05-18T08:55:19.696" v="45530" actId="47"/>
        <pc:sldMkLst>
          <pc:docMk/>
          <pc:sldMk cId="2566648357" sldId="276"/>
        </pc:sldMkLst>
        <pc:spChg chg="mod">
          <ac:chgData name="Nông Văn Tình" userId="65f03aa13cf31854" providerId="LiveId" clId="{438CD9EA-72A2-4715-8819-DD0291CD8ADF}" dt="2022-05-18T06:01:30.640" v="45191"/>
          <ac:spMkLst>
            <pc:docMk/>
            <pc:sldMk cId="2566648357" sldId="276"/>
            <ac:spMk id="3" creationId="{2E695F3F-8F0E-2F0E-83DA-8372A0910304}"/>
          </ac:spMkLst>
        </pc:spChg>
        <pc:spChg chg="add del">
          <ac:chgData name="Nông Văn Tình" userId="65f03aa13cf31854" providerId="LiveId" clId="{438CD9EA-72A2-4715-8819-DD0291CD8ADF}" dt="2022-05-06T11:42:42.857" v="17689" actId="22"/>
          <ac:spMkLst>
            <pc:docMk/>
            <pc:sldMk cId="2566648357" sldId="276"/>
            <ac:spMk id="7" creationId="{AB0641EF-A25B-5CA2-06BA-622A9D08620A}"/>
          </ac:spMkLst>
        </pc:spChg>
        <pc:spChg chg="add mod">
          <ac:chgData name="Nông Văn Tình" userId="65f03aa13cf31854" providerId="LiveId" clId="{438CD9EA-72A2-4715-8819-DD0291CD8ADF}" dt="2022-05-18T06:01:30.640" v="45191"/>
          <ac:spMkLst>
            <pc:docMk/>
            <pc:sldMk cId="2566648357" sldId="276"/>
            <ac:spMk id="9" creationId="{2B1E22DE-B3E8-B509-5347-CEEA28C887AD}"/>
          </ac:spMkLst>
        </pc:spChg>
        <pc:spChg chg="del mod">
          <ac:chgData name="Nông Văn Tình" userId="65f03aa13cf31854" providerId="LiveId" clId="{438CD9EA-72A2-4715-8819-DD0291CD8ADF}" dt="2022-05-06T12:25:16.389" v="23703" actId="478"/>
          <ac:spMkLst>
            <pc:docMk/>
            <pc:sldMk cId="2566648357" sldId="276"/>
            <ac:spMk id="16" creationId="{9CBE5CCF-6182-4AC7-862A-D62B8542752F}"/>
          </ac:spMkLst>
        </pc:spChg>
        <pc:spChg chg="mod">
          <ac:chgData name="Nông Văn Tình" userId="65f03aa13cf31854" providerId="LiveId" clId="{438CD9EA-72A2-4715-8819-DD0291CD8ADF}" dt="2022-05-18T06:01:30.640" v="45191"/>
          <ac:spMkLst>
            <pc:docMk/>
            <pc:sldMk cId="2566648357" sldId="276"/>
            <ac:spMk id="3078" creationId="{A1F5A34E-6E01-46D2-A3CC-CAB50BB5ADD2}"/>
          </ac:spMkLst>
        </pc:spChg>
        <pc:picChg chg="add mod">
          <ac:chgData name="Nông Văn Tình" userId="65f03aa13cf31854" providerId="LiveId" clId="{438CD9EA-72A2-4715-8819-DD0291CD8ADF}" dt="2022-05-18T06:01:30.640" v="45191"/>
          <ac:picMkLst>
            <pc:docMk/>
            <pc:sldMk cId="2566648357" sldId="276"/>
            <ac:picMk id="8" creationId="{B5B86B07-FA59-25ED-E5F9-96F6EE5B4684}"/>
          </ac:picMkLst>
        </pc:picChg>
        <pc:picChg chg="del mod">
          <ac:chgData name="Nông Văn Tình" userId="65f03aa13cf31854" providerId="LiveId" clId="{438CD9EA-72A2-4715-8819-DD0291CD8ADF}" dt="2022-05-06T12:21:25.157" v="23603" actId="478"/>
          <ac:picMkLst>
            <pc:docMk/>
            <pc:sldMk cId="2566648357" sldId="276"/>
            <ac:picMk id="3074" creationId="{F29BC583-4411-4298-B4D9-7F4EDA1CF6C0}"/>
          </ac:picMkLst>
        </pc:picChg>
      </pc:sldChg>
      <pc:sldChg chg="addSp delSp modSp add del mod">
        <pc:chgData name="Nông Văn Tình" userId="65f03aa13cf31854" providerId="LiveId" clId="{438CD9EA-72A2-4715-8819-DD0291CD8ADF}" dt="2022-05-18T08:57:14.680" v="45564" actId="47"/>
        <pc:sldMkLst>
          <pc:docMk/>
          <pc:sldMk cId="4073430205" sldId="277"/>
        </pc:sldMkLst>
        <pc:spChg chg="mod">
          <ac:chgData name="Nông Văn Tình" userId="65f03aa13cf31854" providerId="LiveId" clId="{438CD9EA-72A2-4715-8819-DD0291CD8ADF}" dt="2022-05-18T06:01:30.640" v="45191"/>
          <ac:spMkLst>
            <pc:docMk/>
            <pc:sldMk cId="4073430205" sldId="277"/>
            <ac:spMk id="3" creationId="{2E695F3F-8F0E-2F0E-83DA-8372A0910304}"/>
          </ac:spMkLst>
        </pc:spChg>
        <pc:spChg chg="add mod">
          <ac:chgData name="Nông Văn Tình" userId="65f03aa13cf31854" providerId="LiveId" clId="{438CD9EA-72A2-4715-8819-DD0291CD8ADF}" dt="2022-05-18T06:01:30.640" v="45191"/>
          <ac:spMkLst>
            <pc:docMk/>
            <pc:sldMk cId="4073430205" sldId="277"/>
            <ac:spMk id="8" creationId="{1E2F2249-A098-BED9-C0F7-159CE2121ECB}"/>
          </ac:spMkLst>
        </pc:spChg>
        <pc:spChg chg="del mod">
          <ac:chgData name="Nông Văn Tình" userId="65f03aa13cf31854" providerId="LiveId" clId="{438CD9EA-72A2-4715-8819-DD0291CD8ADF}" dt="2022-05-06T12:25:20.728" v="23706" actId="478"/>
          <ac:spMkLst>
            <pc:docMk/>
            <pc:sldMk cId="4073430205" sldId="277"/>
            <ac:spMk id="16" creationId="{9CBE5CCF-6182-4AC7-862A-D62B8542752F}"/>
          </ac:spMkLst>
        </pc:spChg>
        <pc:spChg chg="mod">
          <ac:chgData name="Nông Văn Tình" userId="65f03aa13cf31854" providerId="LiveId" clId="{438CD9EA-72A2-4715-8819-DD0291CD8ADF}" dt="2022-05-18T06:01:30.640" v="45191"/>
          <ac:spMkLst>
            <pc:docMk/>
            <pc:sldMk cId="4073430205" sldId="277"/>
            <ac:spMk id="3078" creationId="{A1F5A34E-6E01-46D2-A3CC-CAB50BB5ADD2}"/>
          </ac:spMkLst>
        </pc:spChg>
        <pc:picChg chg="add del mod">
          <ac:chgData name="Nông Văn Tình" userId="65f03aa13cf31854" providerId="LiveId" clId="{438CD9EA-72A2-4715-8819-DD0291CD8ADF}" dt="2022-05-06T12:21:21.990" v="23600"/>
          <ac:picMkLst>
            <pc:docMk/>
            <pc:sldMk cId="4073430205" sldId="277"/>
            <ac:picMk id="6" creationId="{17B58261-A51E-8C7F-BB1F-7A36D8680DB7}"/>
          </ac:picMkLst>
        </pc:picChg>
        <pc:picChg chg="add mod">
          <ac:chgData name="Nông Văn Tình" userId="65f03aa13cf31854" providerId="LiveId" clId="{438CD9EA-72A2-4715-8819-DD0291CD8ADF}" dt="2022-05-18T06:01:30.640" v="45191"/>
          <ac:picMkLst>
            <pc:docMk/>
            <pc:sldMk cId="4073430205" sldId="277"/>
            <ac:picMk id="7" creationId="{EEBBA6D9-B0D7-69A5-95B5-978C843C1312}"/>
          </ac:picMkLst>
        </pc:picChg>
        <pc:picChg chg="del mod">
          <ac:chgData name="Nông Văn Tình" userId="65f03aa13cf31854" providerId="LiveId" clId="{438CD9EA-72A2-4715-8819-DD0291CD8ADF}" dt="2022-05-06T12:21:22.307" v="23601" actId="478"/>
          <ac:picMkLst>
            <pc:docMk/>
            <pc:sldMk cId="4073430205" sldId="277"/>
            <ac:picMk id="3074" creationId="{F29BC583-4411-4298-B4D9-7F4EDA1CF6C0}"/>
          </ac:picMkLst>
        </pc:picChg>
      </pc:sldChg>
      <pc:sldChg chg="add del">
        <pc:chgData name="Nông Văn Tình" userId="65f03aa13cf31854" providerId="LiveId" clId="{438CD9EA-72A2-4715-8819-DD0291CD8ADF}" dt="2022-05-06T11:53:30.446" v="19661" actId="47"/>
        <pc:sldMkLst>
          <pc:docMk/>
          <pc:sldMk cId="1394614539" sldId="278"/>
        </pc:sldMkLst>
      </pc:sldChg>
      <pc:sldChg chg="addSp delSp modSp add del mod">
        <pc:chgData name="Nông Văn Tình" userId="65f03aa13cf31854" providerId="LiveId" clId="{438CD9EA-72A2-4715-8819-DD0291CD8ADF}" dt="2022-05-18T08:57:37.798" v="45572" actId="47"/>
        <pc:sldMkLst>
          <pc:docMk/>
          <pc:sldMk cId="2977337960" sldId="278"/>
        </pc:sldMkLst>
        <pc:spChg chg="mod">
          <ac:chgData name="Nông Văn Tình" userId="65f03aa13cf31854" providerId="LiveId" clId="{438CD9EA-72A2-4715-8819-DD0291CD8ADF}" dt="2022-05-18T06:01:30.640" v="45191"/>
          <ac:spMkLst>
            <pc:docMk/>
            <pc:sldMk cId="2977337960" sldId="278"/>
            <ac:spMk id="3" creationId="{2E695F3F-8F0E-2F0E-83DA-8372A0910304}"/>
          </ac:spMkLst>
        </pc:spChg>
        <pc:spChg chg="add mod">
          <ac:chgData name="Nông Văn Tình" userId="65f03aa13cf31854" providerId="LiveId" clId="{438CD9EA-72A2-4715-8819-DD0291CD8ADF}" dt="2022-05-18T06:01:30.640" v="45191"/>
          <ac:spMkLst>
            <pc:docMk/>
            <pc:sldMk cId="2977337960" sldId="278"/>
            <ac:spMk id="7" creationId="{895D27A4-0F8C-ACC7-E9B8-8CC283055D2F}"/>
          </ac:spMkLst>
        </pc:spChg>
        <pc:spChg chg="del mod">
          <ac:chgData name="Nông Văn Tình" userId="65f03aa13cf31854" providerId="LiveId" clId="{438CD9EA-72A2-4715-8819-DD0291CD8ADF}" dt="2022-05-06T12:25:24.090" v="23709" actId="478"/>
          <ac:spMkLst>
            <pc:docMk/>
            <pc:sldMk cId="2977337960" sldId="278"/>
            <ac:spMk id="16" creationId="{9CBE5CCF-6182-4AC7-862A-D62B8542752F}"/>
          </ac:spMkLst>
        </pc:spChg>
        <pc:spChg chg="mod">
          <ac:chgData name="Nông Văn Tình" userId="65f03aa13cf31854" providerId="LiveId" clId="{438CD9EA-72A2-4715-8819-DD0291CD8ADF}" dt="2022-05-18T06:01:30.640" v="45191"/>
          <ac:spMkLst>
            <pc:docMk/>
            <pc:sldMk cId="2977337960" sldId="278"/>
            <ac:spMk id="3078" creationId="{A1F5A34E-6E01-46D2-A3CC-CAB50BB5ADD2}"/>
          </ac:spMkLst>
        </pc:spChg>
        <pc:picChg chg="add mod">
          <ac:chgData name="Nông Văn Tình" userId="65f03aa13cf31854" providerId="LiveId" clId="{438CD9EA-72A2-4715-8819-DD0291CD8ADF}" dt="2022-05-18T06:01:30.640" v="45191"/>
          <ac:picMkLst>
            <pc:docMk/>
            <pc:sldMk cId="2977337960" sldId="278"/>
            <ac:picMk id="6" creationId="{49E39AE1-0CA2-3002-E948-13341AB1B82E}"/>
          </ac:picMkLst>
        </pc:picChg>
        <pc:picChg chg="del mod">
          <ac:chgData name="Nông Văn Tình" userId="65f03aa13cf31854" providerId="LiveId" clId="{438CD9EA-72A2-4715-8819-DD0291CD8ADF}" dt="2022-05-06T12:21:17.558" v="23597" actId="478"/>
          <ac:picMkLst>
            <pc:docMk/>
            <pc:sldMk cId="2977337960" sldId="278"/>
            <ac:picMk id="3074" creationId="{F29BC583-4411-4298-B4D9-7F4EDA1CF6C0}"/>
          </ac:picMkLst>
        </pc:picChg>
      </pc:sldChg>
      <pc:sldChg chg="addSp delSp modSp add del mod">
        <pc:chgData name="Nông Văn Tình" userId="65f03aa13cf31854" providerId="LiveId" clId="{438CD9EA-72A2-4715-8819-DD0291CD8ADF}" dt="2022-05-18T08:59:13.881" v="45589" actId="47"/>
        <pc:sldMkLst>
          <pc:docMk/>
          <pc:sldMk cId="2968946100" sldId="279"/>
        </pc:sldMkLst>
        <pc:spChg chg="mod">
          <ac:chgData name="Nông Văn Tình" userId="65f03aa13cf31854" providerId="LiveId" clId="{438CD9EA-72A2-4715-8819-DD0291CD8ADF}" dt="2022-05-18T06:01:30.640" v="45191"/>
          <ac:spMkLst>
            <pc:docMk/>
            <pc:sldMk cId="2968946100" sldId="279"/>
            <ac:spMk id="3" creationId="{2E695F3F-8F0E-2F0E-83DA-8372A0910304}"/>
          </ac:spMkLst>
        </pc:spChg>
        <pc:spChg chg="add mod">
          <ac:chgData name="Nông Văn Tình" userId="65f03aa13cf31854" providerId="LiveId" clId="{438CD9EA-72A2-4715-8819-DD0291CD8ADF}" dt="2022-05-18T06:01:30.640" v="45191"/>
          <ac:spMkLst>
            <pc:docMk/>
            <pc:sldMk cId="2968946100" sldId="279"/>
            <ac:spMk id="7" creationId="{81C16786-7714-39D7-4BA8-9F45DE3C92A8}"/>
          </ac:spMkLst>
        </pc:spChg>
        <pc:spChg chg="del mod">
          <ac:chgData name="Nông Văn Tình" userId="65f03aa13cf31854" providerId="LiveId" clId="{438CD9EA-72A2-4715-8819-DD0291CD8ADF}" dt="2022-05-06T12:25:26.783" v="23712" actId="478"/>
          <ac:spMkLst>
            <pc:docMk/>
            <pc:sldMk cId="2968946100" sldId="279"/>
            <ac:spMk id="16" creationId="{9CBE5CCF-6182-4AC7-862A-D62B8542752F}"/>
          </ac:spMkLst>
        </pc:spChg>
        <pc:spChg chg="mod">
          <ac:chgData name="Nông Văn Tình" userId="65f03aa13cf31854" providerId="LiveId" clId="{438CD9EA-72A2-4715-8819-DD0291CD8ADF}" dt="2022-05-18T06:01:30.640" v="45191"/>
          <ac:spMkLst>
            <pc:docMk/>
            <pc:sldMk cId="2968946100" sldId="279"/>
            <ac:spMk id="3078" creationId="{A1F5A34E-6E01-46D2-A3CC-CAB50BB5ADD2}"/>
          </ac:spMkLst>
        </pc:spChg>
        <pc:picChg chg="add mod">
          <ac:chgData name="Nông Văn Tình" userId="65f03aa13cf31854" providerId="LiveId" clId="{438CD9EA-72A2-4715-8819-DD0291CD8ADF}" dt="2022-05-18T06:01:30.640" v="45191"/>
          <ac:picMkLst>
            <pc:docMk/>
            <pc:sldMk cId="2968946100" sldId="279"/>
            <ac:picMk id="6" creationId="{488AE0EA-D87C-22A4-0E5B-CCAEF42AA1E8}"/>
          </ac:picMkLst>
        </pc:picChg>
        <pc:picChg chg="del mod">
          <ac:chgData name="Nông Văn Tình" userId="65f03aa13cf31854" providerId="LiveId" clId="{438CD9EA-72A2-4715-8819-DD0291CD8ADF}" dt="2022-05-06T12:21:13.553" v="23595" actId="478"/>
          <ac:picMkLst>
            <pc:docMk/>
            <pc:sldMk cId="2968946100" sldId="279"/>
            <ac:picMk id="3074" creationId="{F29BC583-4411-4298-B4D9-7F4EDA1CF6C0}"/>
          </ac:picMkLst>
        </pc:picChg>
      </pc:sldChg>
      <pc:sldChg chg="addSp delSp modSp add del mod">
        <pc:chgData name="Nông Văn Tình" userId="65f03aa13cf31854" providerId="LiveId" clId="{438CD9EA-72A2-4715-8819-DD0291CD8ADF}" dt="2022-05-18T09:00:22.391" v="45607" actId="47"/>
        <pc:sldMkLst>
          <pc:docMk/>
          <pc:sldMk cId="3500528396" sldId="280"/>
        </pc:sldMkLst>
        <pc:spChg chg="mod">
          <ac:chgData name="Nông Văn Tình" userId="65f03aa13cf31854" providerId="LiveId" clId="{438CD9EA-72A2-4715-8819-DD0291CD8ADF}" dt="2022-05-18T06:01:30.640" v="45191"/>
          <ac:spMkLst>
            <pc:docMk/>
            <pc:sldMk cId="3500528396" sldId="280"/>
            <ac:spMk id="3" creationId="{2E695F3F-8F0E-2F0E-83DA-8372A0910304}"/>
          </ac:spMkLst>
        </pc:spChg>
        <pc:spChg chg="add mod">
          <ac:chgData name="Nông Văn Tình" userId="65f03aa13cf31854" providerId="LiveId" clId="{438CD9EA-72A2-4715-8819-DD0291CD8ADF}" dt="2022-05-18T06:01:30.640" v="45191"/>
          <ac:spMkLst>
            <pc:docMk/>
            <pc:sldMk cId="3500528396" sldId="280"/>
            <ac:spMk id="7" creationId="{C46692B4-B25C-E593-42F4-9AF3B9974BE1}"/>
          </ac:spMkLst>
        </pc:spChg>
        <pc:spChg chg="del mod">
          <ac:chgData name="Nông Văn Tình" userId="65f03aa13cf31854" providerId="LiveId" clId="{438CD9EA-72A2-4715-8819-DD0291CD8ADF}" dt="2022-05-06T12:25:30.966" v="23715" actId="478"/>
          <ac:spMkLst>
            <pc:docMk/>
            <pc:sldMk cId="3500528396" sldId="280"/>
            <ac:spMk id="16" creationId="{9CBE5CCF-6182-4AC7-862A-D62B8542752F}"/>
          </ac:spMkLst>
        </pc:spChg>
        <pc:spChg chg="mod">
          <ac:chgData name="Nông Văn Tình" userId="65f03aa13cf31854" providerId="LiveId" clId="{438CD9EA-72A2-4715-8819-DD0291CD8ADF}" dt="2022-05-18T06:01:30.640" v="45191"/>
          <ac:spMkLst>
            <pc:docMk/>
            <pc:sldMk cId="3500528396" sldId="280"/>
            <ac:spMk id="3078" creationId="{A1F5A34E-6E01-46D2-A3CC-CAB50BB5ADD2}"/>
          </ac:spMkLst>
        </pc:spChg>
        <pc:picChg chg="add mod">
          <ac:chgData name="Nông Văn Tình" userId="65f03aa13cf31854" providerId="LiveId" clId="{438CD9EA-72A2-4715-8819-DD0291CD8ADF}" dt="2022-05-18T06:01:30.640" v="45191"/>
          <ac:picMkLst>
            <pc:docMk/>
            <pc:sldMk cId="3500528396" sldId="280"/>
            <ac:picMk id="6" creationId="{9132BE1C-4399-124C-ACFD-F16F7901BB87}"/>
          </ac:picMkLst>
        </pc:picChg>
        <pc:picChg chg="del mod">
          <ac:chgData name="Nông Văn Tình" userId="65f03aa13cf31854" providerId="LiveId" clId="{438CD9EA-72A2-4715-8819-DD0291CD8ADF}" dt="2022-05-06T12:21:10.827" v="23593" actId="478"/>
          <ac:picMkLst>
            <pc:docMk/>
            <pc:sldMk cId="3500528396" sldId="280"/>
            <ac:picMk id="3074" creationId="{F29BC583-4411-4298-B4D9-7F4EDA1CF6C0}"/>
          </ac:picMkLst>
        </pc:picChg>
      </pc:sldChg>
      <pc:sldChg chg="del">
        <pc:chgData name="Nông Văn Tình" userId="65f03aa13cf31854" providerId="LiveId" clId="{438CD9EA-72A2-4715-8819-DD0291CD8ADF}" dt="2022-05-06T03:25:56.471" v="74" actId="47"/>
        <pc:sldMkLst>
          <pc:docMk/>
          <pc:sldMk cId="1096850800" sldId="281"/>
        </pc:sldMkLst>
      </pc:sldChg>
      <pc:sldChg chg="addSp delSp modSp add del mod">
        <pc:chgData name="Nông Văn Tình" userId="65f03aa13cf31854" providerId="LiveId" clId="{438CD9EA-72A2-4715-8819-DD0291CD8ADF}" dt="2022-05-18T09:01:35.251" v="45635" actId="47"/>
        <pc:sldMkLst>
          <pc:docMk/>
          <pc:sldMk cId="4092641324" sldId="281"/>
        </pc:sldMkLst>
        <pc:spChg chg="mod">
          <ac:chgData name="Nông Văn Tình" userId="65f03aa13cf31854" providerId="LiveId" clId="{438CD9EA-72A2-4715-8819-DD0291CD8ADF}" dt="2022-05-18T09:00:39.512" v="45610"/>
          <ac:spMkLst>
            <pc:docMk/>
            <pc:sldMk cId="4092641324" sldId="281"/>
            <ac:spMk id="3" creationId="{2E695F3F-8F0E-2F0E-83DA-8372A0910304}"/>
          </ac:spMkLst>
        </pc:spChg>
        <pc:spChg chg="add del mod">
          <ac:chgData name="Nông Văn Tình" userId="65f03aa13cf31854" providerId="LiveId" clId="{438CD9EA-72A2-4715-8819-DD0291CD8ADF}" dt="2022-05-06T12:09:12.705" v="22643"/>
          <ac:spMkLst>
            <pc:docMk/>
            <pc:sldMk cId="4092641324" sldId="281"/>
            <ac:spMk id="6" creationId="{DF9C8105-41B6-5E09-E855-E3BE36AFA4B4}"/>
          </ac:spMkLst>
        </pc:spChg>
        <pc:spChg chg="add del mod">
          <ac:chgData name="Nông Văn Tình" userId="65f03aa13cf31854" providerId="LiveId" clId="{438CD9EA-72A2-4715-8819-DD0291CD8ADF}" dt="2022-05-06T12:09:12.705" v="22643"/>
          <ac:spMkLst>
            <pc:docMk/>
            <pc:sldMk cId="4092641324" sldId="281"/>
            <ac:spMk id="7" creationId="{728B184A-F038-02A7-73E8-C1B3CC976457}"/>
          </ac:spMkLst>
        </pc:spChg>
        <pc:spChg chg="add del mod">
          <ac:chgData name="Nông Văn Tình" userId="65f03aa13cf31854" providerId="LiveId" clId="{438CD9EA-72A2-4715-8819-DD0291CD8ADF}" dt="2022-05-06T12:09:12.705" v="22643"/>
          <ac:spMkLst>
            <pc:docMk/>
            <pc:sldMk cId="4092641324" sldId="281"/>
            <ac:spMk id="9" creationId="{2E0D00C5-0746-5EF8-E569-4C5C993601F7}"/>
          </ac:spMkLst>
        </pc:spChg>
        <pc:spChg chg="add del mod">
          <ac:chgData name="Nông Văn Tình" userId="65f03aa13cf31854" providerId="LiveId" clId="{438CD9EA-72A2-4715-8819-DD0291CD8ADF}" dt="2022-05-06T12:09:45.999" v="22660"/>
          <ac:spMkLst>
            <pc:docMk/>
            <pc:sldMk cId="4092641324" sldId="281"/>
            <ac:spMk id="11" creationId="{692C402D-21FF-0233-C245-693FCE23C1A3}"/>
          </ac:spMkLst>
        </pc:spChg>
        <pc:spChg chg="add del mod">
          <ac:chgData name="Nông Văn Tình" userId="65f03aa13cf31854" providerId="LiveId" clId="{438CD9EA-72A2-4715-8819-DD0291CD8ADF}" dt="2022-05-06T12:09:45.999" v="22660"/>
          <ac:spMkLst>
            <pc:docMk/>
            <pc:sldMk cId="4092641324" sldId="281"/>
            <ac:spMk id="12" creationId="{24EC40D0-69C7-0F7C-D626-D040C0A0D9FE}"/>
          </ac:spMkLst>
        </pc:spChg>
        <pc:spChg chg="add del mod">
          <ac:chgData name="Nông Văn Tình" userId="65f03aa13cf31854" providerId="LiveId" clId="{438CD9EA-72A2-4715-8819-DD0291CD8ADF}" dt="2022-05-06T12:09:45.999" v="22660"/>
          <ac:spMkLst>
            <pc:docMk/>
            <pc:sldMk cId="4092641324" sldId="281"/>
            <ac:spMk id="14" creationId="{14C6AC54-BEB3-51A7-0A86-7A47C71B1C69}"/>
          </ac:spMkLst>
        </pc:spChg>
        <pc:spChg chg="del mod">
          <ac:chgData name="Nông Văn Tình" userId="65f03aa13cf31854" providerId="LiveId" clId="{438CD9EA-72A2-4715-8819-DD0291CD8ADF}" dt="2022-05-06T12:25:33.586" v="23718" actId="478"/>
          <ac:spMkLst>
            <pc:docMk/>
            <pc:sldMk cId="4092641324" sldId="281"/>
            <ac:spMk id="16" creationId="{9CBE5CCF-6182-4AC7-862A-D62B8542752F}"/>
          </ac:spMkLst>
        </pc:spChg>
        <pc:spChg chg="add mod">
          <ac:chgData name="Nông Văn Tình" userId="65f03aa13cf31854" providerId="LiveId" clId="{438CD9EA-72A2-4715-8819-DD0291CD8ADF}" dt="2022-05-18T06:01:30.640" v="45191"/>
          <ac:spMkLst>
            <pc:docMk/>
            <pc:sldMk cId="4092641324" sldId="281"/>
            <ac:spMk id="18" creationId="{8569A1AD-4F37-F063-F39B-742C3A91B52F}"/>
          </ac:spMkLst>
        </pc:spChg>
        <pc:spChg chg="add mod">
          <ac:chgData name="Nông Văn Tình" userId="65f03aa13cf31854" providerId="LiveId" clId="{438CD9EA-72A2-4715-8819-DD0291CD8ADF}" dt="2022-05-18T06:01:30.640" v="45191"/>
          <ac:spMkLst>
            <pc:docMk/>
            <pc:sldMk cId="4092641324" sldId="281"/>
            <ac:spMk id="19" creationId="{F63E2A59-CCB6-6F8A-4F09-995011D81F38}"/>
          </ac:spMkLst>
        </pc:spChg>
        <pc:spChg chg="add mod">
          <ac:chgData name="Nông Văn Tình" userId="65f03aa13cf31854" providerId="LiveId" clId="{438CD9EA-72A2-4715-8819-DD0291CD8ADF}" dt="2022-05-18T06:01:30.640" v="45191"/>
          <ac:spMkLst>
            <pc:docMk/>
            <pc:sldMk cId="4092641324" sldId="281"/>
            <ac:spMk id="21" creationId="{84A93AE3-8AEB-9CFB-7676-CE49BD353AF7}"/>
          </ac:spMkLst>
        </pc:spChg>
        <pc:spChg chg="add mod">
          <ac:chgData name="Nông Văn Tình" userId="65f03aa13cf31854" providerId="LiveId" clId="{438CD9EA-72A2-4715-8819-DD0291CD8ADF}" dt="2022-05-18T06:01:30.640" v="45191"/>
          <ac:spMkLst>
            <pc:docMk/>
            <pc:sldMk cId="4092641324" sldId="281"/>
            <ac:spMk id="25" creationId="{71E12400-320C-9B67-5295-ED27919A761A}"/>
          </ac:spMkLst>
        </pc:spChg>
        <pc:spChg chg="mod">
          <ac:chgData name="Nông Văn Tình" userId="65f03aa13cf31854" providerId="LiveId" clId="{438CD9EA-72A2-4715-8819-DD0291CD8ADF}" dt="2022-05-18T06:01:30.640" v="45191"/>
          <ac:spMkLst>
            <pc:docMk/>
            <pc:sldMk cId="4092641324" sldId="281"/>
            <ac:spMk id="3078" creationId="{A1F5A34E-6E01-46D2-A3CC-CAB50BB5ADD2}"/>
          </ac:spMkLst>
        </pc:spChg>
        <pc:picChg chg="add del">
          <ac:chgData name="Nông Văn Tình" userId="65f03aa13cf31854" providerId="LiveId" clId="{438CD9EA-72A2-4715-8819-DD0291CD8ADF}" dt="2022-05-06T12:09:45.338" v="22658"/>
          <ac:picMkLst>
            <pc:docMk/>
            <pc:sldMk cId="4092641324" sldId="281"/>
            <ac:picMk id="2" creationId="{E44692A2-5AB6-6808-809B-71B360F851D6}"/>
          </ac:picMkLst>
        </pc:picChg>
        <pc:picChg chg="add del mod">
          <ac:chgData name="Nông Văn Tình" userId="65f03aa13cf31854" providerId="LiveId" clId="{438CD9EA-72A2-4715-8819-DD0291CD8ADF}" dt="2022-05-06T12:15:07.484" v="23500" actId="478"/>
          <ac:picMkLst>
            <pc:docMk/>
            <pc:sldMk cId="4092641324" sldId="281"/>
            <ac:picMk id="4" creationId="{33278180-E73D-0788-2D84-408DF08DCA60}"/>
          </ac:picMkLst>
        </pc:picChg>
        <pc:picChg chg="add del mod">
          <ac:chgData name="Nông Văn Tình" userId="65f03aa13cf31854" providerId="LiveId" clId="{438CD9EA-72A2-4715-8819-DD0291CD8ADF}" dt="2022-05-06T12:21:08.191" v="23591" actId="478"/>
          <ac:picMkLst>
            <pc:docMk/>
            <pc:sldMk cId="4092641324" sldId="281"/>
            <ac:picMk id="23" creationId="{6B153E59-7C90-A894-1DB7-5007BA7720FC}"/>
          </ac:picMkLst>
        </pc:picChg>
        <pc:picChg chg="add mod">
          <ac:chgData name="Nông Văn Tình" userId="65f03aa13cf31854" providerId="LiveId" clId="{438CD9EA-72A2-4715-8819-DD0291CD8ADF}" dt="2022-05-18T06:01:30.640" v="45191"/>
          <ac:picMkLst>
            <pc:docMk/>
            <pc:sldMk cId="4092641324" sldId="281"/>
            <ac:picMk id="24" creationId="{806DC0FF-1DC9-F52F-039B-5D9E94A5E42E}"/>
          </ac:picMkLst>
        </pc:picChg>
        <pc:picChg chg="del mod">
          <ac:chgData name="Nông Văn Tình" userId="65f03aa13cf31854" providerId="LiveId" clId="{438CD9EA-72A2-4715-8819-DD0291CD8ADF}" dt="2022-05-06T12:21:04.473" v="23589" actId="478"/>
          <ac:picMkLst>
            <pc:docMk/>
            <pc:sldMk cId="4092641324" sldId="281"/>
            <ac:picMk id="3074" creationId="{F29BC583-4411-4298-B4D9-7F4EDA1CF6C0}"/>
          </ac:picMkLst>
        </pc:picChg>
        <pc:cxnChg chg="add del mod">
          <ac:chgData name="Nông Văn Tình" userId="65f03aa13cf31854" providerId="LiveId" clId="{438CD9EA-72A2-4715-8819-DD0291CD8ADF}" dt="2022-05-06T12:09:12.705" v="22643"/>
          <ac:cxnSpMkLst>
            <pc:docMk/>
            <pc:sldMk cId="4092641324" sldId="281"/>
            <ac:cxnSpMk id="8" creationId="{7B67E3CE-9371-5814-47C3-8BADD32EB717}"/>
          </ac:cxnSpMkLst>
        </pc:cxnChg>
        <pc:cxnChg chg="add del mod">
          <ac:chgData name="Nông Văn Tình" userId="65f03aa13cf31854" providerId="LiveId" clId="{438CD9EA-72A2-4715-8819-DD0291CD8ADF}" dt="2022-05-06T12:09:12.705" v="22643"/>
          <ac:cxnSpMkLst>
            <pc:docMk/>
            <pc:sldMk cId="4092641324" sldId="281"/>
            <ac:cxnSpMk id="10" creationId="{E8411F6F-2BB6-431F-8240-6205E9FDE77A}"/>
          </ac:cxnSpMkLst>
        </pc:cxnChg>
        <pc:cxnChg chg="add del mod">
          <ac:chgData name="Nông Văn Tình" userId="65f03aa13cf31854" providerId="LiveId" clId="{438CD9EA-72A2-4715-8819-DD0291CD8ADF}" dt="2022-05-06T12:09:45.999" v="22660"/>
          <ac:cxnSpMkLst>
            <pc:docMk/>
            <pc:sldMk cId="4092641324" sldId="281"/>
            <ac:cxnSpMk id="13" creationId="{45995307-AE7F-7779-1A1C-4858B5326C05}"/>
          </ac:cxnSpMkLst>
        </pc:cxnChg>
        <pc:cxnChg chg="add del mod">
          <ac:chgData name="Nông Văn Tình" userId="65f03aa13cf31854" providerId="LiveId" clId="{438CD9EA-72A2-4715-8819-DD0291CD8ADF}" dt="2022-05-06T12:09:45.999" v="22660"/>
          <ac:cxnSpMkLst>
            <pc:docMk/>
            <pc:sldMk cId="4092641324" sldId="281"/>
            <ac:cxnSpMk id="15" creationId="{35B62745-D42A-18C7-1691-CFE1701F4D7E}"/>
          </ac:cxnSpMkLst>
        </pc:cxnChg>
        <pc:cxnChg chg="add mod">
          <ac:chgData name="Nông Văn Tình" userId="65f03aa13cf31854" providerId="LiveId" clId="{438CD9EA-72A2-4715-8819-DD0291CD8ADF}" dt="2022-05-18T06:01:30.640" v="45191"/>
          <ac:cxnSpMkLst>
            <pc:docMk/>
            <pc:sldMk cId="4092641324" sldId="281"/>
            <ac:cxnSpMk id="20" creationId="{8DA31FCA-EF03-3AD4-F728-C33FCCFDC356}"/>
          </ac:cxnSpMkLst>
        </pc:cxnChg>
        <pc:cxnChg chg="add mod">
          <ac:chgData name="Nông Văn Tình" userId="65f03aa13cf31854" providerId="LiveId" clId="{438CD9EA-72A2-4715-8819-DD0291CD8ADF}" dt="2022-05-18T06:01:30.640" v="45191"/>
          <ac:cxnSpMkLst>
            <pc:docMk/>
            <pc:sldMk cId="4092641324" sldId="281"/>
            <ac:cxnSpMk id="22" creationId="{44B7C2D6-E8D3-5C85-12BC-EFAE49A5AF99}"/>
          </ac:cxnSpMkLst>
        </pc:cxnChg>
      </pc:sldChg>
      <pc:sldChg chg="del">
        <pc:chgData name="Nông Văn Tình" userId="65f03aa13cf31854" providerId="LiveId" clId="{438CD9EA-72A2-4715-8819-DD0291CD8ADF}" dt="2022-05-06T03:25:56.471" v="74" actId="47"/>
        <pc:sldMkLst>
          <pc:docMk/>
          <pc:sldMk cId="457874016" sldId="282"/>
        </pc:sldMkLst>
      </pc:sldChg>
      <pc:sldChg chg="addSp delSp modSp add del mod">
        <pc:chgData name="Nông Văn Tình" userId="65f03aa13cf31854" providerId="LiveId" clId="{438CD9EA-72A2-4715-8819-DD0291CD8ADF}" dt="2022-05-18T09:05:16.237" v="45773" actId="47"/>
        <pc:sldMkLst>
          <pc:docMk/>
          <pc:sldMk cId="4075672363" sldId="282"/>
        </pc:sldMkLst>
        <pc:spChg chg="add del mod">
          <ac:chgData name="Nông Văn Tình" userId="65f03aa13cf31854" providerId="LiveId" clId="{438CD9EA-72A2-4715-8819-DD0291CD8ADF}" dt="2022-05-06T12:14:16.196" v="23488" actId="478"/>
          <ac:spMkLst>
            <pc:docMk/>
            <pc:sldMk cId="4075672363" sldId="282"/>
            <ac:spMk id="2" creationId="{DC68AD16-2CB7-E139-CE5C-3919653BD02D}"/>
          </ac:spMkLst>
        </pc:spChg>
        <pc:spChg chg="del mod">
          <ac:chgData name="Nông Văn Tình" userId="65f03aa13cf31854" providerId="LiveId" clId="{438CD9EA-72A2-4715-8819-DD0291CD8ADF}" dt="2022-05-06T12:10:44.253" v="22673"/>
          <ac:spMkLst>
            <pc:docMk/>
            <pc:sldMk cId="4075672363" sldId="282"/>
            <ac:spMk id="3" creationId="{2E695F3F-8F0E-2F0E-83DA-8372A0910304}"/>
          </ac:spMkLst>
        </pc:spChg>
        <pc:spChg chg="add mod">
          <ac:chgData name="Nông Văn Tình" userId="65f03aa13cf31854" providerId="LiveId" clId="{438CD9EA-72A2-4715-8819-DD0291CD8ADF}" dt="2022-05-18T06:01:30.640" v="45191"/>
          <ac:spMkLst>
            <pc:docMk/>
            <pc:sldMk cId="4075672363" sldId="282"/>
            <ac:spMk id="5" creationId="{C38C2A1D-71E0-B0A1-DF53-003E6774336B}"/>
          </ac:spMkLst>
        </pc:spChg>
        <pc:spChg chg="add del mod">
          <ac:chgData name="Nông Văn Tình" userId="65f03aa13cf31854" providerId="LiveId" clId="{438CD9EA-72A2-4715-8819-DD0291CD8ADF}" dt="2022-05-06T12:14:29.595" v="23493"/>
          <ac:spMkLst>
            <pc:docMk/>
            <pc:sldMk cId="4075672363" sldId="282"/>
            <ac:spMk id="9" creationId="{6EBE731A-16FD-DBB4-9F7D-031B9C763F8E}"/>
          </ac:spMkLst>
        </pc:spChg>
        <pc:spChg chg="add del mod">
          <ac:chgData name="Nông Văn Tình" userId="65f03aa13cf31854" providerId="LiveId" clId="{438CD9EA-72A2-4715-8819-DD0291CD8ADF}" dt="2022-05-06T12:14:29.595" v="23493"/>
          <ac:spMkLst>
            <pc:docMk/>
            <pc:sldMk cId="4075672363" sldId="282"/>
            <ac:spMk id="10" creationId="{9545D8B8-254D-4FA0-53B1-695E837734E2}"/>
          </ac:spMkLst>
        </pc:spChg>
        <pc:spChg chg="add del mod">
          <ac:chgData name="Nông Văn Tình" userId="65f03aa13cf31854" providerId="LiveId" clId="{438CD9EA-72A2-4715-8819-DD0291CD8ADF}" dt="2022-05-06T12:14:29.595" v="23493"/>
          <ac:spMkLst>
            <pc:docMk/>
            <pc:sldMk cId="4075672363" sldId="282"/>
            <ac:spMk id="12" creationId="{C32B61E2-48C0-8ECB-9295-C7202EAF2BB3}"/>
          </ac:spMkLst>
        </pc:spChg>
        <pc:spChg chg="add del mod">
          <ac:chgData name="Nông Văn Tình" userId="65f03aa13cf31854" providerId="LiveId" clId="{438CD9EA-72A2-4715-8819-DD0291CD8ADF}" dt="2022-05-06T12:14:29.595" v="23493"/>
          <ac:spMkLst>
            <pc:docMk/>
            <pc:sldMk cId="4075672363" sldId="282"/>
            <ac:spMk id="14" creationId="{0E719699-2095-5F25-AF1C-7FBAE5A6C594}"/>
          </ac:spMkLst>
        </pc:spChg>
        <pc:spChg chg="add del mod">
          <ac:chgData name="Nông Văn Tình" userId="65f03aa13cf31854" providerId="LiveId" clId="{438CD9EA-72A2-4715-8819-DD0291CD8ADF}" dt="2022-05-06T12:14:29.595" v="23493"/>
          <ac:spMkLst>
            <pc:docMk/>
            <pc:sldMk cId="4075672363" sldId="282"/>
            <ac:spMk id="15" creationId="{C3A4833E-86EA-3158-762D-B499EF755934}"/>
          </ac:spMkLst>
        </pc:spChg>
        <pc:spChg chg="mod">
          <ac:chgData name="Nông Văn Tình" userId="65f03aa13cf31854" providerId="LiveId" clId="{438CD9EA-72A2-4715-8819-DD0291CD8ADF}" dt="2022-05-18T06:01:30.640" v="45191"/>
          <ac:spMkLst>
            <pc:docMk/>
            <pc:sldMk cId="4075672363" sldId="282"/>
            <ac:spMk id="16" creationId="{9CBE5CCF-6182-4AC7-862A-D62B8542752F}"/>
          </ac:spMkLst>
        </pc:spChg>
        <pc:spChg chg="add del mod">
          <ac:chgData name="Nông Văn Tình" userId="65f03aa13cf31854" providerId="LiveId" clId="{438CD9EA-72A2-4715-8819-DD0291CD8ADF}" dt="2022-05-06T12:14:29.595" v="23493"/>
          <ac:spMkLst>
            <pc:docMk/>
            <pc:sldMk cId="4075672363" sldId="282"/>
            <ac:spMk id="20" creationId="{712ECE8F-3E58-FBA1-C6E4-DA2ED93117B7}"/>
          </ac:spMkLst>
        </pc:spChg>
        <pc:spChg chg="add del mod">
          <ac:chgData name="Nông Văn Tình" userId="65f03aa13cf31854" providerId="LiveId" clId="{438CD9EA-72A2-4715-8819-DD0291CD8ADF}" dt="2022-05-06T12:15:36.511" v="23505"/>
          <ac:spMkLst>
            <pc:docMk/>
            <pc:sldMk cId="4075672363" sldId="282"/>
            <ac:spMk id="21" creationId="{C73FF62F-81AA-6615-E6ED-A0534946B86F}"/>
          </ac:spMkLst>
        </pc:spChg>
        <pc:spChg chg="add del mod">
          <ac:chgData name="Nông Văn Tình" userId="65f03aa13cf31854" providerId="LiveId" clId="{438CD9EA-72A2-4715-8819-DD0291CD8ADF}" dt="2022-05-06T12:15:36.511" v="23505"/>
          <ac:spMkLst>
            <pc:docMk/>
            <pc:sldMk cId="4075672363" sldId="282"/>
            <ac:spMk id="22" creationId="{20C99394-E66D-6C9D-634B-C636FFF1C6A0}"/>
          </ac:spMkLst>
        </pc:spChg>
        <pc:spChg chg="add del mod">
          <ac:chgData name="Nông Văn Tình" userId="65f03aa13cf31854" providerId="LiveId" clId="{438CD9EA-72A2-4715-8819-DD0291CD8ADF}" dt="2022-05-06T12:15:36.511" v="23505"/>
          <ac:spMkLst>
            <pc:docMk/>
            <pc:sldMk cId="4075672363" sldId="282"/>
            <ac:spMk id="24" creationId="{6F280238-E7C3-8548-E9ED-5DB6D0360490}"/>
          </ac:spMkLst>
        </pc:spChg>
        <pc:spChg chg="add del mod">
          <ac:chgData name="Nông Văn Tình" userId="65f03aa13cf31854" providerId="LiveId" clId="{438CD9EA-72A2-4715-8819-DD0291CD8ADF}" dt="2022-05-06T12:15:36.511" v="23505"/>
          <ac:spMkLst>
            <pc:docMk/>
            <pc:sldMk cId="4075672363" sldId="282"/>
            <ac:spMk id="26" creationId="{D58CCBCB-6FD0-4AE6-1064-6C049E3C59E1}"/>
          </ac:spMkLst>
        </pc:spChg>
        <pc:spChg chg="add del mod">
          <ac:chgData name="Nông Văn Tình" userId="65f03aa13cf31854" providerId="LiveId" clId="{438CD9EA-72A2-4715-8819-DD0291CD8ADF}" dt="2022-05-06T12:15:36.511" v="23505"/>
          <ac:spMkLst>
            <pc:docMk/>
            <pc:sldMk cId="4075672363" sldId="282"/>
            <ac:spMk id="27" creationId="{5CB958C8-B0C8-BB70-7F55-AD669482ADB1}"/>
          </ac:spMkLst>
        </pc:spChg>
        <pc:spChg chg="add del mod">
          <ac:chgData name="Nông Văn Tình" userId="65f03aa13cf31854" providerId="LiveId" clId="{438CD9EA-72A2-4715-8819-DD0291CD8ADF}" dt="2022-05-06T12:15:36.511" v="23505"/>
          <ac:spMkLst>
            <pc:docMk/>
            <pc:sldMk cId="4075672363" sldId="282"/>
            <ac:spMk id="31" creationId="{DEBA8831-48DB-88FC-1500-2CD21B121EEB}"/>
          </ac:spMkLst>
        </pc:spChg>
        <pc:spChg chg="add mod">
          <ac:chgData name="Nông Văn Tình" userId="65f03aa13cf31854" providerId="LiveId" clId="{438CD9EA-72A2-4715-8819-DD0291CD8ADF}" dt="2022-05-18T06:01:30.640" v="45191"/>
          <ac:spMkLst>
            <pc:docMk/>
            <pc:sldMk cId="4075672363" sldId="282"/>
            <ac:spMk id="32" creationId="{3E21EA94-1AA0-E735-CB51-6F2B864DD2DA}"/>
          </ac:spMkLst>
        </pc:spChg>
        <pc:spChg chg="add mod">
          <ac:chgData name="Nông Văn Tình" userId="65f03aa13cf31854" providerId="LiveId" clId="{438CD9EA-72A2-4715-8819-DD0291CD8ADF}" dt="2022-05-18T06:01:30.640" v="45191"/>
          <ac:spMkLst>
            <pc:docMk/>
            <pc:sldMk cId="4075672363" sldId="282"/>
            <ac:spMk id="33" creationId="{0A00F2D2-9E32-C88E-5EA6-AF6AC5B5B04C}"/>
          </ac:spMkLst>
        </pc:spChg>
        <pc:spChg chg="add mod">
          <ac:chgData name="Nông Văn Tình" userId="65f03aa13cf31854" providerId="LiveId" clId="{438CD9EA-72A2-4715-8819-DD0291CD8ADF}" dt="2022-05-18T06:01:30.640" v="45191"/>
          <ac:spMkLst>
            <pc:docMk/>
            <pc:sldMk cId="4075672363" sldId="282"/>
            <ac:spMk id="35" creationId="{4B81C972-2688-0638-EC01-44076FD25C48}"/>
          </ac:spMkLst>
        </pc:spChg>
        <pc:spChg chg="add mod">
          <ac:chgData name="Nông Văn Tình" userId="65f03aa13cf31854" providerId="LiveId" clId="{438CD9EA-72A2-4715-8819-DD0291CD8ADF}" dt="2022-05-18T06:01:30.640" v="45191"/>
          <ac:spMkLst>
            <pc:docMk/>
            <pc:sldMk cId="4075672363" sldId="282"/>
            <ac:spMk id="37" creationId="{8A039A6E-7401-B9ED-65D0-7C42C09F87F7}"/>
          </ac:spMkLst>
        </pc:spChg>
        <pc:spChg chg="add mod">
          <ac:chgData name="Nông Văn Tình" userId="65f03aa13cf31854" providerId="LiveId" clId="{438CD9EA-72A2-4715-8819-DD0291CD8ADF}" dt="2022-05-18T06:01:30.640" v="45191"/>
          <ac:spMkLst>
            <pc:docMk/>
            <pc:sldMk cId="4075672363" sldId="282"/>
            <ac:spMk id="38" creationId="{9E20FB1A-E4BB-A55F-6A28-EE1EF3011C9C}"/>
          </ac:spMkLst>
        </pc:spChg>
        <pc:spChg chg="add mod">
          <ac:chgData name="Nông Văn Tình" userId="65f03aa13cf31854" providerId="LiveId" clId="{438CD9EA-72A2-4715-8819-DD0291CD8ADF}" dt="2022-05-18T06:01:30.640" v="45191"/>
          <ac:spMkLst>
            <pc:docMk/>
            <pc:sldMk cId="4075672363" sldId="282"/>
            <ac:spMk id="42" creationId="{08C669DF-DF08-7469-B07E-79C5022FCD45}"/>
          </ac:spMkLst>
        </pc:spChg>
        <pc:spChg chg="mod">
          <ac:chgData name="Nông Văn Tình" userId="65f03aa13cf31854" providerId="LiveId" clId="{438CD9EA-72A2-4715-8819-DD0291CD8ADF}" dt="2022-05-18T06:01:30.640" v="45191"/>
          <ac:spMkLst>
            <pc:docMk/>
            <pc:sldMk cId="4075672363" sldId="282"/>
            <ac:spMk id="3078" creationId="{A1F5A34E-6E01-46D2-A3CC-CAB50BB5ADD2}"/>
          </ac:spMkLst>
        </pc:spChg>
        <pc:picChg chg="del">
          <ac:chgData name="Nông Văn Tình" userId="65f03aa13cf31854" providerId="LiveId" clId="{438CD9EA-72A2-4715-8819-DD0291CD8ADF}" dt="2022-05-06T12:10:45.493" v="22674" actId="21"/>
          <ac:picMkLst>
            <pc:docMk/>
            <pc:sldMk cId="4075672363" sldId="282"/>
            <ac:picMk id="4" creationId="{33278180-E73D-0788-2D84-408DF08DCA60}"/>
          </ac:picMkLst>
        </pc:picChg>
        <pc:picChg chg="add del mod">
          <ac:chgData name="Nông Văn Tình" userId="65f03aa13cf31854" providerId="LiveId" clId="{438CD9EA-72A2-4715-8819-DD0291CD8ADF}" dt="2022-05-06T12:15:22.556" v="23503" actId="478"/>
          <ac:picMkLst>
            <pc:docMk/>
            <pc:sldMk cId="4075672363" sldId="282"/>
            <ac:picMk id="6" creationId="{4C52F8A6-0E11-6FB4-11DE-B7BED1A2B28D}"/>
          </ac:picMkLst>
        </pc:picChg>
        <pc:picChg chg="add mod">
          <ac:chgData name="Nông Văn Tình" userId="65f03aa13cf31854" providerId="LiveId" clId="{438CD9EA-72A2-4715-8819-DD0291CD8ADF}" dt="2022-05-18T06:01:30.640" v="45191"/>
          <ac:picMkLst>
            <pc:docMk/>
            <pc:sldMk cId="4075672363" sldId="282"/>
            <ac:picMk id="79" creationId="{9C64C90A-BA31-154D-A738-FE65A2530454}"/>
          </ac:picMkLst>
        </pc:picChg>
        <pc:picChg chg="del mod">
          <ac:chgData name="Nông Văn Tình" userId="65f03aa13cf31854" providerId="LiveId" clId="{438CD9EA-72A2-4715-8819-DD0291CD8ADF}" dt="2022-05-06T12:21:01.776" v="23587" actId="478"/>
          <ac:picMkLst>
            <pc:docMk/>
            <pc:sldMk cId="4075672363" sldId="282"/>
            <ac:picMk id="3074" creationId="{F29BC583-4411-4298-B4D9-7F4EDA1CF6C0}"/>
          </ac:picMkLst>
        </pc:picChg>
        <pc:cxnChg chg="add del mod">
          <ac:chgData name="Nông Văn Tình" userId="65f03aa13cf31854" providerId="LiveId" clId="{438CD9EA-72A2-4715-8819-DD0291CD8ADF}" dt="2022-05-06T12:14:29.595" v="23493"/>
          <ac:cxnSpMkLst>
            <pc:docMk/>
            <pc:sldMk cId="4075672363" sldId="282"/>
            <ac:cxnSpMk id="11" creationId="{CD71ACBA-BB19-BBA6-9144-24A1839182CA}"/>
          </ac:cxnSpMkLst>
        </pc:cxnChg>
        <pc:cxnChg chg="add del mod">
          <ac:chgData name="Nông Văn Tình" userId="65f03aa13cf31854" providerId="LiveId" clId="{438CD9EA-72A2-4715-8819-DD0291CD8ADF}" dt="2022-05-06T12:14:29.595" v="23493"/>
          <ac:cxnSpMkLst>
            <pc:docMk/>
            <pc:sldMk cId="4075672363" sldId="282"/>
            <ac:cxnSpMk id="13" creationId="{F8DBC3CA-7F28-D55D-5437-E33544584CDA}"/>
          </ac:cxnSpMkLst>
        </pc:cxnChg>
        <pc:cxnChg chg="add del mod">
          <ac:chgData name="Nông Văn Tình" userId="65f03aa13cf31854" providerId="LiveId" clId="{438CD9EA-72A2-4715-8819-DD0291CD8ADF}" dt="2022-05-06T12:14:29.595" v="23493"/>
          <ac:cxnSpMkLst>
            <pc:docMk/>
            <pc:sldMk cId="4075672363" sldId="282"/>
            <ac:cxnSpMk id="17" creationId="{A744C202-D42C-4F3C-DDF8-BC27C1C93796}"/>
          </ac:cxnSpMkLst>
        </pc:cxnChg>
        <pc:cxnChg chg="add del mod">
          <ac:chgData name="Nông Văn Tình" userId="65f03aa13cf31854" providerId="LiveId" clId="{438CD9EA-72A2-4715-8819-DD0291CD8ADF}" dt="2022-05-06T12:14:29.595" v="23493"/>
          <ac:cxnSpMkLst>
            <pc:docMk/>
            <pc:sldMk cId="4075672363" sldId="282"/>
            <ac:cxnSpMk id="18" creationId="{84F30961-C7BA-31E7-B681-9E3B4C71B6A6}"/>
          </ac:cxnSpMkLst>
        </pc:cxnChg>
        <pc:cxnChg chg="add del mod">
          <ac:chgData name="Nông Văn Tình" userId="65f03aa13cf31854" providerId="LiveId" clId="{438CD9EA-72A2-4715-8819-DD0291CD8ADF}" dt="2022-05-06T12:14:29.595" v="23493"/>
          <ac:cxnSpMkLst>
            <pc:docMk/>
            <pc:sldMk cId="4075672363" sldId="282"/>
            <ac:cxnSpMk id="19" creationId="{1B4A51FD-B529-BE63-4C5E-5BC02C9BDB9B}"/>
          </ac:cxnSpMkLst>
        </pc:cxnChg>
        <pc:cxnChg chg="add del mod">
          <ac:chgData name="Nông Văn Tình" userId="65f03aa13cf31854" providerId="LiveId" clId="{438CD9EA-72A2-4715-8819-DD0291CD8ADF}" dt="2022-05-06T12:15:36.511" v="23505"/>
          <ac:cxnSpMkLst>
            <pc:docMk/>
            <pc:sldMk cId="4075672363" sldId="282"/>
            <ac:cxnSpMk id="23" creationId="{87826653-A0FB-44FD-1928-534FE275A48E}"/>
          </ac:cxnSpMkLst>
        </pc:cxnChg>
        <pc:cxnChg chg="add del mod">
          <ac:chgData name="Nông Văn Tình" userId="65f03aa13cf31854" providerId="LiveId" clId="{438CD9EA-72A2-4715-8819-DD0291CD8ADF}" dt="2022-05-06T12:15:36.511" v="23505"/>
          <ac:cxnSpMkLst>
            <pc:docMk/>
            <pc:sldMk cId="4075672363" sldId="282"/>
            <ac:cxnSpMk id="25" creationId="{50F513A3-56DA-1D8C-0570-9F49D73CD6CF}"/>
          </ac:cxnSpMkLst>
        </pc:cxnChg>
        <pc:cxnChg chg="add del mod">
          <ac:chgData name="Nông Văn Tình" userId="65f03aa13cf31854" providerId="LiveId" clId="{438CD9EA-72A2-4715-8819-DD0291CD8ADF}" dt="2022-05-06T12:15:36.511" v="23505"/>
          <ac:cxnSpMkLst>
            <pc:docMk/>
            <pc:sldMk cId="4075672363" sldId="282"/>
            <ac:cxnSpMk id="28" creationId="{295CE610-3A97-9A36-A96C-45EF9A7EAA41}"/>
          </ac:cxnSpMkLst>
        </pc:cxnChg>
        <pc:cxnChg chg="add del mod">
          <ac:chgData name="Nông Văn Tình" userId="65f03aa13cf31854" providerId="LiveId" clId="{438CD9EA-72A2-4715-8819-DD0291CD8ADF}" dt="2022-05-06T12:15:36.511" v="23505"/>
          <ac:cxnSpMkLst>
            <pc:docMk/>
            <pc:sldMk cId="4075672363" sldId="282"/>
            <ac:cxnSpMk id="29" creationId="{0B5F1402-2926-EA85-9EB8-2054C054B63C}"/>
          </ac:cxnSpMkLst>
        </pc:cxnChg>
        <pc:cxnChg chg="add del mod">
          <ac:chgData name="Nông Văn Tình" userId="65f03aa13cf31854" providerId="LiveId" clId="{438CD9EA-72A2-4715-8819-DD0291CD8ADF}" dt="2022-05-06T12:15:36.511" v="23505"/>
          <ac:cxnSpMkLst>
            <pc:docMk/>
            <pc:sldMk cId="4075672363" sldId="282"/>
            <ac:cxnSpMk id="30" creationId="{748FA26B-8EDD-14A7-E33C-750D4EBC9589}"/>
          </ac:cxnSpMkLst>
        </pc:cxnChg>
        <pc:cxnChg chg="add mod">
          <ac:chgData name="Nông Văn Tình" userId="65f03aa13cf31854" providerId="LiveId" clId="{438CD9EA-72A2-4715-8819-DD0291CD8ADF}" dt="2022-05-18T06:01:30.640" v="45191"/>
          <ac:cxnSpMkLst>
            <pc:docMk/>
            <pc:sldMk cId="4075672363" sldId="282"/>
            <ac:cxnSpMk id="34" creationId="{30A4F6A0-DB2C-1A7D-85A2-0121188CA371}"/>
          </ac:cxnSpMkLst>
        </pc:cxnChg>
        <pc:cxnChg chg="add mod">
          <ac:chgData name="Nông Văn Tình" userId="65f03aa13cf31854" providerId="LiveId" clId="{438CD9EA-72A2-4715-8819-DD0291CD8ADF}" dt="2022-05-18T06:01:30.640" v="45191"/>
          <ac:cxnSpMkLst>
            <pc:docMk/>
            <pc:sldMk cId="4075672363" sldId="282"/>
            <ac:cxnSpMk id="36" creationId="{FE5E989C-7927-DB1D-DAB8-8ABC2D95DF86}"/>
          </ac:cxnSpMkLst>
        </pc:cxnChg>
        <pc:cxnChg chg="add mod">
          <ac:chgData name="Nông Văn Tình" userId="65f03aa13cf31854" providerId="LiveId" clId="{438CD9EA-72A2-4715-8819-DD0291CD8ADF}" dt="2022-05-18T06:01:30.640" v="45191"/>
          <ac:cxnSpMkLst>
            <pc:docMk/>
            <pc:sldMk cId="4075672363" sldId="282"/>
            <ac:cxnSpMk id="39" creationId="{D6AF2338-9166-2F19-4941-83DF0B591FDF}"/>
          </ac:cxnSpMkLst>
        </pc:cxnChg>
        <pc:cxnChg chg="add mod">
          <ac:chgData name="Nông Văn Tình" userId="65f03aa13cf31854" providerId="LiveId" clId="{438CD9EA-72A2-4715-8819-DD0291CD8ADF}" dt="2022-05-18T06:01:30.640" v="45191"/>
          <ac:cxnSpMkLst>
            <pc:docMk/>
            <pc:sldMk cId="4075672363" sldId="282"/>
            <ac:cxnSpMk id="40" creationId="{08AB9060-98F7-E70F-71CF-CDD2818DF337}"/>
          </ac:cxnSpMkLst>
        </pc:cxnChg>
        <pc:cxnChg chg="add mod">
          <ac:chgData name="Nông Văn Tình" userId="65f03aa13cf31854" providerId="LiveId" clId="{438CD9EA-72A2-4715-8819-DD0291CD8ADF}" dt="2022-05-18T06:01:30.640" v="45191"/>
          <ac:cxnSpMkLst>
            <pc:docMk/>
            <pc:sldMk cId="4075672363" sldId="282"/>
            <ac:cxnSpMk id="41" creationId="{3974A975-D7B0-16A1-A19E-AF8768E3F172}"/>
          </ac:cxnSpMkLst>
        </pc:cxnChg>
      </pc:sldChg>
      <pc:sldChg chg="del">
        <pc:chgData name="Nông Văn Tình" userId="65f03aa13cf31854" providerId="LiveId" clId="{438CD9EA-72A2-4715-8819-DD0291CD8ADF}" dt="2022-05-06T03:25:56.471" v="74" actId="47"/>
        <pc:sldMkLst>
          <pc:docMk/>
          <pc:sldMk cId="850257688" sldId="283"/>
        </pc:sldMkLst>
      </pc:sldChg>
      <pc:sldChg chg="delSp modSp add del mod">
        <pc:chgData name="Nông Văn Tình" userId="65f03aa13cf31854" providerId="LiveId" clId="{438CD9EA-72A2-4715-8819-DD0291CD8ADF}" dt="2022-05-18T09:05:51.505" v="45786" actId="47"/>
        <pc:sldMkLst>
          <pc:docMk/>
          <pc:sldMk cId="2885047972" sldId="283"/>
        </pc:sldMkLst>
        <pc:spChg chg="mod">
          <ac:chgData name="Nông Văn Tình" userId="65f03aa13cf31854" providerId="LiveId" clId="{438CD9EA-72A2-4715-8819-DD0291CD8ADF}" dt="2022-05-18T06:01:30.640" v="45191"/>
          <ac:spMkLst>
            <pc:docMk/>
            <pc:sldMk cId="2885047972" sldId="283"/>
            <ac:spMk id="5" creationId="{C38C2A1D-71E0-B0A1-DF53-003E6774336B}"/>
          </ac:spMkLst>
        </pc:spChg>
        <pc:spChg chg="mod">
          <ac:chgData name="Nông Văn Tình" userId="65f03aa13cf31854" providerId="LiveId" clId="{438CD9EA-72A2-4715-8819-DD0291CD8ADF}" dt="2022-05-18T06:01:30.640" v="45191"/>
          <ac:spMkLst>
            <pc:docMk/>
            <pc:sldMk cId="2885047972" sldId="283"/>
            <ac:spMk id="16" creationId="{9CBE5CCF-6182-4AC7-862A-D62B8542752F}"/>
          </ac:spMkLst>
        </pc:spChg>
        <pc:spChg chg="del">
          <ac:chgData name="Nông Văn Tình" userId="65f03aa13cf31854" providerId="LiveId" clId="{438CD9EA-72A2-4715-8819-DD0291CD8ADF}" dt="2022-05-06T12:45:22.377" v="24384" actId="478"/>
          <ac:spMkLst>
            <pc:docMk/>
            <pc:sldMk cId="2885047972" sldId="283"/>
            <ac:spMk id="32" creationId="{3E21EA94-1AA0-E735-CB51-6F2B864DD2DA}"/>
          </ac:spMkLst>
        </pc:spChg>
        <pc:spChg chg="del">
          <ac:chgData name="Nông Văn Tình" userId="65f03aa13cf31854" providerId="LiveId" clId="{438CD9EA-72A2-4715-8819-DD0291CD8ADF}" dt="2022-05-06T12:45:22.377" v="24384" actId="478"/>
          <ac:spMkLst>
            <pc:docMk/>
            <pc:sldMk cId="2885047972" sldId="283"/>
            <ac:spMk id="33" creationId="{0A00F2D2-9E32-C88E-5EA6-AF6AC5B5B04C}"/>
          </ac:spMkLst>
        </pc:spChg>
        <pc:spChg chg="del">
          <ac:chgData name="Nông Văn Tình" userId="65f03aa13cf31854" providerId="LiveId" clId="{438CD9EA-72A2-4715-8819-DD0291CD8ADF}" dt="2022-05-06T12:45:22.377" v="24384" actId="478"/>
          <ac:spMkLst>
            <pc:docMk/>
            <pc:sldMk cId="2885047972" sldId="283"/>
            <ac:spMk id="35" creationId="{4B81C972-2688-0638-EC01-44076FD25C48}"/>
          </ac:spMkLst>
        </pc:spChg>
        <pc:spChg chg="del">
          <ac:chgData name="Nông Văn Tình" userId="65f03aa13cf31854" providerId="LiveId" clId="{438CD9EA-72A2-4715-8819-DD0291CD8ADF}" dt="2022-05-06T12:45:24.552" v="24385" actId="478"/>
          <ac:spMkLst>
            <pc:docMk/>
            <pc:sldMk cId="2885047972" sldId="283"/>
            <ac:spMk id="37" creationId="{8A039A6E-7401-B9ED-65D0-7C42C09F87F7}"/>
          </ac:spMkLst>
        </pc:spChg>
        <pc:spChg chg="del">
          <ac:chgData name="Nông Văn Tình" userId="65f03aa13cf31854" providerId="LiveId" clId="{438CD9EA-72A2-4715-8819-DD0291CD8ADF}" dt="2022-05-06T12:45:22.377" v="24384" actId="478"/>
          <ac:spMkLst>
            <pc:docMk/>
            <pc:sldMk cId="2885047972" sldId="283"/>
            <ac:spMk id="38" creationId="{9E20FB1A-E4BB-A55F-6A28-EE1EF3011C9C}"/>
          </ac:spMkLst>
        </pc:spChg>
        <pc:spChg chg="del">
          <ac:chgData name="Nông Văn Tình" userId="65f03aa13cf31854" providerId="LiveId" clId="{438CD9EA-72A2-4715-8819-DD0291CD8ADF}" dt="2022-05-06T12:45:22.377" v="24384" actId="478"/>
          <ac:spMkLst>
            <pc:docMk/>
            <pc:sldMk cId="2885047972" sldId="283"/>
            <ac:spMk id="42" creationId="{08C669DF-DF08-7469-B07E-79C5022FCD45}"/>
          </ac:spMkLst>
        </pc:spChg>
        <pc:spChg chg="mod">
          <ac:chgData name="Nông Văn Tình" userId="65f03aa13cf31854" providerId="LiveId" clId="{438CD9EA-72A2-4715-8819-DD0291CD8ADF}" dt="2022-05-18T06:01:30.640" v="45191"/>
          <ac:spMkLst>
            <pc:docMk/>
            <pc:sldMk cId="2885047972" sldId="283"/>
            <ac:spMk id="3078" creationId="{A1F5A34E-6E01-46D2-A3CC-CAB50BB5ADD2}"/>
          </ac:spMkLst>
        </pc:spChg>
        <pc:picChg chg="mod">
          <ac:chgData name="Nông Văn Tình" userId="65f03aa13cf31854" providerId="LiveId" clId="{438CD9EA-72A2-4715-8819-DD0291CD8ADF}" dt="2022-05-18T06:01:30.640" v="45191"/>
          <ac:picMkLst>
            <pc:docMk/>
            <pc:sldMk cId="2885047972" sldId="283"/>
            <ac:picMk id="79" creationId="{9C64C90A-BA31-154D-A738-FE65A2530454}"/>
          </ac:picMkLst>
        </pc:picChg>
        <pc:cxnChg chg="del mod">
          <ac:chgData name="Nông Văn Tình" userId="65f03aa13cf31854" providerId="LiveId" clId="{438CD9EA-72A2-4715-8819-DD0291CD8ADF}" dt="2022-05-06T12:45:22.377" v="24384" actId="478"/>
          <ac:cxnSpMkLst>
            <pc:docMk/>
            <pc:sldMk cId="2885047972" sldId="283"/>
            <ac:cxnSpMk id="34" creationId="{30A4F6A0-DB2C-1A7D-85A2-0121188CA371}"/>
          </ac:cxnSpMkLst>
        </pc:cxnChg>
        <pc:cxnChg chg="del mod">
          <ac:chgData name="Nông Văn Tình" userId="65f03aa13cf31854" providerId="LiveId" clId="{438CD9EA-72A2-4715-8819-DD0291CD8ADF}" dt="2022-05-06T12:45:22.377" v="24384" actId="478"/>
          <ac:cxnSpMkLst>
            <pc:docMk/>
            <pc:sldMk cId="2885047972" sldId="283"/>
            <ac:cxnSpMk id="36" creationId="{FE5E989C-7927-DB1D-DAB8-8ABC2D95DF86}"/>
          </ac:cxnSpMkLst>
        </pc:cxnChg>
        <pc:cxnChg chg="del mod">
          <ac:chgData name="Nông Văn Tình" userId="65f03aa13cf31854" providerId="LiveId" clId="{438CD9EA-72A2-4715-8819-DD0291CD8ADF}" dt="2022-05-06T12:45:22.377" v="24384" actId="478"/>
          <ac:cxnSpMkLst>
            <pc:docMk/>
            <pc:sldMk cId="2885047972" sldId="283"/>
            <ac:cxnSpMk id="39" creationId="{D6AF2338-9166-2F19-4941-83DF0B591FDF}"/>
          </ac:cxnSpMkLst>
        </pc:cxnChg>
        <pc:cxnChg chg="del mod">
          <ac:chgData name="Nông Văn Tình" userId="65f03aa13cf31854" providerId="LiveId" clId="{438CD9EA-72A2-4715-8819-DD0291CD8ADF}" dt="2022-05-06T12:45:22.377" v="24384" actId="478"/>
          <ac:cxnSpMkLst>
            <pc:docMk/>
            <pc:sldMk cId="2885047972" sldId="283"/>
            <ac:cxnSpMk id="40" creationId="{08AB9060-98F7-E70F-71CF-CDD2818DF337}"/>
          </ac:cxnSpMkLst>
        </pc:cxnChg>
        <pc:cxnChg chg="del mod">
          <ac:chgData name="Nông Văn Tình" userId="65f03aa13cf31854" providerId="LiveId" clId="{438CD9EA-72A2-4715-8819-DD0291CD8ADF}" dt="2022-05-06T12:45:22.377" v="24384" actId="478"/>
          <ac:cxnSpMkLst>
            <pc:docMk/>
            <pc:sldMk cId="2885047972" sldId="283"/>
            <ac:cxnSpMk id="41" creationId="{3974A975-D7B0-16A1-A19E-AF8768E3F172}"/>
          </ac:cxnSpMkLst>
        </pc:cxnChg>
      </pc:sldChg>
      <pc:sldChg chg="addSp delSp modSp add del mod">
        <pc:chgData name="Nông Văn Tình" userId="65f03aa13cf31854" providerId="LiveId" clId="{438CD9EA-72A2-4715-8819-DD0291CD8ADF}" dt="2022-05-18T09:07:47.287" v="45816" actId="47"/>
        <pc:sldMkLst>
          <pc:docMk/>
          <pc:sldMk cId="1024714435" sldId="284"/>
        </pc:sldMkLst>
        <pc:spChg chg="mod">
          <ac:chgData name="Nông Văn Tình" userId="65f03aa13cf31854" providerId="LiveId" clId="{438CD9EA-72A2-4715-8819-DD0291CD8ADF}" dt="2022-05-18T09:06:09.683" v="45797" actId="20577"/>
          <ac:spMkLst>
            <pc:docMk/>
            <pc:sldMk cId="1024714435" sldId="284"/>
            <ac:spMk id="3" creationId="{2E695F3F-8F0E-2F0E-83DA-8372A0910304}"/>
          </ac:spMkLst>
        </pc:spChg>
        <pc:spChg chg="mod">
          <ac:chgData name="Nông Văn Tình" userId="65f03aa13cf31854" providerId="LiveId" clId="{438CD9EA-72A2-4715-8819-DD0291CD8ADF}" dt="2022-05-18T06:01:30.640" v="45191"/>
          <ac:spMkLst>
            <pc:docMk/>
            <pc:sldMk cId="1024714435" sldId="284"/>
            <ac:spMk id="9" creationId="{2B1E22DE-B3E8-B509-5347-CEEA28C887AD}"/>
          </ac:spMkLst>
        </pc:spChg>
        <pc:spChg chg="add del mod">
          <ac:chgData name="Nông Văn Tình" userId="65f03aa13cf31854" providerId="LiveId" clId="{438CD9EA-72A2-4715-8819-DD0291CD8ADF}" dt="2022-05-18T06:01:30.640" v="45191"/>
          <ac:spMkLst>
            <pc:docMk/>
            <pc:sldMk cId="1024714435" sldId="284"/>
            <ac:spMk id="3078" creationId="{A1F5A34E-6E01-46D2-A3CC-CAB50BB5ADD2}"/>
          </ac:spMkLst>
        </pc:spChg>
        <pc:picChg chg="mod">
          <ac:chgData name="Nông Văn Tình" userId="65f03aa13cf31854" providerId="LiveId" clId="{438CD9EA-72A2-4715-8819-DD0291CD8ADF}" dt="2022-05-18T06:01:30.640" v="45191"/>
          <ac:picMkLst>
            <pc:docMk/>
            <pc:sldMk cId="1024714435" sldId="284"/>
            <ac:picMk id="8" creationId="{B5B86B07-FA59-25ED-E5F9-96F6EE5B4684}"/>
          </ac:picMkLst>
        </pc:picChg>
      </pc:sldChg>
      <pc:sldChg chg="add del">
        <pc:chgData name="Nông Văn Tình" userId="65f03aa13cf31854" providerId="LiveId" clId="{438CD9EA-72A2-4715-8819-DD0291CD8ADF}" dt="2022-05-06T13:32:12.770" v="24959"/>
        <pc:sldMkLst>
          <pc:docMk/>
          <pc:sldMk cId="3868098949" sldId="284"/>
        </pc:sldMkLst>
      </pc:sldChg>
      <pc:sldChg chg="del">
        <pc:chgData name="Nông Văn Tình" userId="65f03aa13cf31854" providerId="LiveId" clId="{438CD9EA-72A2-4715-8819-DD0291CD8ADF}" dt="2022-05-06T03:25:56.471" v="74" actId="47"/>
        <pc:sldMkLst>
          <pc:docMk/>
          <pc:sldMk cId="4017202590" sldId="284"/>
        </pc:sldMkLst>
      </pc:sldChg>
      <pc:sldChg chg="del">
        <pc:chgData name="Nông Văn Tình" userId="65f03aa13cf31854" providerId="LiveId" clId="{438CD9EA-72A2-4715-8819-DD0291CD8ADF}" dt="2022-05-06T03:25:56.471" v="74" actId="47"/>
        <pc:sldMkLst>
          <pc:docMk/>
          <pc:sldMk cId="296293051" sldId="285"/>
        </pc:sldMkLst>
      </pc:sldChg>
      <pc:sldChg chg="addSp modSp add del mod">
        <pc:chgData name="Nông Văn Tình" userId="65f03aa13cf31854" providerId="LiveId" clId="{438CD9EA-72A2-4715-8819-DD0291CD8ADF}" dt="2022-05-18T09:09:31.449" v="45831" actId="47"/>
        <pc:sldMkLst>
          <pc:docMk/>
          <pc:sldMk cId="3354481286" sldId="285"/>
        </pc:sldMkLst>
        <pc:spChg chg="mod">
          <ac:chgData name="Nông Văn Tình" userId="65f03aa13cf31854" providerId="LiveId" clId="{438CD9EA-72A2-4715-8819-DD0291CD8ADF}" dt="2022-05-18T06:01:30.640" v="45191"/>
          <ac:spMkLst>
            <pc:docMk/>
            <pc:sldMk cId="3354481286" sldId="285"/>
            <ac:spMk id="5" creationId="{C38C2A1D-71E0-B0A1-DF53-003E6774336B}"/>
          </ac:spMkLst>
        </pc:spChg>
        <pc:spChg chg="add mod">
          <ac:chgData name="Nông Văn Tình" userId="65f03aa13cf31854" providerId="LiveId" clId="{438CD9EA-72A2-4715-8819-DD0291CD8ADF}" dt="2022-05-18T06:01:30.640" v="45191"/>
          <ac:spMkLst>
            <pc:docMk/>
            <pc:sldMk cId="3354481286" sldId="285"/>
            <ac:spMk id="6" creationId="{71A76529-06B6-0B19-93B0-20B4BBE4C7E3}"/>
          </ac:spMkLst>
        </pc:spChg>
        <pc:spChg chg="add mod">
          <ac:chgData name="Nông Văn Tình" userId="65f03aa13cf31854" providerId="LiveId" clId="{438CD9EA-72A2-4715-8819-DD0291CD8ADF}" dt="2022-05-18T06:01:30.640" v="45191"/>
          <ac:spMkLst>
            <pc:docMk/>
            <pc:sldMk cId="3354481286" sldId="285"/>
            <ac:spMk id="7" creationId="{754C707F-5DAB-532D-0372-6B70FAE7280B}"/>
          </ac:spMkLst>
        </pc:spChg>
        <pc:spChg chg="add mod">
          <ac:chgData name="Nông Văn Tình" userId="65f03aa13cf31854" providerId="LiveId" clId="{438CD9EA-72A2-4715-8819-DD0291CD8ADF}" dt="2022-05-18T06:01:30.640" v="45191"/>
          <ac:spMkLst>
            <pc:docMk/>
            <pc:sldMk cId="3354481286" sldId="285"/>
            <ac:spMk id="8" creationId="{59FAC0F1-A395-CE33-FE00-9E2CAAA51647}"/>
          </ac:spMkLst>
        </pc:spChg>
        <pc:spChg chg="mod">
          <ac:chgData name="Nông Văn Tình" userId="65f03aa13cf31854" providerId="LiveId" clId="{438CD9EA-72A2-4715-8819-DD0291CD8ADF}" dt="2022-05-18T06:01:30.640" v="45191"/>
          <ac:spMkLst>
            <pc:docMk/>
            <pc:sldMk cId="3354481286" sldId="285"/>
            <ac:spMk id="16" creationId="{9CBE5CCF-6182-4AC7-862A-D62B8542752F}"/>
          </ac:spMkLst>
        </pc:spChg>
        <pc:spChg chg="mod">
          <ac:chgData name="Nông Văn Tình" userId="65f03aa13cf31854" providerId="LiveId" clId="{438CD9EA-72A2-4715-8819-DD0291CD8ADF}" dt="2022-05-18T06:01:30.640" v="45191"/>
          <ac:spMkLst>
            <pc:docMk/>
            <pc:sldMk cId="3354481286" sldId="285"/>
            <ac:spMk id="3078" creationId="{A1F5A34E-6E01-46D2-A3CC-CAB50BB5ADD2}"/>
          </ac:spMkLst>
        </pc:spChg>
        <pc:picChg chg="mod">
          <ac:chgData name="Nông Văn Tình" userId="65f03aa13cf31854" providerId="LiveId" clId="{438CD9EA-72A2-4715-8819-DD0291CD8ADF}" dt="2022-05-18T06:01:30.640" v="45191"/>
          <ac:picMkLst>
            <pc:docMk/>
            <pc:sldMk cId="3354481286" sldId="285"/>
            <ac:picMk id="79" creationId="{9C64C90A-BA31-154D-A738-FE65A2530454}"/>
          </ac:picMkLst>
        </pc:picChg>
      </pc:sldChg>
      <pc:sldChg chg="del">
        <pc:chgData name="Nông Văn Tình" userId="65f03aa13cf31854" providerId="LiveId" clId="{438CD9EA-72A2-4715-8819-DD0291CD8ADF}" dt="2022-05-06T03:25:56.471" v="74" actId="47"/>
        <pc:sldMkLst>
          <pc:docMk/>
          <pc:sldMk cId="986820013" sldId="286"/>
        </pc:sldMkLst>
      </pc:sldChg>
      <pc:sldChg chg="addSp delSp modSp add del mod">
        <pc:chgData name="Nông Văn Tình" userId="65f03aa13cf31854" providerId="LiveId" clId="{438CD9EA-72A2-4715-8819-DD0291CD8ADF}" dt="2022-05-18T09:10:56.662" v="45855" actId="47"/>
        <pc:sldMkLst>
          <pc:docMk/>
          <pc:sldMk cId="2547477434" sldId="286"/>
        </pc:sldMkLst>
        <pc:spChg chg="mod">
          <ac:chgData name="Nông Văn Tình" userId="65f03aa13cf31854" providerId="LiveId" clId="{438CD9EA-72A2-4715-8819-DD0291CD8ADF}" dt="2022-05-18T06:01:30.640" v="45191"/>
          <ac:spMkLst>
            <pc:docMk/>
            <pc:sldMk cId="2547477434" sldId="286"/>
            <ac:spMk id="5" creationId="{C38C2A1D-71E0-B0A1-DF53-003E6774336B}"/>
          </ac:spMkLst>
        </pc:spChg>
        <pc:spChg chg="del">
          <ac:chgData name="Nông Văn Tình" userId="65f03aa13cf31854" providerId="LiveId" clId="{438CD9EA-72A2-4715-8819-DD0291CD8ADF}" dt="2022-05-06T14:00:21.038" v="27875" actId="21"/>
          <ac:spMkLst>
            <pc:docMk/>
            <pc:sldMk cId="2547477434" sldId="286"/>
            <ac:spMk id="6" creationId="{71A76529-06B6-0B19-93B0-20B4BBE4C7E3}"/>
          </ac:spMkLst>
        </pc:spChg>
        <pc:spChg chg="del">
          <ac:chgData name="Nông Văn Tình" userId="65f03aa13cf31854" providerId="LiveId" clId="{438CD9EA-72A2-4715-8819-DD0291CD8ADF}" dt="2022-05-06T14:00:21.038" v="27875" actId="21"/>
          <ac:spMkLst>
            <pc:docMk/>
            <pc:sldMk cId="2547477434" sldId="286"/>
            <ac:spMk id="7" creationId="{754C707F-5DAB-532D-0372-6B70FAE7280B}"/>
          </ac:spMkLst>
        </pc:spChg>
        <pc:spChg chg="del">
          <ac:chgData name="Nông Văn Tình" userId="65f03aa13cf31854" providerId="LiveId" clId="{438CD9EA-72A2-4715-8819-DD0291CD8ADF}" dt="2022-05-06T14:00:21.038" v="27875" actId="21"/>
          <ac:spMkLst>
            <pc:docMk/>
            <pc:sldMk cId="2547477434" sldId="286"/>
            <ac:spMk id="8" creationId="{59FAC0F1-A395-CE33-FE00-9E2CAAA51647}"/>
          </ac:spMkLst>
        </pc:spChg>
        <pc:spChg chg="add del mod">
          <ac:chgData name="Nông Văn Tình" userId="65f03aa13cf31854" providerId="LiveId" clId="{438CD9EA-72A2-4715-8819-DD0291CD8ADF}" dt="2022-05-06T14:12:14.100" v="29168" actId="478"/>
          <ac:spMkLst>
            <pc:docMk/>
            <pc:sldMk cId="2547477434" sldId="286"/>
            <ac:spMk id="9" creationId="{BAA514EC-624C-7D4A-A089-72EFF1158301}"/>
          </ac:spMkLst>
        </pc:spChg>
        <pc:spChg chg="add del mod">
          <ac:chgData name="Nông Văn Tình" userId="65f03aa13cf31854" providerId="LiveId" clId="{438CD9EA-72A2-4715-8819-DD0291CD8ADF}" dt="2022-05-06T14:12:14.100" v="29168" actId="478"/>
          <ac:spMkLst>
            <pc:docMk/>
            <pc:sldMk cId="2547477434" sldId="286"/>
            <ac:spMk id="10" creationId="{026350FA-0D3C-9A6F-1346-AE512DF4C9E0}"/>
          </ac:spMkLst>
        </pc:spChg>
        <pc:spChg chg="add del mod">
          <ac:chgData name="Nông Văn Tình" userId="65f03aa13cf31854" providerId="LiveId" clId="{438CD9EA-72A2-4715-8819-DD0291CD8ADF}" dt="2022-05-06T14:12:14.100" v="29168" actId="478"/>
          <ac:spMkLst>
            <pc:docMk/>
            <pc:sldMk cId="2547477434" sldId="286"/>
            <ac:spMk id="11" creationId="{8DDD148A-4585-F346-B787-F9B515044036}"/>
          </ac:spMkLst>
        </pc:spChg>
        <pc:spChg chg="add del mod">
          <ac:chgData name="Nông Văn Tình" userId="65f03aa13cf31854" providerId="LiveId" clId="{438CD9EA-72A2-4715-8819-DD0291CD8ADF}" dt="2022-05-06T14:12:14.100" v="29168" actId="478"/>
          <ac:spMkLst>
            <pc:docMk/>
            <pc:sldMk cId="2547477434" sldId="286"/>
            <ac:spMk id="12" creationId="{CE19BAD6-CD7C-441A-7535-F27755FF38FC}"/>
          </ac:spMkLst>
        </pc:spChg>
        <pc:spChg chg="add del mod">
          <ac:chgData name="Nông Văn Tình" userId="65f03aa13cf31854" providerId="LiveId" clId="{438CD9EA-72A2-4715-8819-DD0291CD8ADF}" dt="2022-05-06T14:12:14.100" v="29168" actId="478"/>
          <ac:spMkLst>
            <pc:docMk/>
            <pc:sldMk cId="2547477434" sldId="286"/>
            <ac:spMk id="13" creationId="{350C45FA-15D2-2CD7-EF18-3D164D776619}"/>
          </ac:spMkLst>
        </pc:spChg>
        <pc:spChg chg="add del mod">
          <ac:chgData name="Nông Văn Tình" userId="65f03aa13cf31854" providerId="LiveId" clId="{438CD9EA-72A2-4715-8819-DD0291CD8ADF}" dt="2022-05-06T14:12:14.100" v="29168" actId="478"/>
          <ac:spMkLst>
            <pc:docMk/>
            <pc:sldMk cId="2547477434" sldId="286"/>
            <ac:spMk id="14" creationId="{F412BFC1-80E0-4A00-F15A-335FB0E04D7B}"/>
          </ac:spMkLst>
        </pc:spChg>
        <pc:spChg chg="mod">
          <ac:chgData name="Nông Văn Tình" userId="65f03aa13cf31854" providerId="LiveId" clId="{438CD9EA-72A2-4715-8819-DD0291CD8ADF}" dt="2022-05-18T06:01:30.640" v="45191"/>
          <ac:spMkLst>
            <pc:docMk/>
            <pc:sldMk cId="2547477434" sldId="286"/>
            <ac:spMk id="16" creationId="{9CBE5CCF-6182-4AC7-862A-D62B8542752F}"/>
          </ac:spMkLst>
        </pc:spChg>
        <pc:spChg chg="mod">
          <ac:chgData name="Nông Văn Tình" userId="65f03aa13cf31854" providerId="LiveId" clId="{438CD9EA-72A2-4715-8819-DD0291CD8ADF}" dt="2022-05-18T06:01:30.640" v="45191"/>
          <ac:spMkLst>
            <pc:docMk/>
            <pc:sldMk cId="2547477434" sldId="286"/>
            <ac:spMk id="3078" creationId="{A1F5A34E-6E01-46D2-A3CC-CAB50BB5ADD2}"/>
          </ac:spMkLst>
        </pc:spChg>
        <pc:picChg chg="mod">
          <ac:chgData name="Nông Văn Tình" userId="65f03aa13cf31854" providerId="LiveId" clId="{438CD9EA-72A2-4715-8819-DD0291CD8ADF}" dt="2022-05-18T06:01:30.640" v="45191"/>
          <ac:picMkLst>
            <pc:docMk/>
            <pc:sldMk cId="2547477434" sldId="286"/>
            <ac:picMk id="79" creationId="{9C64C90A-BA31-154D-A738-FE65A2530454}"/>
          </ac:picMkLst>
        </pc:picChg>
      </pc:sldChg>
      <pc:sldChg chg="modSp add del mod">
        <pc:chgData name="Nông Văn Tình" userId="65f03aa13cf31854" providerId="LiveId" clId="{438CD9EA-72A2-4715-8819-DD0291CD8ADF}" dt="2022-05-18T09:12:30.993" v="45882" actId="47"/>
        <pc:sldMkLst>
          <pc:docMk/>
          <pc:sldMk cId="3729738472" sldId="287"/>
        </pc:sldMkLst>
        <pc:spChg chg="mod">
          <ac:chgData name="Nông Văn Tình" userId="65f03aa13cf31854" providerId="LiveId" clId="{438CD9EA-72A2-4715-8819-DD0291CD8ADF}" dt="2022-05-18T06:01:30.640" v="45191"/>
          <ac:spMkLst>
            <pc:docMk/>
            <pc:sldMk cId="3729738472" sldId="287"/>
            <ac:spMk id="5" creationId="{C38C2A1D-71E0-B0A1-DF53-003E6774336B}"/>
          </ac:spMkLst>
        </pc:spChg>
        <pc:spChg chg="mod">
          <ac:chgData name="Nông Văn Tình" userId="65f03aa13cf31854" providerId="LiveId" clId="{438CD9EA-72A2-4715-8819-DD0291CD8ADF}" dt="2022-05-18T06:01:30.640" v="45191"/>
          <ac:spMkLst>
            <pc:docMk/>
            <pc:sldMk cId="3729738472" sldId="287"/>
            <ac:spMk id="9" creationId="{BAA514EC-624C-7D4A-A089-72EFF1158301}"/>
          </ac:spMkLst>
        </pc:spChg>
        <pc:spChg chg="mod">
          <ac:chgData name="Nông Văn Tình" userId="65f03aa13cf31854" providerId="LiveId" clId="{438CD9EA-72A2-4715-8819-DD0291CD8ADF}" dt="2022-05-18T06:01:30.640" v="45191"/>
          <ac:spMkLst>
            <pc:docMk/>
            <pc:sldMk cId="3729738472" sldId="287"/>
            <ac:spMk id="10" creationId="{026350FA-0D3C-9A6F-1346-AE512DF4C9E0}"/>
          </ac:spMkLst>
        </pc:spChg>
        <pc:spChg chg="mod">
          <ac:chgData name="Nông Văn Tình" userId="65f03aa13cf31854" providerId="LiveId" clId="{438CD9EA-72A2-4715-8819-DD0291CD8ADF}" dt="2022-05-18T06:01:30.640" v="45191"/>
          <ac:spMkLst>
            <pc:docMk/>
            <pc:sldMk cId="3729738472" sldId="287"/>
            <ac:spMk id="11" creationId="{8DDD148A-4585-F346-B787-F9B515044036}"/>
          </ac:spMkLst>
        </pc:spChg>
        <pc:spChg chg="mod">
          <ac:chgData name="Nông Văn Tình" userId="65f03aa13cf31854" providerId="LiveId" clId="{438CD9EA-72A2-4715-8819-DD0291CD8ADF}" dt="2022-05-18T06:01:30.640" v="45191"/>
          <ac:spMkLst>
            <pc:docMk/>
            <pc:sldMk cId="3729738472" sldId="287"/>
            <ac:spMk id="12" creationId="{CE19BAD6-CD7C-441A-7535-F27755FF38FC}"/>
          </ac:spMkLst>
        </pc:spChg>
        <pc:spChg chg="mod">
          <ac:chgData name="Nông Văn Tình" userId="65f03aa13cf31854" providerId="LiveId" clId="{438CD9EA-72A2-4715-8819-DD0291CD8ADF}" dt="2022-05-18T06:01:30.640" v="45191"/>
          <ac:spMkLst>
            <pc:docMk/>
            <pc:sldMk cId="3729738472" sldId="287"/>
            <ac:spMk id="13" creationId="{350C45FA-15D2-2CD7-EF18-3D164D776619}"/>
          </ac:spMkLst>
        </pc:spChg>
        <pc:spChg chg="mod">
          <ac:chgData name="Nông Văn Tình" userId="65f03aa13cf31854" providerId="LiveId" clId="{438CD9EA-72A2-4715-8819-DD0291CD8ADF}" dt="2022-05-18T06:01:30.640" v="45191"/>
          <ac:spMkLst>
            <pc:docMk/>
            <pc:sldMk cId="3729738472" sldId="287"/>
            <ac:spMk id="14" creationId="{F412BFC1-80E0-4A00-F15A-335FB0E04D7B}"/>
          </ac:spMkLst>
        </pc:spChg>
        <pc:spChg chg="mod">
          <ac:chgData name="Nông Văn Tình" userId="65f03aa13cf31854" providerId="LiveId" clId="{438CD9EA-72A2-4715-8819-DD0291CD8ADF}" dt="2022-05-18T06:01:30.640" v="45191"/>
          <ac:spMkLst>
            <pc:docMk/>
            <pc:sldMk cId="3729738472" sldId="287"/>
            <ac:spMk id="16" creationId="{9CBE5CCF-6182-4AC7-862A-D62B8542752F}"/>
          </ac:spMkLst>
        </pc:spChg>
        <pc:spChg chg="mod">
          <ac:chgData name="Nông Văn Tình" userId="65f03aa13cf31854" providerId="LiveId" clId="{438CD9EA-72A2-4715-8819-DD0291CD8ADF}" dt="2022-05-18T06:01:30.640" v="45191"/>
          <ac:spMkLst>
            <pc:docMk/>
            <pc:sldMk cId="3729738472" sldId="287"/>
            <ac:spMk id="3078" creationId="{A1F5A34E-6E01-46D2-A3CC-CAB50BB5ADD2}"/>
          </ac:spMkLst>
        </pc:spChg>
        <pc:picChg chg="mod">
          <ac:chgData name="Nông Văn Tình" userId="65f03aa13cf31854" providerId="LiveId" clId="{438CD9EA-72A2-4715-8819-DD0291CD8ADF}" dt="2022-05-18T06:01:30.640" v="45191"/>
          <ac:picMkLst>
            <pc:docMk/>
            <pc:sldMk cId="3729738472" sldId="287"/>
            <ac:picMk id="79" creationId="{9C64C90A-BA31-154D-A738-FE65A2530454}"/>
          </ac:picMkLst>
        </pc:picChg>
      </pc:sldChg>
      <pc:sldChg chg="del">
        <pc:chgData name="Nông Văn Tình" userId="65f03aa13cf31854" providerId="LiveId" clId="{438CD9EA-72A2-4715-8819-DD0291CD8ADF}" dt="2022-05-06T03:25:56.471" v="74" actId="47"/>
        <pc:sldMkLst>
          <pc:docMk/>
          <pc:sldMk cId="4180598819" sldId="287"/>
        </pc:sldMkLst>
      </pc:sldChg>
      <pc:sldChg chg="delSp modSp add del mod">
        <pc:chgData name="Nông Văn Tình" userId="65f03aa13cf31854" providerId="LiveId" clId="{438CD9EA-72A2-4715-8819-DD0291CD8ADF}" dt="2022-05-18T09:13:07.149" v="45890" actId="47"/>
        <pc:sldMkLst>
          <pc:docMk/>
          <pc:sldMk cId="41435294" sldId="288"/>
        </pc:sldMkLst>
        <pc:spChg chg="mod">
          <ac:chgData name="Nông Văn Tình" userId="65f03aa13cf31854" providerId="LiveId" clId="{438CD9EA-72A2-4715-8819-DD0291CD8ADF}" dt="2022-05-18T06:01:30.640" v="45191"/>
          <ac:spMkLst>
            <pc:docMk/>
            <pc:sldMk cId="41435294" sldId="288"/>
            <ac:spMk id="5" creationId="{C38C2A1D-71E0-B0A1-DF53-003E6774336B}"/>
          </ac:spMkLst>
        </pc:spChg>
        <pc:spChg chg="del">
          <ac:chgData name="Nông Văn Tình" userId="65f03aa13cf31854" providerId="LiveId" clId="{438CD9EA-72A2-4715-8819-DD0291CD8ADF}" dt="2022-05-06T14:14:17.666" v="29175" actId="478"/>
          <ac:spMkLst>
            <pc:docMk/>
            <pc:sldMk cId="41435294" sldId="288"/>
            <ac:spMk id="9" creationId="{BAA514EC-624C-7D4A-A089-72EFF1158301}"/>
          </ac:spMkLst>
        </pc:spChg>
        <pc:spChg chg="del">
          <ac:chgData name="Nông Văn Tình" userId="65f03aa13cf31854" providerId="LiveId" clId="{438CD9EA-72A2-4715-8819-DD0291CD8ADF}" dt="2022-05-06T14:14:17.666" v="29175" actId="478"/>
          <ac:spMkLst>
            <pc:docMk/>
            <pc:sldMk cId="41435294" sldId="288"/>
            <ac:spMk id="10" creationId="{026350FA-0D3C-9A6F-1346-AE512DF4C9E0}"/>
          </ac:spMkLst>
        </pc:spChg>
        <pc:spChg chg="del">
          <ac:chgData name="Nông Văn Tình" userId="65f03aa13cf31854" providerId="LiveId" clId="{438CD9EA-72A2-4715-8819-DD0291CD8ADF}" dt="2022-05-06T14:14:17.666" v="29175" actId="478"/>
          <ac:spMkLst>
            <pc:docMk/>
            <pc:sldMk cId="41435294" sldId="288"/>
            <ac:spMk id="11" creationId="{8DDD148A-4585-F346-B787-F9B515044036}"/>
          </ac:spMkLst>
        </pc:spChg>
        <pc:spChg chg="del">
          <ac:chgData name="Nông Văn Tình" userId="65f03aa13cf31854" providerId="LiveId" clId="{438CD9EA-72A2-4715-8819-DD0291CD8ADF}" dt="2022-05-06T14:14:17.666" v="29175" actId="478"/>
          <ac:spMkLst>
            <pc:docMk/>
            <pc:sldMk cId="41435294" sldId="288"/>
            <ac:spMk id="12" creationId="{CE19BAD6-CD7C-441A-7535-F27755FF38FC}"/>
          </ac:spMkLst>
        </pc:spChg>
        <pc:spChg chg="del">
          <ac:chgData name="Nông Văn Tình" userId="65f03aa13cf31854" providerId="LiveId" clId="{438CD9EA-72A2-4715-8819-DD0291CD8ADF}" dt="2022-05-06T14:14:17.666" v="29175" actId="478"/>
          <ac:spMkLst>
            <pc:docMk/>
            <pc:sldMk cId="41435294" sldId="288"/>
            <ac:spMk id="13" creationId="{350C45FA-15D2-2CD7-EF18-3D164D776619}"/>
          </ac:spMkLst>
        </pc:spChg>
        <pc:spChg chg="del">
          <ac:chgData name="Nông Văn Tình" userId="65f03aa13cf31854" providerId="LiveId" clId="{438CD9EA-72A2-4715-8819-DD0291CD8ADF}" dt="2022-05-06T14:14:17.666" v="29175" actId="478"/>
          <ac:spMkLst>
            <pc:docMk/>
            <pc:sldMk cId="41435294" sldId="288"/>
            <ac:spMk id="14" creationId="{F412BFC1-80E0-4A00-F15A-335FB0E04D7B}"/>
          </ac:spMkLst>
        </pc:spChg>
        <pc:spChg chg="mod">
          <ac:chgData name="Nông Văn Tình" userId="65f03aa13cf31854" providerId="LiveId" clId="{438CD9EA-72A2-4715-8819-DD0291CD8ADF}" dt="2022-05-18T06:01:30.640" v="45191"/>
          <ac:spMkLst>
            <pc:docMk/>
            <pc:sldMk cId="41435294" sldId="288"/>
            <ac:spMk id="16" creationId="{9CBE5CCF-6182-4AC7-862A-D62B8542752F}"/>
          </ac:spMkLst>
        </pc:spChg>
        <pc:spChg chg="mod">
          <ac:chgData name="Nông Văn Tình" userId="65f03aa13cf31854" providerId="LiveId" clId="{438CD9EA-72A2-4715-8819-DD0291CD8ADF}" dt="2022-05-18T06:01:30.640" v="45191"/>
          <ac:spMkLst>
            <pc:docMk/>
            <pc:sldMk cId="41435294" sldId="288"/>
            <ac:spMk id="3078" creationId="{A1F5A34E-6E01-46D2-A3CC-CAB50BB5ADD2}"/>
          </ac:spMkLst>
        </pc:spChg>
        <pc:picChg chg="mod">
          <ac:chgData name="Nông Văn Tình" userId="65f03aa13cf31854" providerId="LiveId" clId="{438CD9EA-72A2-4715-8819-DD0291CD8ADF}" dt="2022-05-18T06:01:30.640" v="45191"/>
          <ac:picMkLst>
            <pc:docMk/>
            <pc:sldMk cId="41435294" sldId="288"/>
            <ac:picMk id="79" creationId="{9C64C90A-BA31-154D-A738-FE65A2530454}"/>
          </ac:picMkLst>
        </pc:picChg>
      </pc:sldChg>
      <pc:sldChg chg="del">
        <pc:chgData name="Nông Văn Tình" userId="65f03aa13cf31854" providerId="LiveId" clId="{438CD9EA-72A2-4715-8819-DD0291CD8ADF}" dt="2022-05-06T03:25:56.471" v="74" actId="47"/>
        <pc:sldMkLst>
          <pc:docMk/>
          <pc:sldMk cId="1741974995" sldId="288"/>
        </pc:sldMkLst>
      </pc:sldChg>
      <pc:sldChg chg="modSp add del mod">
        <pc:chgData name="Nông Văn Tình" userId="65f03aa13cf31854" providerId="LiveId" clId="{438CD9EA-72A2-4715-8819-DD0291CD8ADF}" dt="2022-05-18T09:13:28.661" v="45899" actId="47"/>
        <pc:sldMkLst>
          <pc:docMk/>
          <pc:sldMk cId="3075501871" sldId="289"/>
        </pc:sldMkLst>
        <pc:spChg chg="mod">
          <ac:chgData name="Nông Văn Tình" userId="65f03aa13cf31854" providerId="LiveId" clId="{438CD9EA-72A2-4715-8819-DD0291CD8ADF}" dt="2022-05-18T06:01:30.640" v="45191"/>
          <ac:spMkLst>
            <pc:docMk/>
            <pc:sldMk cId="3075501871" sldId="289"/>
            <ac:spMk id="5" creationId="{C38C2A1D-71E0-B0A1-DF53-003E6774336B}"/>
          </ac:spMkLst>
        </pc:spChg>
        <pc:spChg chg="mod">
          <ac:chgData name="Nông Văn Tình" userId="65f03aa13cf31854" providerId="LiveId" clId="{438CD9EA-72A2-4715-8819-DD0291CD8ADF}" dt="2022-05-18T06:01:30.640" v="45191"/>
          <ac:spMkLst>
            <pc:docMk/>
            <pc:sldMk cId="3075501871" sldId="289"/>
            <ac:spMk id="16" creationId="{9CBE5CCF-6182-4AC7-862A-D62B8542752F}"/>
          </ac:spMkLst>
        </pc:spChg>
        <pc:spChg chg="mod">
          <ac:chgData name="Nông Văn Tình" userId="65f03aa13cf31854" providerId="LiveId" clId="{438CD9EA-72A2-4715-8819-DD0291CD8ADF}" dt="2022-05-18T06:01:30.640" v="45191"/>
          <ac:spMkLst>
            <pc:docMk/>
            <pc:sldMk cId="3075501871" sldId="289"/>
            <ac:spMk id="3078" creationId="{A1F5A34E-6E01-46D2-A3CC-CAB50BB5ADD2}"/>
          </ac:spMkLst>
        </pc:spChg>
        <pc:picChg chg="mod">
          <ac:chgData name="Nông Văn Tình" userId="65f03aa13cf31854" providerId="LiveId" clId="{438CD9EA-72A2-4715-8819-DD0291CD8ADF}" dt="2022-05-18T06:01:30.640" v="45191"/>
          <ac:picMkLst>
            <pc:docMk/>
            <pc:sldMk cId="3075501871" sldId="289"/>
            <ac:picMk id="79" creationId="{9C64C90A-BA31-154D-A738-FE65A2530454}"/>
          </ac:picMkLst>
        </pc:picChg>
      </pc:sldChg>
      <pc:sldChg chg="modSp add del mod">
        <pc:chgData name="Nông Văn Tình" userId="65f03aa13cf31854" providerId="LiveId" clId="{438CD9EA-72A2-4715-8819-DD0291CD8ADF}" dt="2022-05-18T09:14:01.527" v="45908" actId="47"/>
        <pc:sldMkLst>
          <pc:docMk/>
          <pc:sldMk cId="3590827445" sldId="290"/>
        </pc:sldMkLst>
        <pc:spChg chg="mod">
          <ac:chgData name="Nông Văn Tình" userId="65f03aa13cf31854" providerId="LiveId" clId="{438CD9EA-72A2-4715-8819-DD0291CD8ADF}" dt="2022-05-18T06:01:30.640" v="45191"/>
          <ac:spMkLst>
            <pc:docMk/>
            <pc:sldMk cId="3590827445" sldId="290"/>
            <ac:spMk id="5" creationId="{C38C2A1D-71E0-B0A1-DF53-003E6774336B}"/>
          </ac:spMkLst>
        </pc:spChg>
        <pc:spChg chg="mod">
          <ac:chgData name="Nông Văn Tình" userId="65f03aa13cf31854" providerId="LiveId" clId="{438CD9EA-72A2-4715-8819-DD0291CD8ADF}" dt="2022-05-18T06:01:30.640" v="45191"/>
          <ac:spMkLst>
            <pc:docMk/>
            <pc:sldMk cId="3590827445" sldId="290"/>
            <ac:spMk id="16" creationId="{9CBE5CCF-6182-4AC7-862A-D62B8542752F}"/>
          </ac:spMkLst>
        </pc:spChg>
        <pc:spChg chg="mod">
          <ac:chgData name="Nông Văn Tình" userId="65f03aa13cf31854" providerId="LiveId" clId="{438CD9EA-72A2-4715-8819-DD0291CD8ADF}" dt="2022-05-18T06:01:30.640" v="45191"/>
          <ac:spMkLst>
            <pc:docMk/>
            <pc:sldMk cId="3590827445" sldId="290"/>
            <ac:spMk id="3078" creationId="{A1F5A34E-6E01-46D2-A3CC-CAB50BB5ADD2}"/>
          </ac:spMkLst>
        </pc:spChg>
        <pc:picChg chg="mod">
          <ac:chgData name="Nông Văn Tình" userId="65f03aa13cf31854" providerId="LiveId" clId="{438CD9EA-72A2-4715-8819-DD0291CD8ADF}" dt="2022-05-18T06:01:30.640" v="45191"/>
          <ac:picMkLst>
            <pc:docMk/>
            <pc:sldMk cId="3590827445" sldId="290"/>
            <ac:picMk id="79" creationId="{9C64C90A-BA31-154D-A738-FE65A2530454}"/>
          </ac:picMkLst>
        </pc:picChg>
      </pc:sldChg>
      <pc:sldChg chg="modSp add del mod">
        <pc:chgData name="Nông Văn Tình" userId="65f03aa13cf31854" providerId="LiveId" clId="{438CD9EA-72A2-4715-8819-DD0291CD8ADF}" dt="2022-05-18T09:14:52.013" v="45918" actId="47"/>
        <pc:sldMkLst>
          <pc:docMk/>
          <pc:sldMk cId="4270703020" sldId="291"/>
        </pc:sldMkLst>
        <pc:spChg chg="mod">
          <ac:chgData name="Nông Văn Tình" userId="65f03aa13cf31854" providerId="LiveId" clId="{438CD9EA-72A2-4715-8819-DD0291CD8ADF}" dt="2022-05-18T06:01:30.640" v="45191"/>
          <ac:spMkLst>
            <pc:docMk/>
            <pc:sldMk cId="4270703020" sldId="291"/>
            <ac:spMk id="5" creationId="{C38C2A1D-71E0-B0A1-DF53-003E6774336B}"/>
          </ac:spMkLst>
        </pc:spChg>
        <pc:spChg chg="mod">
          <ac:chgData name="Nông Văn Tình" userId="65f03aa13cf31854" providerId="LiveId" clId="{438CD9EA-72A2-4715-8819-DD0291CD8ADF}" dt="2022-05-18T06:01:30.640" v="45191"/>
          <ac:spMkLst>
            <pc:docMk/>
            <pc:sldMk cId="4270703020" sldId="291"/>
            <ac:spMk id="16" creationId="{9CBE5CCF-6182-4AC7-862A-D62B8542752F}"/>
          </ac:spMkLst>
        </pc:spChg>
        <pc:spChg chg="mod">
          <ac:chgData name="Nông Văn Tình" userId="65f03aa13cf31854" providerId="LiveId" clId="{438CD9EA-72A2-4715-8819-DD0291CD8ADF}" dt="2022-05-18T06:01:30.640" v="45191"/>
          <ac:spMkLst>
            <pc:docMk/>
            <pc:sldMk cId="4270703020" sldId="291"/>
            <ac:spMk id="3078" creationId="{A1F5A34E-6E01-46D2-A3CC-CAB50BB5ADD2}"/>
          </ac:spMkLst>
        </pc:spChg>
        <pc:picChg chg="mod">
          <ac:chgData name="Nông Văn Tình" userId="65f03aa13cf31854" providerId="LiveId" clId="{438CD9EA-72A2-4715-8819-DD0291CD8ADF}" dt="2022-05-18T06:01:30.640" v="45191"/>
          <ac:picMkLst>
            <pc:docMk/>
            <pc:sldMk cId="4270703020" sldId="291"/>
            <ac:picMk id="79" creationId="{9C64C90A-BA31-154D-A738-FE65A2530454}"/>
          </ac:picMkLst>
        </pc:picChg>
      </pc:sldChg>
      <pc:sldChg chg="add del">
        <pc:chgData name="Nông Văn Tình" userId="65f03aa13cf31854" providerId="LiveId" clId="{438CD9EA-72A2-4715-8819-DD0291CD8ADF}" dt="2022-05-08T02:41:58.490" v="32459" actId="47"/>
        <pc:sldMkLst>
          <pc:docMk/>
          <pc:sldMk cId="291790090" sldId="292"/>
        </pc:sldMkLst>
      </pc:sldChg>
      <pc:sldChg chg="addSp delSp modSp add del mod">
        <pc:chgData name="Nông Văn Tình" userId="65f03aa13cf31854" providerId="LiveId" clId="{438CD9EA-72A2-4715-8819-DD0291CD8ADF}" dt="2022-05-18T09:19:12.127" v="45971" actId="47"/>
        <pc:sldMkLst>
          <pc:docMk/>
          <pc:sldMk cId="1554819103" sldId="292"/>
        </pc:sldMkLst>
        <pc:spChg chg="del mod">
          <ac:chgData name="Nông Văn Tình" userId="65f03aa13cf31854" providerId="LiveId" clId="{438CD9EA-72A2-4715-8819-DD0291CD8ADF}" dt="2022-05-08T02:51:40.632" v="33475"/>
          <ac:spMkLst>
            <pc:docMk/>
            <pc:sldMk cId="1554819103" sldId="292"/>
            <ac:spMk id="5" creationId="{C38C2A1D-71E0-B0A1-DF53-003E6774336B}"/>
          </ac:spMkLst>
        </pc:spChg>
        <pc:spChg chg="mod">
          <ac:chgData name="Nông Văn Tình" userId="65f03aa13cf31854" providerId="LiveId" clId="{438CD9EA-72A2-4715-8819-DD0291CD8ADF}" dt="2022-05-18T06:01:30.640" v="45191"/>
          <ac:spMkLst>
            <pc:docMk/>
            <pc:sldMk cId="1554819103" sldId="292"/>
            <ac:spMk id="16" creationId="{9CBE5CCF-6182-4AC7-862A-D62B8542752F}"/>
          </ac:spMkLst>
        </pc:spChg>
        <pc:spChg chg="mod">
          <ac:chgData name="Nông Văn Tình" userId="65f03aa13cf31854" providerId="LiveId" clId="{438CD9EA-72A2-4715-8819-DD0291CD8ADF}" dt="2022-05-18T06:01:30.640" v="45191"/>
          <ac:spMkLst>
            <pc:docMk/>
            <pc:sldMk cId="1554819103" sldId="292"/>
            <ac:spMk id="3078" creationId="{A1F5A34E-6E01-46D2-A3CC-CAB50BB5ADD2}"/>
          </ac:spMkLst>
        </pc:spChg>
        <pc:graphicFrameChg chg="add mod modGraphic">
          <ac:chgData name="Nông Văn Tình" userId="65f03aa13cf31854" providerId="LiveId" clId="{438CD9EA-72A2-4715-8819-DD0291CD8ADF}" dt="2022-05-18T06:01:30.640" v="45191"/>
          <ac:graphicFrameMkLst>
            <pc:docMk/>
            <pc:sldMk cId="1554819103" sldId="292"/>
            <ac:graphicFrameMk id="2" creationId="{613749A5-6B1B-F05F-14EF-76B0A06660AE}"/>
          </ac:graphicFrameMkLst>
        </pc:graphicFrameChg>
        <pc:picChg chg="mod">
          <ac:chgData name="Nông Văn Tình" userId="65f03aa13cf31854" providerId="LiveId" clId="{438CD9EA-72A2-4715-8819-DD0291CD8ADF}" dt="2022-05-18T06:01:30.640" v="45191"/>
          <ac:picMkLst>
            <pc:docMk/>
            <pc:sldMk cId="1554819103" sldId="292"/>
            <ac:picMk id="79" creationId="{9C64C90A-BA31-154D-A738-FE65A2530454}"/>
          </ac:picMkLst>
        </pc:picChg>
      </pc:sldChg>
      <pc:sldChg chg="addSp delSp modSp add del mod">
        <pc:chgData name="Nông Văn Tình" userId="65f03aa13cf31854" providerId="LiveId" clId="{438CD9EA-72A2-4715-8819-DD0291CD8ADF}" dt="2022-05-18T09:26:44.772" v="46084" actId="47"/>
        <pc:sldMkLst>
          <pc:docMk/>
          <pc:sldMk cId="3931876652" sldId="293"/>
        </pc:sldMkLst>
        <pc:spChg chg="mod">
          <ac:chgData name="Nông Văn Tình" userId="65f03aa13cf31854" providerId="LiveId" clId="{438CD9EA-72A2-4715-8819-DD0291CD8ADF}" dt="2022-05-18T06:01:30.640" v="45191"/>
          <ac:spMkLst>
            <pc:docMk/>
            <pc:sldMk cId="3931876652" sldId="293"/>
            <ac:spMk id="5" creationId="{C38C2A1D-71E0-B0A1-DF53-003E6774336B}"/>
          </ac:spMkLst>
        </pc:spChg>
        <pc:spChg chg="add mod">
          <ac:chgData name="Nông Văn Tình" userId="65f03aa13cf31854" providerId="LiveId" clId="{438CD9EA-72A2-4715-8819-DD0291CD8ADF}" dt="2022-05-18T06:01:30.640" v="45191"/>
          <ac:spMkLst>
            <pc:docMk/>
            <pc:sldMk cId="3931876652" sldId="293"/>
            <ac:spMk id="6" creationId="{FEBE6DD0-81F0-8408-84C6-6EAD789E02BD}"/>
          </ac:spMkLst>
        </pc:spChg>
        <pc:spChg chg="add mod">
          <ac:chgData name="Nông Văn Tình" userId="65f03aa13cf31854" providerId="LiveId" clId="{438CD9EA-72A2-4715-8819-DD0291CD8ADF}" dt="2022-05-18T06:01:30.640" v="45191"/>
          <ac:spMkLst>
            <pc:docMk/>
            <pc:sldMk cId="3931876652" sldId="293"/>
            <ac:spMk id="7" creationId="{1B94EAC5-BFFF-B2DC-89A3-CFA967E0D499}"/>
          </ac:spMkLst>
        </pc:spChg>
        <pc:spChg chg="add del mod">
          <ac:chgData name="Nông Văn Tình" userId="65f03aa13cf31854" providerId="LiveId" clId="{438CD9EA-72A2-4715-8819-DD0291CD8ADF}" dt="2022-05-08T03:03:42.288" v="33737" actId="478"/>
          <ac:spMkLst>
            <pc:docMk/>
            <pc:sldMk cId="3931876652" sldId="293"/>
            <ac:spMk id="8" creationId="{0ACE8E7A-6AAB-0F44-D238-3EA55FABBC08}"/>
          </ac:spMkLst>
        </pc:spChg>
        <pc:spChg chg="add del mod">
          <ac:chgData name="Nông Văn Tình" userId="65f03aa13cf31854" providerId="LiveId" clId="{438CD9EA-72A2-4715-8819-DD0291CD8ADF}" dt="2022-05-08T03:04:41.218" v="33753" actId="478"/>
          <ac:spMkLst>
            <pc:docMk/>
            <pc:sldMk cId="3931876652" sldId="293"/>
            <ac:spMk id="9" creationId="{DB1CB8C0-EF0D-98DD-6905-BAEAAA5BDF60}"/>
          </ac:spMkLst>
        </pc:spChg>
        <pc:spChg chg="add del mod">
          <ac:chgData name="Nông Văn Tình" userId="65f03aa13cf31854" providerId="LiveId" clId="{438CD9EA-72A2-4715-8819-DD0291CD8ADF}" dt="2022-05-08T03:04:41.218" v="33753" actId="478"/>
          <ac:spMkLst>
            <pc:docMk/>
            <pc:sldMk cId="3931876652" sldId="293"/>
            <ac:spMk id="10" creationId="{C38C6486-6A6D-5899-21B9-2B57F30467CC}"/>
          </ac:spMkLst>
        </pc:spChg>
        <pc:spChg chg="add del mod">
          <ac:chgData name="Nông Văn Tình" userId="65f03aa13cf31854" providerId="LiveId" clId="{438CD9EA-72A2-4715-8819-DD0291CD8ADF}" dt="2022-05-08T03:04:42.170" v="33754" actId="478"/>
          <ac:spMkLst>
            <pc:docMk/>
            <pc:sldMk cId="3931876652" sldId="293"/>
            <ac:spMk id="11" creationId="{DB21EC0A-EFDA-EDCB-8BF3-EFDE69FA9811}"/>
          </ac:spMkLst>
        </pc:spChg>
        <pc:spChg chg="add mod">
          <ac:chgData name="Nông Văn Tình" userId="65f03aa13cf31854" providerId="LiveId" clId="{438CD9EA-72A2-4715-8819-DD0291CD8ADF}" dt="2022-05-18T06:01:30.640" v="45191"/>
          <ac:spMkLst>
            <pc:docMk/>
            <pc:sldMk cId="3931876652" sldId="293"/>
            <ac:spMk id="12" creationId="{53534BA9-2A5C-BA29-EB6D-75D5C6AC20CD}"/>
          </ac:spMkLst>
        </pc:spChg>
        <pc:spChg chg="add mod">
          <ac:chgData name="Nông Văn Tình" userId="65f03aa13cf31854" providerId="LiveId" clId="{438CD9EA-72A2-4715-8819-DD0291CD8ADF}" dt="2022-05-18T06:01:30.640" v="45191"/>
          <ac:spMkLst>
            <pc:docMk/>
            <pc:sldMk cId="3931876652" sldId="293"/>
            <ac:spMk id="13" creationId="{3F09D914-F981-B963-175C-82DE02CE61B7}"/>
          </ac:spMkLst>
        </pc:spChg>
        <pc:spChg chg="add mod">
          <ac:chgData name="Nông Văn Tình" userId="65f03aa13cf31854" providerId="LiveId" clId="{438CD9EA-72A2-4715-8819-DD0291CD8ADF}" dt="2022-05-18T06:01:30.640" v="45191"/>
          <ac:spMkLst>
            <pc:docMk/>
            <pc:sldMk cId="3931876652" sldId="293"/>
            <ac:spMk id="14" creationId="{BB1EB695-D856-1A2B-6F9E-4E04A509526F}"/>
          </ac:spMkLst>
        </pc:spChg>
        <pc:spChg chg="add mod">
          <ac:chgData name="Nông Văn Tình" userId="65f03aa13cf31854" providerId="LiveId" clId="{438CD9EA-72A2-4715-8819-DD0291CD8ADF}" dt="2022-05-18T06:01:30.640" v="45191"/>
          <ac:spMkLst>
            <pc:docMk/>
            <pc:sldMk cId="3931876652" sldId="293"/>
            <ac:spMk id="15" creationId="{F656166E-6AB3-1F11-EBD2-24BECDC033F4}"/>
          </ac:spMkLst>
        </pc:spChg>
        <pc:spChg chg="mod">
          <ac:chgData name="Nông Văn Tình" userId="65f03aa13cf31854" providerId="LiveId" clId="{438CD9EA-72A2-4715-8819-DD0291CD8ADF}" dt="2022-05-18T06:01:30.640" v="45191"/>
          <ac:spMkLst>
            <pc:docMk/>
            <pc:sldMk cId="3931876652" sldId="293"/>
            <ac:spMk id="16" creationId="{9CBE5CCF-6182-4AC7-862A-D62B8542752F}"/>
          </ac:spMkLst>
        </pc:spChg>
        <pc:spChg chg="add mod">
          <ac:chgData name="Nông Văn Tình" userId="65f03aa13cf31854" providerId="LiveId" clId="{438CD9EA-72A2-4715-8819-DD0291CD8ADF}" dt="2022-05-18T06:01:30.640" v="45191"/>
          <ac:spMkLst>
            <pc:docMk/>
            <pc:sldMk cId="3931876652" sldId="293"/>
            <ac:spMk id="17" creationId="{474A9B2B-E311-C1E2-2BBF-30160579E0CB}"/>
          </ac:spMkLst>
        </pc:spChg>
        <pc:spChg chg="add mod">
          <ac:chgData name="Nông Văn Tình" userId="65f03aa13cf31854" providerId="LiveId" clId="{438CD9EA-72A2-4715-8819-DD0291CD8ADF}" dt="2022-05-18T06:01:30.640" v="45191"/>
          <ac:spMkLst>
            <pc:docMk/>
            <pc:sldMk cId="3931876652" sldId="293"/>
            <ac:spMk id="18" creationId="{153368FC-926C-72B1-3ACD-A369EBADE669}"/>
          </ac:spMkLst>
        </pc:spChg>
        <pc:spChg chg="add mod">
          <ac:chgData name="Nông Văn Tình" userId="65f03aa13cf31854" providerId="LiveId" clId="{438CD9EA-72A2-4715-8819-DD0291CD8ADF}" dt="2022-05-18T06:01:30.640" v="45191"/>
          <ac:spMkLst>
            <pc:docMk/>
            <pc:sldMk cId="3931876652" sldId="293"/>
            <ac:spMk id="19" creationId="{9DB2FB2D-B0BE-2451-B2E1-B320E621C805}"/>
          </ac:spMkLst>
        </pc:spChg>
        <pc:spChg chg="add mod">
          <ac:chgData name="Nông Văn Tình" userId="65f03aa13cf31854" providerId="LiveId" clId="{438CD9EA-72A2-4715-8819-DD0291CD8ADF}" dt="2022-05-18T06:01:30.640" v="45191"/>
          <ac:spMkLst>
            <pc:docMk/>
            <pc:sldMk cId="3931876652" sldId="293"/>
            <ac:spMk id="20" creationId="{EE4572D6-63D1-AAD8-8736-875383AEDA2A}"/>
          </ac:spMkLst>
        </pc:spChg>
        <pc:spChg chg="add mod">
          <ac:chgData name="Nông Văn Tình" userId="65f03aa13cf31854" providerId="LiveId" clId="{438CD9EA-72A2-4715-8819-DD0291CD8ADF}" dt="2022-05-18T06:01:30.640" v="45191"/>
          <ac:spMkLst>
            <pc:docMk/>
            <pc:sldMk cId="3931876652" sldId="293"/>
            <ac:spMk id="21" creationId="{3BCDDFBA-6E10-8403-6F73-6698DD58E9F7}"/>
          </ac:spMkLst>
        </pc:spChg>
        <pc:spChg chg="add mod">
          <ac:chgData name="Nông Văn Tình" userId="65f03aa13cf31854" providerId="LiveId" clId="{438CD9EA-72A2-4715-8819-DD0291CD8ADF}" dt="2022-05-18T06:01:30.640" v="45191"/>
          <ac:spMkLst>
            <pc:docMk/>
            <pc:sldMk cId="3931876652" sldId="293"/>
            <ac:spMk id="22" creationId="{5EEA55E5-DB81-C4C7-B8AB-838201551921}"/>
          </ac:spMkLst>
        </pc:spChg>
        <pc:spChg chg="add mod">
          <ac:chgData name="Nông Văn Tình" userId="65f03aa13cf31854" providerId="LiveId" clId="{438CD9EA-72A2-4715-8819-DD0291CD8ADF}" dt="2022-05-18T06:01:30.640" v="45191"/>
          <ac:spMkLst>
            <pc:docMk/>
            <pc:sldMk cId="3931876652" sldId="293"/>
            <ac:spMk id="23" creationId="{C23BECEE-C920-40A1-05C3-BDD6795FDD1F}"/>
          </ac:spMkLst>
        </pc:spChg>
        <pc:spChg chg="add mod">
          <ac:chgData name="Nông Văn Tình" userId="65f03aa13cf31854" providerId="LiveId" clId="{438CD9EA-72A2-4715-8819-DD0291CD8ADF}" dt="2022-05-18T06:01:30.640" v="45191"/>
          <ac:spMkLst>
            <pc:docMk/>
            <pc:sldMk cId="3931876652" sldId="293"/>
            <ac:spMk id="24" creationId="{30E65A69-D893-D30E-7CB3-09A05AE79288}"/>
          </ac:spMkLst>
        </pc:spChg>
        <pc:spChg chg="add mod">
          <ac:chgData name="Nông Văn Tình" userId="65f03aa13cf31854" providerId="LiveId" clId="{438CD9EA-72A2-4715-8819-DD0291CD8ADF}" dt="2022-05-18T06:01:30.640" v="45191"/>
          <ac:spMkLst>
            <pc:docMk/>
            <pc:sldMk cId="3931876652" sldId="293"/>
            <ac:spMk id="25" creationId="{97AE8A33-94F8-96B6-698E-F34AD9371AEC}"/>
          </ac:spMkLst>
        </pc:spChg>
        <pc:spChg chg="mod">
          <ac:chgData name="Nông Văn Tình" userId="65f03aa13cf31854" providerId="LiveId" clId="{438CD9EA-72A2-4715-8819-DD0291CD8ADF}" dt="2022-05-18T06:01:30.640" v="45191"/>
          <ac:spMkLst>
            <pc:docMk/>
            <pc:sldMk cId="3931876652" sldId="293"/>
            <ac:spMk id="3078" creationId="{A1F5A34E-6E01-46D2-A3CC-CAB50BB5ADD2}"/>
          </ac:spMkLst>
        </pc:spChg>
        <pc:picChg chg="mod">
          <ac:chgData name="Nông Văn Tình" userId="65f03aa13cf31854" providerId="LiveId" clId="{438CD9EA-72A2-4715-8819-DD0291CD8ADF}" dt="2022-05-18T06:01:30.640" v="45191"/>
          <ac:picMkLst>
            <pc:docMk/>
            <pc:sldMk cId="3931876652" sldId="293"/>
            <ac:picMk id="79" creationId="{9C64C90A-BA31-154D-A738-FE65A2530454}"/>
          </ac:picMkLst>
        </pc:picChg>
      </pc:sldChg>
      <pc:sldChg chg="delSp modSp add del mod">
        <pc:chgData name="Nông Văn Tình" userId="65f03aa13cf31854" providerId="LiveId" clId="{438CD9EA-72A2-4715-8819-DD0291CD8ADF}" dt="2022-05-18T09:28:28.622" v="46103" actId="47"/>
        <pc:sldMkLst>
          <pc:docMk/>
          <pc:sldMk cId="1121196172" sldId="294"/>
        </pc:sldMkLst>
        <pc:spChg chg="mod">
          <ac:chgData name="Nông Văn Tình" userId="65f03aa13cf31854" providerId="LiveId" clId="{438CD9EA-72A2-4715-8819-DD0291CD8ADF}" dt="2022-05-18T06:01:30.640" v="45191"/>
          <ac:spMkLst>
            <pc:docMk/>
            <pc:sldMk cId="1121196172" sldId="294"/>
            <ac:spMk id="5" creationId="{C38C2A1D-71E0-B0A1-DF53-003E6774336B}"/>
          </ac:spMkLst>
        </pc:spChg>
        <pc:spChg chg="del">
          <ac:chgData name="Nông Văn Tình" userId="65f03aa13cf31854" providerId="LiveId" clId="{438CD9EA-72A2-4715-8819-DD0291CD8ADF}" dt="2022-05-08T03:36:33.351" v="34676" actId="478"/>
          <ac:spMkLst>
            <pc:docMk/>
            <pc:sldMk cId="1121196172" sldId="294"/>
            <ac:spMk id="6" creationId="{FEBE6DD0-81F0-8408-84C6-6EAD789E02BD}"/>
          </ac:spMkLst>
        </pc:spChg>
        <pc:spChg chg="del">
          <ac:chgData name="Nông Văn Tình" userId="65f03aa13cf31854" providerId="LiveId" clId="{438CD9EA-72A2-4715-8819-DD0291CD8ADF}" dt="2022-05-08T03:36:33.351" v="34676" actId="478"/>
          <ac:spMkLst>
            <pc:docMk/>
            <pc:sldMk cId="1121196172" sldId="294"/>
            <ac:spMk id="7" creationId="{1B94EAC5-BFFF-B2DC-89A3-CFA967E0D499}"/>
          </ac:spMkLst>
        </pc:spChg>
        <pc:spChg chg="del">
          <ac:chgData name="Nông Văn Tình" userId="65f03aa13cf31854" providerId="LiveId" clId="{438CD9EA-72A2-4715-8819-DD0291CD8ADF}" dt="2022-05-08T03:36:33.351" v="34676" actId="478"/>
          <ac:spMkLst>
            <pc:docMk/>
            <pc:sldMk cId="1121196172" sldId="294"/>
            <ac:spMk id="12" creationId="{53534BA9-2A5C-BA29-EB6D-75D5C6AC20CD}"/>
          </ac:spMkLst>
        </pc:spChg>
        <pc:spChg chg="del">
          <ac:chgData name="Nông Văn Tình" userId="65f03aa13cf31854" providerId="LiveId" clId="{438CD9EA-72A2-4715-8819-DD0291CD8ADF}" dt="2022-05-08T03:36:33.351" v="34676" actId="478"/>
          <ac:spMkLst>
            <pc:docMk/>
            <pc:sldMk cId="1121196172" sldId="294"/>
            <ac:spMk id="13" creationId="{3F09D914-F981-B963-175C-82DE02CE61B7}"/>
          </ac:spMkLst>
        </pc:spChg>
        <pc:spChg chg="del">
          <ac:chgData name="Nông Văn Tình" userId="65f03aa13cf31854" providerId="LiveId" clId="{438CD9EA-72A2-4715-8819-DD0291CD8ADF}" dt="2022-05-08T03:36:33.351" v="34676" actId="478"/>
          <ac:spMkLst>
            <pc:docMk/>
            <pc:sldMk cId="1121196172" sldId="294"/>
            <ac:spMk id="14" creationId="{BB1EB695-D856-1A2B-6F9E-4E04A509526F}"/>
          </ac:spMkLst>
        </pc:spChg>
        <pc:spChg chg="del">
          <ac:chgData name="Nông Văn Tình" userId="65f03aa13cf31854" providerId="LiveId" clId="{438CD9EA-72A2-4715-8819-DD0291CD8ADF}" dt="2022-05-08T03:36:33.351" v="34676" actId="478"/>
          <ac:spMkLst>
            <pc:docMk/>
            <pc:sldMk cId="1121196172" sldId="294"/>
            <ac:spMk id="15" creationId="{F656166E-6AB3-1F11-EBD2-24BECDC033F4}"/>
          </ac:spMkLst>
        </pc:spChg>
        <pc:spChg chg="mod">
          <ac:chgData name="Nông Văn Tình" userId="65f03aa13cf31854" providerId="LiveId" clId="{438CD9EA-72A2-4715-8819-DD0291CD8ADF}" dt="2022-05-18T06:01:30.640" v="45191"/>
          <ac:spMkLst>
            <pc:docMk/>
            <pc:sldMk cId="1121196172" sldId="294"/>
            <ac:spMk id="16" creationId="{9CBE5CCF-6182-4AC7-862A-D62B8542752F}"/>
          </ac:spMkLst>
        </pc:spChg>
        <pc:spChg chg="del">
          <ac:chgData name="Nông Văn Tình" userId="65f03aa13cf31854" providerId="LiveId" clId="{438CD9EA-72A2-4715-8819-DD0291CD8ADF}" dt="2022-05-08T03:36:33.351" v="34676" actId="478"/>
          <ac:spMkLst>
            <pc:docMk/>
            <pc:sldMk cId="1121196172" sldId="294"/>
            <ac:spMk id="17" creationId="{474A9B2B-E311-C1E2-2BBF-30160579E0CB}"/>
          </ac:spMkLst>
        </pc:spChg>
        <pc:spChg chg="del">
          <ac:chgData name="Nông Văn Tình" userId="65f03aa13cf31854" providerId="LiveId" clId="{438CD9EA-72A2-4715-8819-DD0291CD8ADF}" dt="2022-05-08T03:36:33.351" v="34676" actId="478"/>
          <ac:spMkLst>
            <pc:docMk/>
            <pc:sldMk cId="1121196172" sldId="294"/>
            <ac:spMk id="18" creationId="{153368FC-926C-72B1-3ACD-A369EBADE669}"/>
          </ac:spMkLst>
        </pc:spChg>
        <pc:spChg chg="del">
          <ac:chgData name="Nông Văn Tình" userId="65f03aa13cf31854" providerId="LiveId" clId="{438CD9EA-72A2-4715-8819-DD0291CD8ADF}" dt="2022-05-08T03:36:33.351" v="34676" actId="478"/>
          <ac:spMkLst>
            <pc:docMk/>
            <pc:sldMk cId="1121196172" sldId="294"/>
            <ac:spMk id="19" creationId="{9DB2FB2D-B0BE-2451-B2E1-B320E621C805}"/>
          </ac:spMkLst>
        </pc:spChg>
        <pc:spChg chg="del">
          <ac:chgData name="Nông Văn Tình" userId="65f03aa13cf31854" providerId="LiveId" clId="{438CD9EA-72A2-4715-8819-DD0291CD8ADF}" dt="2022-05-08T03:36:33.351" v="34676" actId="478"/>
          <ac:spMkLst>
            <pc:docMk/>
            <pc:sldMk cId="1121196172" sldId="294"/>
            <ac:spMk id="20" creationId="{EE4572D6-63D1-AAD8-8736-875383AEDA2A}"/>
          </ac:spMkLst>
        </pc:spChg>
        <pc:spChg chg="del">
          <ac:chgData name="Nông Văn Tình" userId="65f03aa13cf31854" providerId="LiveId" clId="{438CD9EA-72A2-4715-8819-DD0291CD8ADF}" dt="2022-05-08T03:36:33.351" v="34676" actId="478"/>
          <ac:spMkLst>
            <pc:docMk/>
            <pc:sldMk cId="1121196172" sldId="294"/>
            <ac:spMk id="21" creationId="{3BCDDFBA-6E10-8403-6F73-6698DD58E9F7}"/>
          </ac:spMkLst>
        </pc:spChg>
        <pc:spChg chg="del">
          <ac:chgData name="Nông Văn Tình" userId="65f03aa13cf31854" providerId="LiveId" clId="{438CD9EA-72A2-4715-8819-DD0291CD8ADF}" dt="2022-05-08T03:36:33.351" v="34676" actId="478"/>
          <ac:spMkLst>
            <pc:docMk/>
            <pc:sldMk cId="1121196172" sldId="294"/>
            <ac:spMk id="22" creationId="{5EEA55E5-DB81-C4C7-B8AB-838201551921}"/>
          </ac:spMkLst>
        </pc:spChg>
        <pc:spChg chg="del">
          <ac:chgData name="Nông Văn Tình" userId="65f03aa13cf31854" providerId="LiveId" clId="{438CD9EA-72A2-4715-8819-DD0291CD8ADF}" dt="2022-05-08T03:36:33.351" v="34676" actId="478"/>
          <ac:spMkLst>
            <pc:docMk/>
            <pc:sldMk cId="1121196172" sldId="294"/>
            <ac:spMk id="23" creationId="{C23BECEE-C920-40A1-05C3-BDD6795FDD1F}"/>
          </ac:spMkLst>
        </pc:spChg>
        <pc:spChg chg="del">
          <ac:chgData name="Nông Văn Tình" userId="65f03aa13cf31854" providerId="LiveId" clId="{438CD9EA-72A2-4715-8819-DD0291CD8ADF}" dt="2022-05-08T03:36:33.351" v="34676" actId="478"/>
          <ac:spMkLst>
            <pc:docMk/>
            <pc:sldMk cId="1121196172" sldId="294"/>
            <ac:spMk id="24" creationId="{30E65A69-D893-D30E-7CB3-09A05AE79288}"/>
          </ac:spMkLst>
        </pc:spChg>
        <pc:spChg chg="del">
          <ac:chgData name="Nông Văn Tình" userId="65f03aa13cf31854" providerId="LiveId" clId="{438CD9EA-72A2-4715-8819-DD0291CD8ADF}" dt="2022-05-08T03:36:33.351" v="34676" actId="478"/>
          <ac:spMkLst>
            <pc:docMk/>
            <pc:sldMk cId="1121196172" sldId="294"/>
            <ac:spMk id="25" creationId="{97AE8A33-94F8-96B6-698E-F34AD9371AEC}"/>
          </ac:spMkLst>
        </pc:spChg>
        <pc:spChg chg="mod">
          <ac:chgData name="Nông Văn Tình" userId="65f03aa13cf31854" providerId="LiveId" clId="{438CD9EA-72A2-4715-8819-DD0291CD8ADF}" dt="2022-05-18T06:01:30.640" v="45191"/>
          <ac:spMkLst>
            <pc:docMk/>
            <pc:sldMk cId="1121196172" sldId="294"/>
            <ac:spMk id="3078" creationId="{A1F5A34E-6E01-46D2-A3CC-CAB50BB5ADD2}"/>
          </ac:spMkLst>
        </pc:spChg>
        <pc:picChg chg="mod">
          <ac:chgData name="Nông Văn Tình" userId="65f03aa13cf31854" providerId="LiveId" clId="{438CD9EA-72A2-4715-8819-DD0291CD8ADF}" dt="2022-05-18T06:01:30.640" v="45191"/>
          <ac:picMkLst>
            <pc:docMk/>
            <pc:sldMk cId="1121196172" sldId="294"/>
            <ac:picMk id="79" creationId="{9C64C90A-BA31-154D-A738-FE65A2530454}"/>
          </ac:picMkLst>
        </pc:picChg>
      </pc:sldChg>
      <pc:sldChg chg="modSp add del mod">
        <pc:chgData name="Nông Văn Tình" userId="65f03aa13cf31854" providerId="LiveId" clId="{438CD9EA-72A2-4715-8819-DD0291CD8ADF}" dt="2022-05-18T09:28:50.448" v="46109" actId="47"/>
        <pc:sldMkLst>
          <pc:docMk/>
          <pc:sldMk cId="2088565935" sldId="295"/>
        </pc:sldMkLst>
        <pc:spChg chg="mod">
          <ac:chgData name="Nông Văn Tình" userId="65f03aa13cf31854" providerId="LiveId" clId="{438CD9EA-72A2-4715-8819-DD0291CD8ADF}" dt="2022-05-18T06:01:30.640" v="45191"/>
          <ac:spMkLst>
            <pc:docMk/>
            <pc:sldMk cId="2088565935" sldId="295"/>
            <ac:spMk id="5" creationId="{C38C2A1D-71E0-B0A1-DF53-003E6774336B}"/>
          </ac:spMkLst>
        </pc:spChg>
        <pc:spChg chg="mod">
          <ac:chgData name="Nông Văn Tình" userId="65f03aa13cf31854" providerId="LiveId" clId="{438CD9EA-72A2-4715-8819-DD0291CD8ADF}" dt="2022-05-18T06:01:30.640" v="45191"/>
          <ac:spMkLst>
            <pc:docMk/>
            <pc:sldMk cId="2088565935" sldId="295"/>
            <ac:spMk id="16" creationId="{9CBE5CCF-6182-4AC7-862A-D62B8542752F}"/>
          </ac:spMkLst>
        </pc:spChg>
        <pc:spChg chg="mod">
          <ac:chgData name="Nông Văn Tình" userId="65f03aa13cf31854" providerId="LiveId" clId="{438CD9EA-72A2-4715-8819-DD0291CD8ADF}" dt="2022-05-18T06:01:30.640" v="45191"/>
          <ac:spMkLst>
            <pc:docMk/>
            <pc:sldMk cId="2088565935" sldId="295"/>
            <ac:spMk id="3078" creationId="{A1F5A34E-6E01-46D2-A3CC-CAB50BB5ADD2}"/>
          </ac:spMkLst>
        </pc:spChg>
        <pc:picChg chg="mod">
          <ac:chgData name="Nông Văn Tình" userId="65f03aa13cf31854" providerId="LiveId" clId="{438CD9EA-72A2-4715-8819-DD0291CD8ADF}" dt="2022-05-18T06:01:30.640" v="45191"/>
          <ac:picMkLst>
            <pc:docMk/>
            <pc:sldMk cId="2088565935" sldId="295"/>
            <ac:picMk id="79" creationId="{9C64C90A-BA31-154D-A738-FE65A2530454}"/>
          </ac:picMkLst>
        </pc:picChg>
      </pc:sldChg>
      <pc:sldChg chg="modSp add del mod">
        <pc:chgData name="Nông Văn Tình" userId="65f03aa13cf31854" providerId="LiveId" clId="{438CD9EA-72A2-4715-8819-DD0291CD8ADF}" dt="2022-05-18T09:29:33.618" v="46114" actId="47"/>
        <pc:sldMkLst>
          <pc:docMk/>
          <pc:sldMk cId="3227339884" sldId="296"/>
        </pc:sldMkLst>
        <pc:spChg chg="mod">
          <ac:chgData name="Nông Văn Tình" userId="65f03aa13cf31854" providerId="LiveId" clId="{438CD9EA-72A2-4715-8819-DD0291CD8ADF}" dt="2022-05-18T06:01:30.640" v="45191"/>
          <ac:spMkLst>
            <pc:docMk/>
            <pc:sldMk cId="3227339884" sldId="296"/>
            <ac:spMk id="5" creationId="{C38C2A1D-71E0-B0A1-DF53-003E6774336B}"/>
          </ac:spMkLst>
        </pc:spChg>
        <pc:spChg chg="mod">
          <ac:chgData name="Nông Văn Tình" userId="65f03aa13cf31854" providerId="LiveId" clId="{438CD9EA-72A2-4715-8819-DD0291CD8ADF}" dt="2022-05-18T06:01:30.640" v="45191"/>
          <ac:spMkLst>
            <pc:docMk/>
            <pc:sldMk cId="3227339884" sldId="296"/>
            <ac:spMk id="16" creationId="{9CBE5CCF-6182-4AC7-862A-D62B8542752F}"/>
          </ac:spMkLst>
        </pc:spChg>
        <pc:spChg chg="mod">
          <ac:chgData name="Nông Văn Tình" userId="65f03aa13cf31854" providerId="LiveId" clId="{438CD9EA-72A2-4715-8819-DD0291CD8ADF}" dt="2022-05-18T09:29:01.927" v="46110" actId="20577"/>
          <ac:spMkLst>
            <pc:docMk/>
            <pc:sldMk cId="3227339884" sldId="296"/>
            <ac:spMk id="3078" creationId="{A1F5A34E-6E01-46D2-A3CC-CAB50BB5ADD2}"/>
          </ac:spMkLst>
        </pc:spChg>
        <pc:picChg chg="mod">
          <ac:chgData name="Nông Văn Tình" userId="65f03aa13cf31854" providerId="LiveId" clId="{438CD9EA-72A2-4715-8819-DD0291CD8ADF}" dt="2022-05-18T06:01:30.640" v="45191"/>
          <ac:picMkLst>
            <pc:docMk/>
            <pc:sldMk cId="3227339884" sldId="296"/>
            <ac:picMk id="79" creationId="{9C64C90A-BA31-154D-A738-FE65A2530454}"/>
          </ac:picMkLst>
        </pc:picChg>
      </pc:sldChg>
      <pc:sldChg chg="modSp add del mod">
        <pc:chgData name="Nông Văn Tình" userId="65f03aa13cf31854" providerId="LiveId" clId="{438CD9EA-72A2-4715-8819-DD0291CD8ADF}" dt="2022-05-18T09:29:57.375" v="46121" actId="47"/>
        <pc:sldMkLst>
          <pc:docMk/>
          <pc:sldMk cId="62514670" sldId="297"/>
        </pc:sldMkLst>
        <pc:spChg chg="mod">
          <ac:chgData name="Nông Văn Tình" userId="65f03aa13cf31854" providerId="LiveId" clId="{438CD9EA-72A2-4715-8819-DD0291CD8ADF}" dt="2022-05-18T06:01:30.640" v="45191"/>
          <ac:spMkLst>
            <pc:docMk/>
            <pc:sldMk cId="62514670" sldId="297"/>
            <ac:spMk id="5" creationId="{C38C2A1D-71E0-B0A1-DF53-003E6774336B}"/>
          </ac:spMkLst>
        </pc:spChg>
        <pc:spChg chg="mod">
          <ac:chgData name="Nông Văn Tình" userId="65f03aa13cf31854" providerId="LiveId" clId="{438CD9EA-72A2-4715-8819-DD0291CD8ADF}" dt="2022-05-18T06:01:30.640" v="45191"/>
          <ac:spMkLst>
            <pc:docMk/>
            <pc:sldMk cId="62514670" sldId="297"/>
            <ac:spMk id="16" creationId="{9CBE5CCF-6182-4AC7-862A-D62B8542752F}"/>
          </ac:spMkLst>
        </pc:spChg>
        <pc:spChg chg="mod">
          <ac:chgData name="Nông Văn Tình" userId="65f03aa13cf31854" providerId="LiveId" clId="{438CD9EA-72A2-4715-8819-DD0291CD8ADF}" dt="2022-05-18T06:01:30.640" v="45191"/>
          <ac:spMkLst>
            <pc:docMk/>
            <pc:sldMk cId="62514670" sldId="297"/>
            <ac:spMk id="3078" creationId="{A1F5A34E-6E01-46D2-A3CC-CAB50BB5ADD2}"/>
          </ac:spMkLst>
        </pc:spChg>
        <pc:picChg chg="mod">
          <ac:chgData name="Nông Văn Tình" userId="65f03aa13cf31854" providerId="LiveId" clId="{438CD9EA-72A2-4715-8819-DD0291CD8ADF}" dt="2022-05-18T06:01:30.640" v="45191"/>
          <ac:picMkLst>
            <pc:docMk/>
            <pc:sldMk cId="62514670" sldId="297"/>
            <ac:picMk id="79" creationId="{9C64C90A-BA31-154D-A738-FE65A2530454}"/>
          </ac:picMkLst>
        </pc:picChg>
      </pc:sldChg>
      <pc:sldChg chg="modSp add del mod">
        <pc:chgData name="Nông Văn Tình" userId="65f03aa13cf31854" providerId="LiveId" clId="{438CD9EA-72A2-4715-8819-DD0291CD8ADF}" dt="2022-05-18T09:30:16.662" v="46125" actId="47"/>
        <pc:sldMkLst>
          <pc:docMk/>
          <pc:sldMk cId="764730043" sldId="298"/>
        </pc:sldMkLst>
        <pc:spChg chg="mod">
          <ac:chgData name="Nông Văn Tình" userId="65f03aa13cf31854" providerId="LiveId" clId="{438CD9EA-72A2-4715-8819-DD0291CD8ADF}" dt="2022-05-18T06:01:30.640" v="45191"/>
          <ac:spMkLst>
            <pc:docMk/>
            <pc:sldMk cId="764730043" sldId="298"/>
            <ac:spMk id="5" creationId="{C38C2A1D-71E0-B0A1-DF53-003E6774336B}"/>
          </ac:spMkLst>
        </pc:spChg>
        <pc:spChg chg="mod">
          <ac:chgData name="Nông Văn Tình" userId="65f03aa13cf31854" providerId="LiveId" clId="{438CD9EA-72A2-4715-8819-DD0291CD8ADF}" dt="2022-05-18T06:01:30.640" v="45191"/>
          <ac:spMkLst>
            <pc:docMk/>
            <pc:sldMk cId="764730043" sldId="298"/>
            <ac:spMk id="16" creationId="{9CBE5CCF-6182-4AC7-862A-D62B8542752F}"/>
          </ac:spMkLst>
        </pc:spChg>
        <pc:spChg chg="mod">
          <ac:chgData name="Nông Văn Tình" userId="65f03aa13cf31854" providerId="LiveId" clId="{438CD9EA-72A2-4715-8819-DD0291CD8ADF}" dt="2022-05-18T06:01:30.640" v="45191"/>
          <ac:spMkLst>
            <pc:docMk/>
            <pc:sldMk cId="764730043" sldId="298"/>
            <ac:spMk id="3078" creationId="{A1F5A34E-6E01-46D2-A3CC-CAB50BB5ADD2}"/>
          </ac:spMkLst>
        </pc:spChg>
        <pc:picChg chg="mod">
          <ac:chgData name="Nông Văn Tình" userId="65f03aa13cf31854" providerId="LiveId" clId="{438CD9EA-72A2-4715-8819-DD0291CD8ADF}" dt="2022-05-18T06:01:30.640" v="45191"/>
          <ac:picMkLst>
            <pc:docMk/>
            <pc:sldMk cId="764730043" sldId="298"/>
            <ac:picMk id="79" creationId="{9C64C90A-BA31-154D-A738-FE65A2530454}"/>
          </ac:picMkLst>
        </pc:picChg>
      </pc:sldChg>
      <pc:sldChg chg="modSp add del mod">
        <pc:chgData name="Nông Văn Tình" userId="65f03aa13cf31854" providerId="LiveId" clId="{438CD9EA-72A2-4715-8819-DD0291CD8ADF}" dt="2022-05-18T09:31:02.431" v="46128" actId="47"/>
        <pc:sldMkLst>
          <pc:docMk/>
          <pc:sldMk cId="295163777" sldId="299"/>
        </pc:sldMkLst>
        <pc:spChg chg="mod">
          <ac:chgData name="Nông Văn Tình" userId="65f03aa13cf31854" providerId="LiveId" clId="{438CD9EA-72A2-4715-8819-DD0291CD8ADF}" dt="2022-05-18T06:01:30.640" v="45191"/>
          <ac:spMkLst>
            <pc:docMk/>
            <pc:sldMk cId="295163777" sldId="299"/>
            <ac:spMk id="5" creationId="{C38C2A1D-71E0-B0A1-DF53-003E6774336B}"/>
          </ac:spMkLst>
        </pc:spChg>
        <pc:spChg chg="mod">
          <ac:chgData name="Nông Văn Tình" userId="65f03aa13cf31854" providerId="LiveId" clId="{438CD9EA-72A2-4715-8819-DD0291CD8ADF}" dt="2022-05-18T06:01:30.640" v="45191"/>
          <ac:spMkLst>
            <pc:docMk/>
            <pc:sldMk cId="295163777" sldId="299"/>
            <ac:spMk id="16" creationId="{9CBE5CCF-6182-4AC7-862A-D62B8542752F}"/>
          </ac:spMkLst>
        </pc:spChg>
        <pc:spChg chg="mod">
          <ac:chgData name="Nông Văn Tình" userId="65f03aa13cf31854" providerId="LiveId" clId="{438CD9EA-72A2-4715-8819-DD0291CD8ADF}" dt="2022-05-18T06:01:30.640" v="45191"/>
          <ac:spMkLst>
            <pc:docMk/>
            <pc:sldMk cId="295163777" sldId="299"/>
            <ac:spMk id="3078" creationId="{A1F5A34E-6E01-46D2-A3CC-CAB50BB5ADD2}"/>
          </ac:spMkLst>
        </pc:spChg>
        <pc:picChg chg="mod">
          <ac:chgData name="Nông Văn Tình" userId="65f03aa13cf31854" providerId="LiveId" clId="{438CD9EA-72A2-4715-8819-DD0291CD8ADF}" dt="2022-05-18T06:01:30.640" v="45191"/>
          <ac:picMkLst>
            <pc:docMk/>
            <pc:sldMk cId="295163777" sldId="299"/>
            <ac:picMk id="79" creationId="{9C64C90A-BA31-154D-A738-FE65A2530454}"/>
          </ac:picMkLst>
        </pc:picChg>
      </pc:sldChg>
      <pc:sldChg chg="modSp add del mod">
        <pc:chgData name="Nông Văn Tình" userId="65f03aa13cf31854" providerId="LiveId" clId="{438CD9EA-72A2-4715-8819-DD0291CD8ADF}" dt="2022-05-18T09:31:14.405" v="46131" actId="47"/>
        <pc:sldMkLst>
          <pc:docMk/>
          <pc:sldMk cId="2194818142" sldId="300"/>
        </pc:sldMkLst>
        <pc:spChg chg="mod">
          <ac:chgData name="Nông Văn Tình" userId="65f03aa13cf31854" providerId="LiveId" clId="{438CD9EA-72A2-4715-8819-DD0291CD8ADF}" dt="2022-05-18T06:01:30.640" v="45191"/>
          <ac:spMkLst>
            <pc:docMk/>
            <pc:sldMk cId="2194818142" sldId="300"/>
            <ac:spMk id="5" creationId="{C38C2A1D-71E0-B0A1-DF53-003E6774336B}"/>
          </ac:spMkLst>
        </pc:spChg>
        <pc:spChg chg="mod">
          <ac:chgData name="Nông Văn Tình" userId="65f03aa13cf31854" providerId="LiveId" clId="{438CD9EA-72A2-4715-8819-DD0291CD8ADF}" dt="2022-05-18T06:01:30.640" v="45191"/>
          <ac:spMkLst>
            <pc:docMk/>
            <pc:sldMk cId="2194818142" sldId="300"/>
            <ac:spMk id="16" creationId="{9CBE5CCF-6182-4AC7-862A-D62B8542752F}"/>
          </ac:spMkLst>
        </pc:spChg>
        <pc:spChg chg="mod">
          <ac:chgData name="Nông Văn Tình" userId="65f03aa13cf31854" providerId="LiveId" clId="{438CD9EA-72A2-4715-8819-DD0291CD8ADF}" dt="2022-05-18T06:01:30.640" v="45191"/>
          <ac:spMkLst>
            <pc:docMk/>
            <pc:sldMk cId="2194818142" sldId="300"/>
            <ac:spMk id="3078" creationId="{A1F5A34E-6E01-46D2-A3CC-CAB50BB5ADD2}"/>
          </ac:spMkLst>
        </pc:spChg>
        <pc:picChg chg="mod">
          <ac:chgData name="Nông Văn Tình" userId="65f03aa13cf31854" providerId="LiveId" clId="{438CD9EA-72A2-4715-8819-DD0291CD8ADF}" dt="2022-05-18T06:01:30.640" v="45191"/>
          <ac:picMkLst>
            <pc:docMk/>
            <pc:sldMk cId="2194818142" sldId="300"/>
            <ac:picMk id="79" creationId="{9C64C90A-BA31-154D-A738-FE65A2530454}"/>
          </ac:picMkLst>
        </pc:picChg>
      </pc:sldChg>
      <pc:sldChg chg="modSp add del mod">
        <pc:chgData name="Nông Văn Tình" userId="65f03aa13cf31854" providerId="LiveId" clId="{438CD9EA-72A2-4715-8819-DD0291CD8ADF}" dt="2022-05-18T09:31:30.312" v="46134" actId="47"/>
        <pc:sldMkLst>
          <pc:docMk/>
          <pc:sldMk cId="1185845484" sldId="301"/>
        </pc:sldMkLst>
        <pc:spChg chg="mod">
          <ac:chgData name="Nông Văn Tình" userId="65f03aa13cf31854" providerId="LiveId" clId="{438CD9EA-72A2-4715-8819-DD0291CD8ADF}" dt="2022-05-18T06:01:30.640" v="45191"/>
          <ac:spMkLst>
            <pc:docMk/>
            <pc:sldMk cId="1185845484" sldId="301"/>
            <ac:spMk id="5" creationId="{C38C2A1D-71E0-B0A1-DF53-003E6774336B}"/>
          </ac:spMkLst>
        </pc:spChg>
        <pc:spChg chg="mod">
          <ac:chgData name="Nông Văn Tình" userId="65f03aa13cf31854" providerId="LiveId" clId="{438CD9EA-72A2-4715-8819-DD0291CD8ADF}" dt="2022-05-18T06:01:30.640" v="45191"/>
          <ac:spMkLst>
            <pc:docMk/>
            <pc:sldMk cId="1185845484" sldId="301"/>
            <ac:spMk id="16" creationId="{9CBE5CCF-6182-4AC7-862A-D62B8542752F}"/>
          </ac:spMkLst>
        </pc:spChg>
        <pc:spChg chg="mod">
          <ac:chgData name="Nông Văn Tình" userId="65f03aa13cf31854" providerId="LiveId" clId="{438CD9EA-72A2-4715-8819-DD0291CD8ADF}" dt="2022-05-18T06:01:30.640" v="45191"/>
          <ac:spMkLst>
            <pc:docMk/>
            <pc:sldMk cId="1185845484" sldId="301"/>
            <ac:spMk id="3078" creationId="{A1F5A34E-6E01-46D2-A3CC-CAB50BB5ADD2}"/>
          </ac:spMkLst>
        </pc:spChg>
        <pc:picChg chg="mod">
          <ac:chgData name="Nông Văn Tình" userId="65f03aa13cf31854" providerId="LiveId" clId="{438CD9EA-72A2-4715-8819-DD0291CD8ADF}" dt="2022-05-18T06:01:30.640" v="45191"/>
          <ac:picMkLst>
            <pc:docMk/>
            <pc:sldMk cId="1185845484" sldId="301"/>
            <ac:picMk id="79" creationId="{9C64C90A-BA31-154D-A738-FE65A2530454}"/>
          </ac:picMkLst>
        </pc:picChg>
      </pc:sldChg>
      <pc:sldChg chg="modSp add del mod">
        <pc:chgData name="Nông Văn Tình" userId="65f03aa13cf31854" providerId="LiveId" clId="{438CD9EA-72A2-4715-8819-DD0291CD8ADF}" dt="2022-05-18T09:31:41.660" v="46138" actId="47"/>
        <pc:sldMkLst>
          <pc:docMk/>
          <pc:sldMk cId="4174913527" sldId="302"/>
        </pc:sldMkLst>
        <pc:spChg chg="mod">
          <ac:chgData name="Nông Văn Tình" userId="65f03aa13cf31854" providerId="LiveId" clId="{438CD9EA-72A2-4715-8819-DD0291CD8ADF}" dt="2022-05-18T06:01:30.640" v="45191"/>
          <ac:spMkLst>
            <pc:docMk/>
            <pc:sldMk cId="4174913527" sldId="302"/>
            <ac:spMk id="5" creationId="{C38C2A1D-71E0-B0A1-DF53-003E6774336B}"/>
          </ac:spMkLst>
        </pc:spChg>
        <pc:spChg chg="mod">
          <ac:chgData name="Nông Văn Tình" userId="65f03aa13cf31854" providerId="LiveId" clId="{438CD9EA-72A2-4715-8819-DD0291CD8ADF}" dt="2022-05-18T06:01:30.640" v="45191"/>
          <ac:spMkLst>
            <pc:docMk/>
            <pc:sldMk cId="4174913527" sldId="302"/>
            <ac:spMk id="16" creationId="{9CBE5CCF-6182-4AC7-862A-D62B8542752F}"/>
          </ac:spMkLst>
        </pc:spChg>
        <pc:spChg chg="mod">
          <ac:chgData name="Nông Văn Tình" userId="65f03aa13cf31854" providerId="LiveId" clId="{438CD9EA-72A2-4715-8819-DD0291CD8ADF}" dt="2022-05-18T06:01:30.640" v="45191"/>
          <ac:spMkLst>
            <pc:docMk/>
            <pc:sldMk cId="4174913527" sldId="302"/>
            <ac:spMk id="3078" creationId="{A1F5A34E-6E01-46D2-A3CC-CAB50BB5ADD2}"/>
          </ac:spMkLst>
        </pc:spChg>
        <pc:picChg chg="mod">
          <ac:chgData name="Nông Văn Tình" userId="65f03aa13cf31854" providerId="LiveId" clId="{438CD9EA-72A2-4715-8819-DD0291CD8ADF}" dt="2022-05-18T06:01:30.640" v="45191"/>
          <ac:picMkLst>
            <pc:docMk/>
            <pc:sldMk cId="4174913527" sldId="302"/>
            <ac:picMk id="79" creationId="{9C64C90A-BA31-154D-A738-FE65A2530454}"/>
          </ac:picMkLst>
        </pc:picChg>
      </pc:sldChg>
      <pc:sldChg chg="addSp delSp modSp add del mod">
        <pc:chgData name="Nông Văn Tình" userId="65f03aa13cf31854" providerId="LiveId" clId="{438CD9EA-72A2-4715-8819-DD0291CD8ADF}" dt="2022-05-18T09:34:02.717" v="46180" actId="47"/>
        <pc:sldMkLst>
          <pc:docMk/>
          <pc:sldMk cId="1985764197" sldId="303"/>
        </pc:sldMkLst>
        <pc:spChg chg="del mod">
          <ac:chgData name="Nông Văn Tình" userId="65f03aa13cf31854" providerId="LiveId" clId="{438CD9EA-72A2-4715-8819-DD0291CD8ADF}" dt="2022-05-18T09:32:05.980" v="46143" actId="478"/>
          <ac:spMkLst>
            <pc:docMk/>
            <pc:sldMk cId="1985764197" sldId="303"/>
            <ac:spMk id="5" creationId="{C38C2A1D-71E0-B0A1-DF53-003E6774336B}"/>
          </ac:spMkLst>
        </pc:spChg>
        <pc:spChg chg="add mod">
          <ac:chgData name="Nông Văn Tình" userId="65f03aa13cf31854" providerId="LiveId" clId="{438CD9EA-72A2-4715-8819-DD0291CD8ADF}" dt="2022-05-18T06:01:30.640" v="45191"/>
          <ac:spMkLst>
            <pc:docMk/>
            <pc:sldMk cId="1985764197" sldId="303"/>
            <ac:spMk id="6" creationId="{D3D01E1A-CCDC-11E5-3E2B-5699B9CCD9F1}"/>
          </ac:spMkLst>
        </pc:spChg>
        <pc:spChg chg="add mod">
          <ac:chgData name="Nông Văn Tình" userId="65f03aa13cf31854" providerId="LiveId" clId="{438CD9EA-72A2-4715-8819-DD0291CD8ADF}" dt="2022-05-18T06:01:30.640" v="45191"/>
          <ac:spMkLst>
            <pc:docMk/>
            <pc:sldMk cId="1985764197" sldId="303"/>
            <ac:spMk id="7" creationId="{E3316F1C-C47B-8C16-2DA6-8BEF34BBD283}"/>
          </ac:spMkLst>
        </pc:spChg>
        <pc:spChg chg="add mod">
          <ac:chgData name="Nông Văn Tình" userId="65f03aa13cf31854" providerId="LiveId" clId="{438CD9EA-72A2-4715-8819-DD0291CD8ADF}" dt="2022-05-18T09:33:14.873" v="46170" actId="20577"/>
          <ac:spMkLst>
            <pc:docMk/>
            <pc:sldMk cId="1985764197" sldId="303"/>
            <ac:spMk id="8" creationId="{4F06F83B-2882-7E0B-A648-A6348D7B0FB4}"/>
          </ac:spMkLst>
        </pc:spChg>
        <pc:spChg chg="add del mod">
          <ac:chgData name="Nông Văn Tình" userId="65f03aa13cf31854" providerId="LiveId" clId="{438CD9EA-72A2-4715-8819-DD0291CD8ADF}" dt="2022-05-08T05:54:56.610" v="41802" actId="478"/>
          <ac:spMkLst>
            <pc:docMk/>
            <pc:sldMk cId="1985764197" sldId="303"/>
            <ac:spMk id="9" creationId="{68C65921-3329-1257-4189-4CA3D1E78F98}"/>
          </ac:spMkLst>
        </pc:spChg>
        <pc:spChg chg="add del mod">
          <ac:chgData name="Nông Văn Tình" userId="65f03aa13cf31854" providerId="LiveId" clId="{438CD9EA-72A2-4715-8819-DD0291CD8ADF}" dt="2022-05-08T05:54:56.610" v="41802" actId="478"/>
          <ac:spMkLst>
            <pc:docMk/>
            <pc:sldMk cId="1985764197" sldId="303"/>
            <ac:spMk id="10" creationId="{053B711E-F339-71AF-6F46-EA054D3241BA}"/>
          </ac:spMkLst>
        </pc:spChg>
        <pc:spChg chg="add del mod">
          <ac:chgData name="Nông Văn Tình" userId="65f03aa13cf31854" providerId="LiveId" clId="{438CD9EA-72A2-4715-8819-DD0291CD8ADF}" dt="2022-05-08T05:54:56.610" v="41802" actId="478"/>
          <ac:spMkLst>
            <pc:docMk/>
            <pc:sldMk cId="1985764197" sldId="303"/>
            <ac:spMk id="11" creationId="{223407D4-E9A8-AA70-B5A8-9EFC0D598931}"/>
          </ac:spMkLst>
        </pc:spChg>
        <pc:spChg chg="add del mod">
          <ac:chgData name="Nông Văn Tình" userId="65f03aa13cf31854" providerId="LiveId" clId="{438CD9EA-72A2-4715-8819-DD0291CD8ADF}" dt="2022-05-08T05:54:56.610" v="41802" actId="478"/>
          <ac:spMkLst>
            <pc:docMk/>
            <pc:sldMk cId="1985764197" sldId="303"/>
            <ac:spMk id="12" creationId="{64C9DB2A-6850-8077-3907-2B1F545888BB}"/>
          </ac:spMkLst>
        </pc:spChg>
        <pc:spChg chg="add del mod">
          <ac:chgData name="Nông Văn Tình" userId="65f03aa13cf31854" providerId="LiveId" clId="{438CD9EA-72A2-4715-8819-DD0291CD8ADF}" dt="2022-05-08T05:54:56.610" v="41802" actId="478"/>
          <ac:spMkLst>
            <pc:docMk/>
            <pc:sldMk cId="1985764197" sldId="303"/>
            <ac:spMk id="13" creationId="{109E5FA6-9282-38D5-F33A-C9A5D3B66F73}"/>
          </ac:spMkLst>
        </pc:spChg>
        <pc:spChg chg="add del mod">
          <ac:chgData name="Nông Văn Tình" userId="65f03aa13cf31854" providerId="LiveId" clId="{438CD9EA-72A2-4715-8819-DD0291CD8ADF}" dt="2022-05-08T05:54:56.610" v="41802" actId="478"/>
          <ac:spMkLst>
            <pc:docMk/>
            <pc:sldMk cId="1985764197" sldId="303"/>
            <ac:spMk id="14" creationId="{93EDD574-A6EB-9FB2-15EE-4FFEA176D969}"/>
          </ac:spMkLst>
        </pc:spChg>
        <pc:spChg chg="add del mod">
          <ac:chgData name="Nông Văn Tình" userId="65f03aa13cf31854" providerId="LiveId" clId="{438CD9EA-72A2-4715-8819-DD0291CD8ADF}" dt="2022-05-08T05:54:56.610" v="41802" actId="478"/>
          <ac:spMkLst>
            <pc:docMk/>
            <pc:sldMk cId="1985764197" sldId="303"/>
            <ac:spMk id="15" creationId="{963F32FD-2826-8129-A03E-8AE4B79860B0}"/>
          </ac:spMkLst>
        </pc:spChg>
        <pc:spChg chg="mod">
          <ac:chgData name="Nông Văn Tình" userId="65f03aa13cf31854" providerId="LiveId" clId="{438CD9EA-72A2-4715-8819-DD0291CD8ADF}" dt="2022-05-18T06:01:30.640" v="45191"/>
          <ac:spMkLst>
            <pc:docMk/>
            <pc:sldMk cId="1985764197" sldId="303"/>
            <ac:spMk id="16" creationId="{9CBE5CCF-6182-4AC7-862A-D62B8542752F}"/>
          </ac:spMkLst>
        </pc:spChg>
        <pc:spChg chg="add del mod">
          <ac:chgData name="Nông Văn Tình" userId="65f03aa13cf31854" providerId="LiveId" clId="{438CD9EA-72A2-4715-8819-DD0291CD8ADF}" dt="2022-05-08T05:54:56.610" v="41802" actId="478"/>
          <ac:spMkLst>
            <pc:docMk/>
            <pc:sldMk cId="1985764197" sldId="303"/>
            <ac:spMk id="17" creationId="{0B5FCB45-6A14-FA19-0534-AFD761668DBF}"/>
          </ac:spMkLst>
        </pc:spChg>
        <pc:spChg chg="add del mod">
          <ac:chgData name="Nông Văn Tình" userId="65f03aa13cf31854" providerId="LiveId" clId="{438CD9EA-72A2-4715-8819-DD0291CD8ADF}" dt="2022-05-08T05:54:56.610" v="41802" actId="478"/>
          <ac:spMkLst>
            <pc:docMk/>
            <pc:sldMk cId="1985764197" sldId="303"/>
            <ac:spMk id="18" creationId="{83CDB7F7-699A-985A-B8ED-F27AFBED6F1B}"/>
          </ac:spMkLst>
        </pc:spChg>
        <pc:spChg chg="add del mod">
          <ac:chgData name="Nông Văn Tình" userId="65f03aa13cf31854" providerId="LiveId" clId="{438CD9EA-72A2-4715-8819-DD0291CD8ADF}" dt="2022-05-08T05:54:56.610" v="41802" actId="478"/>
          <ac:spMkLst>
            <pc:docMk/>
            <pc:sldMk cId="1985764197" sldId="303"/>
            <ac:spMk id="19" creationId="{3F970836-5F0B-0D24-B1D5-A13369602E60}"/>
          </ac:spMkLst>
        </pc:spChg>
        <pc:spChg chg="add del mod">
          <ac:chgData name="Nông Văn Tình" userId="65f03aa13cf31854" providerId="LiveId" clId="{438CD9EA-72A2-4715-8819-DD0291CD8ADF}" dt="2022-05-08T05:54:56.610" v="41802" actId="478"/>
          <ac:spMkLst>
            <pc:docMk/>
            <pc:sldMk cId="1985764197" sldId="303"/>
            <ac:spMk id="20" creationId="{83CC4C3B-ADB0-C7D5-BE8F-7271417EFC16}"/>
          </ac:spMkLst>
        </pc:spChg>
        <pc:spChg chg="add del mod">
          <ac:chgData name="Nông Văn Tình" userId="65f03aa13cf31854" providerId="LiveId" clId="{438CD9EA-72A2-4715-8819-DD0291CD8ADF}" dt="2022-05-08T05:54:56.610" v="41802" actId="478"/>
          <ac:spMkLst>
            <pc:docMk/>
            <pc:sldMk cId="1985764197" sldId="303"/>
            <ac:spMk id="21" creationId="{C7F20218-CB49-6CC8-314F-A9375C4C5EFE}"/>
          </ac:spMkLst>
        </pc:spChg>
        <pc:spChg chg="add mod">
          <ac:chgData name="Nông Văn Tình" userId="65f03aa13cf31854" providerId="LiveId" clId="{438CD9EA-72A2-4715-8819-DD0291CD8ADF}" dt="2022-05-18T06:01:30.640" v="45191"/>
          <ac:spMkLst>
            <pc:docMk/>
            <pc:sldMk cId="1985764197" sldId="303"/>
            <ac:spMk id="22" creationId="{46DF968F-46EB-99DD-B9D9-302419EA0CC7}"/>
          </ac:spMkLst>
        </pc:spChg>
        <pc:spChg chg="add mod">
          <ac:chgData name="Nông Văn Tình" userId="65f03aa13cf31854" providerId="LiveId" clId="{438CD9EA-72A2-4715-8819-DD0291CD8ADF}" dt="2022-05-18T06:01:30.640" v="45191"/>
          <ac:spMkLst>
            <pc:docMk/>
            <pc:sldMk cId="1985764197" sldId="303"/>
            <ac:spMk id="23" creationId="{C73E160F-18D4-62F1-8636-2BAAF78DB273}"/>
          </ac:spMkLst>
        </pc:spChg>
        <pc:spChg chg="add del mod">
          <ac:chgData name="Nông Văn Tình" userId="65f03aa13cf31854" providerId="LiveId" clId="{438CD9EA-72A2-4715-8819-DD0291CD8ADF}" dt="2022-05-18T09:32:36.834" v="46152" actId="478"/>
          <ac:spMkLst>
            <pc:docMk/>
            <pc:sldMk cId="1985764197" sldId="303"/>
            <ac:spMk id="24" creationId="{AE7E6368-EA7A-B964-09A9-A922A7B1E9CE}"/>
          </ac:spMkLst>
        </pc:spChg>
        <pc:spChg chg="add mod">
          <ac:chgData name="Nông Văn Tình" userId="65f03aa13cf31854" providerId="LiveId" clId="{438CD9EA-72A2-4715-8819-DD0291CD8ADF}" dt="2022-05-18T06:01:30.640" v="45191"/>
          <ac:spMkLst>
            <pc:docMk/>
            <pc:sldMk cId="1985764197" sldId="303"/>
            <ac:spMk id="25" creationId="{7A457866-C186-0E6C-FF72-3F9B342E8344}"/>
          </ac:spMkLst>
        </pc:spChg>
        <pc:spChg chg="add mod">
          <ac:chgData name="Nông Văn Tình" userId="65f03aa13cf31854" providerId="LiveId" clId="{438CD9EA-72A2-4715-8819-DD0291CD8ADF}" dt="2022-05-18T06:01:30.640" v="45191"/>
          <ac:spMkLst>
            <pc:docMk/>
            <pc:sldMk cId="1985764197" sldId="303"/>
            <ac:spMk id="26" creationId="{656927D9-A60E-14E1-E8D9-8A40E119252A}"/>
          </ac:spMkLst>
        </pc:spChg>
        <pc:spChg chg="add del mod">
          <ac:chgData name="Nông Văn Tình" userId="65f03aa13cf31854" providerId="LiveId" clId="{438CD9EA-72A2-4715-8819-DD0291CD8ADF}" dt="2022-05-18T09:32:45.341" v="46156" actId="478"/>
          <ac:spMkLst>
            <pc:docMk/>
            <pc:sldMk cId="1985764197" sldId="303"/>
            <ac:spMk id="27" creationId="{5E2938D0-F764-3322-DBC2-CC91F9A045B8}"/>
          </ac:spMkLst>
        </pc:spChg>
        <pc:spChg chg="add mod">
          <ac:chgData name="Nông Văn Tình" userId="65f03aa13cf31854" providerId="LiveId" clId="{438CD9EA-72A2-4715-8819-DD0291CD8ADF}" dt="2022-05-18T06:01:30.640" v="45191"/>
          <ac:spMkLst>
            <pc:docMk/>
            <pc:sldMk cId="1985764197" sldId="303"/>
            <ac:spMk id="28" creationId="{2213A1A2-8C1C-056C-CD76-2B4A398C13C9}"/>
          </ac:spMkLst>
        </pc:spChg>
        <pc:spChg chg="add mod">
          <ac:chgData name="Nông Văn Tình" userId="65f03aa13cf31854" providerId="LiveId" clId="{438CD9EA-72A2-4715-8819-DD0291CD8ADF}" dt="2022-05-18T06:01:30.640" v="45191"/>
          <ac:spMkLst>
            <pc:docMk/>
            <pc:sldMk cId="1985764197" sldId="303"/>
            <ac:spMk id="29" creationId="{6A02D725-6683-1473-DFF9-5B5BFF5D862C}"/>
          </ac:spMkLst>
        </pc:spChg>
        <pc:spChg chg="add del mod">
          <ac:chgData name="Nông Văn Tình" userId="65f03aa13cf31854" providerId="LiveId" clId="{438CD9EA-72A2-4715-8819-DD0291CD8ADF}" dt="2022-05-18T09:32:54.322" v="46160" actId="478"/>
          <ac:spMkLst>
            <pc:docMk/>
            <pc:sldMk cId="1985764197" sldId="303"/>
            <ac:spMk id="30" creationId="{139DF53F-BEAF-8FEE-7046-1CA861FEBB90}"/>
          </ac:spMkLst>
        </pc:spChg>
        <pc:spChg chg="add del mod">
          <ac:chgData name="Nông Văn Tình" userId="65f03aa13cf31854" providerId="LiveId" clId="{438CD9EA-72A2-4715-8819-DD0291CD8ADF}" dt="2022-05-08T06:01:57.455" v="41999" actId="478"/>
          <ac:spMkLst>
            <pc:docMk/>
            <pc:sldMk cId="1985764197" sldId="303"/>
            <ac:spMk id="31" creationId="{6A6D6B4D-3480-48E1-06AA-8F28AD16DA23}"/>
          </ac:spMkLst>
        </pc:spChg>
        <pc:spChg chg="add mod">
          <ac:chgData name="Nông Văn Tình" userId="65f03aa13cf31854" providerId="LiveId" clId="{438CD9EA-72A2-4715-8819-DD0291CD8ADF}" dt="2022-05-18T06:01:30.640" v="45191"/>
          <ac:spMkLst>
            <pc:docMk/>
            <pc:sldMk cId="1985764197" sldId="303"/>
            <ac:spMk id="32" creationId="{D805382A-C443-80F1-D654-5CE36F4571BA}"/>
          </ac:spMkLst>
        </pc:spChg>
        <pc:spChg chg="add del mod">
          <ac:chgData name="Nông Văn Tình" userId="65f03aa13cf31854" providerId="LiveId" clId="{438CD9EA-72A2-4715-8819-DD0291CD8ADF}" dt="2022-05-18T09:33:02.177" v="46164" actId="478"/>
          <ac:spMkLst>
            <pc:docMk/>
            <pc:sldMk cId="1985764197" sldId="303"/>
            <ac:spMk id="33" creationId="{B0B893D1-1EF3-BC39-5E7D-04D9D2F91242}"/>
          </ac:spMkLst>
        </pc:spChg>
        <pc:spChg chg="add del mod">
          <ac:chgData name="Nông Văn Tình" userId="65f03aa13cf31854" providerId="LiveId" clId="{438CD9EA-72A2-4715-8819-DD0291CD8ADF}" dt="2022-05-08T06:02:06.364" v="42001" actId="478"/>
          <ac:spMkLst>
            <pc:docMk/>
            <pc:sldMk cId="1985764197" sldId="303"/>
            <ac:spMk id="34" creationId="{E0A032B6-2050-F7BF-7E40-200A8DBE5223}"/>
          </ac:spMkLst>
        </pc:spChg>
        <pc:spChg chg="add mod">
          <ac:chgData name="Nông Văn Tình" userId="65f03aa13cf31854" providerId="LiveId" clId="{438CD9EA-72A2-4715-8819-DD0291CD8ADF}" dt="2022-05-18T06:01:30.640" v="45191"/>
          <ac:spMkLst>
            <pc:docMk/>
            <pc:sldMk cId="1985764197" sldId="303"/>
            <ac:spMk id="35" creationId="{A072F2C0-F4A7-A30D-0F57-ACD45C50D758}"/>
          </ac:spMkLst>
        </pc:spChg>
        <pc:spChg chg="add del mod">
          <ac:chgData name="Nông Văn Tình" userId="65f03aa13cf31854" providerId="LiveId" clId="{438CD9EA-72A2-4715-8819-DD0291CD8ADF}" dt="2022-05-18T09:33:10.495" v="46168" actId="478"/>
          <ac:spMkLst>
            <pc:docMk/>
            <pc:sldMk cId="1985764197" sldId="303"/>
            <ac:spMk id="36" creationId="{DACAC4CA-2D69-7E55-68F4-522C8862BF0F}"/>
          </ac:spMkLst>
        </pc:spChg>
        <pc:spChg chg="mod">
          <ac:chgData name="Nông Văn Tình" userId="65f03aa13cf31854" providerId="LiveId" clId="{438CD9EA-72A2-4715-8819-DD0291CD8ADF}" dt="2022-05-18T06:01:30.640" v="45191"/>
          <ac:spMkLst>
            <pc:docMk/>
            <pc:sldMk cId="1985764197" sldId="303"/>
            <ac:spMk id="3078" creationId="{A1F5A34E-6E01-46D2-A3CC-CAB50BB5ADD2}"/>
          </ac:spMkLst>
        </pc:spChg>
        <pc:graphicFrameChg chg="add mod modGraphic">
          <ac:chgData name="Nông Văn Tình" userId="65f03aa13cf31854" providerId="LiveId" clId="{438CD9EA-72A2-4715-8819-DD0291CD8ADF}" dt="2022-05-18T06:01:30.640" v="45191"/>
          <ac:graphicFrameMkLst>
            <pc:docMk/>
            <pc:sldMk cId="1985764197" sldId="303"/>
            <ac:graphicFrameMk id="2" creationId="{9F4378DF-E4C0-A473-39F1-435D033D18DF}"/>
          </ac:graphicFrameMkLst>
        </pc:graphicFrameChg>
        <pc:graphicFrameChg chg="add mod modGraphic">
          <ac:chgData name="Nông Văn Tình" userId="65f03aa13cf31854" providerId="LiveId" clId="{438CD9EA-72A2-4715-8819-DD0291CD8ADF}" dt="2022-05-18T06:01:30.640" v="45191"/>
          <ac:graphicFrameMkLst>
            <pc:docMk/>
            <pc:sldMk cId="1985764197" sldId="303"/>
            <ac:graphicFrameMk id="37" creationId="{A44514BA-1397-B723-1B32-64A22FC114F4}"/>
          </ac:graphicFrameMkLst>
        </pc:graphicFrameChg>
        <pc:picChg chg="mod">
          <ac:chgData name="Nông Văn Tình" userId="65f03aa13cf31854" providerId="LiveId" clId="{438CD9EA-72A2-4715-8819-DD0291CD8ADF}" dt="2022-05-18T06:01:30.640" v="45191"/>
          <ac:picMkLst>
            <pc:docMk/>
            <pc:sldMk cId="1985764197" sldId="303"/>
            <ac:picMk id="79" creationId="{9C64C90A-BA31-154D-A738-FE65A2530454}"/>
          </ac:picMkLst>
        </pc:picChg>
      </pc:sldChg>
      <pc:sldChg chg="delSp modSp add del mod">
        <pc:chgData name="Nông Văn Tình" userId="65f03aa13cf31854" providerId="LiveId" clId="{438CD9EA-72A2-4715-8819-DD0291CD8ADF}" dt="2022-05-18T09:34:33.251" v="46185" actId="47"/>
        <pc:sldMkLst>
          <pc:docMk/>
          <pc:sldMk cId="1126611900" sldId="304"/>
        </pc:sldMkLst>
        <pc:spChg chg="mod">
          <ac:chgData name="Nông Văn Tình" userId="65f03aa13cf31854" providerId="LiveId" clId="{438CD9EA-72A2-4715-8819-DD0291CD8ADF}" dt="2022-05-18T06:01:30.640" v="45191"/>
          <ac:spMkLst>
            <pc:docMk/>
            <pc:sldMk cId="1126611900" sldId="304"/>
            <ac:spMk id="5" creationId="{C38C2A1D-71E0-B0A1-DF53-003E6774336B}"/>
          </ac:spMkLst>
        </pc:spChg>
        <pc:spChg chg="del">
          <ac:chgData name="Nông Văn Tình" userId="65f03aa13cf31854" providerId="LiveId" clId="{438CD9EA-72A2-4715-8819-DD0291CD8ADF}" dt="2022-05-08T06:10:34.953" v="42747" actId="21"/>
          <ac:spMkLst>
            <pc:docMk/>
            <pc:sldMk cId="1126611900" sldId="304"/>
            <ac:spMk id="6" creationId="{D3D01E1A-CCDC-11E5-3E2B-5699B9CCD9F1}"/>
          </ac:spMkLst>
        </pc:spChg>
        <pc:spChg chg="del">
          <ac:chgData name="Nông Văn Tình" userId="65f03aa13cf31854" providerId="LiveId" clId="{438CD9EA-72A2-4715-8819-DD0291CD8ADF}" dt="2022-05-08T06:10:34.953" v="42747" actId="21"/>
          <ac:spMkLst>
            <pc:docMk/>
            <pc:sldMk cId="1126611900" sldId="304"/>
            <ac:spMk id="7" creationId="{E3316F1C-C47B-8C16-2DA6-8BEF34BBD283}"/>
          </ac:spMkLst>
        </pc:spChg>
        <pc:spChg chg="del">
          <ac:chgData name="Nông Văn Tình" userId="65f03aa13cf31854" providerId="LiveId" clId="{438CD9EA-72A2-4715-8819-DD0291CD8ADF}" dt="2022-05-08T06:10:34.953" v="42747" actId="21"/>
          <ac:spMkLst>
            <pc:docMk/>
            <pc:sldMk cId="1126611900" sldId="304"/>
            <ac:spMk id="8" creationId="{4F06F83B-2882-7E0B-A648-A6348D7B0FB4}"/>
          </ac:spMkLst>
        </pc:spChg>
        <pc:spChg chg="mod">
          <ac:chgData name="Nông Văn Tình" userId="65f03aa13cf31854" providerId="LiveId" clId="{438CD9EA-72A2-4715-8819-DD0291CD8ADF}" dt="2022-05-18T06:01:30.640" v="45191"/>
          <ac:spMkLst>
            <pc:docMk/>
            <pc:sldMk cId="1126611900" sldId="304"/>
            <ac:spMk id="16" creationId="{9CBE5CCF-6182-4AC7-862A-D62B8542752F}"/>
          </ac:spMkLst>
        </pc:spChg>
        <pc:spChg chg="del">
          <ac:chgData name="Nông Văn Tình" userId="65f03aa13cf31854" providerId="LiveId" clId="{438CD9EA-72A2-4715-8819-DD0291CD8ADF}" dt="2022-05-08T06:10:34.953" v="42747" actId="21"/>
          <ac:spMkLst>
            <pc:docMk/>
            <pc:sldMk cId="1126611900" sldId="304"/>
            <ac:spMk id="22" creationId="{46DF968F-46EB-99DD-B9D9-302419EA0CC7}"/>
          </ac:spMkLst>
        </pc:spChg>
        <pc:spChg chg="del">
          <ac:chgData name="Nông Văn Tình" userId="65f03aa13cf31854" providerId="LiveId" clId="{438CD9EA-72A2-4715-8819-DD0291CD8ADF}" dt="2022-05-08T06:10:34.953" v="42747" actId="21"/>
          <ac:spMkLst>
            <pc:docMk/>
            <pc:sldMk cId="1126611900" sldId="304"/>
            <ac:spMk id="23" creationId="{C73E160F-18D4-62F1-8636-2BAAF78DB273}"/>
          </ac:spMkLst>
        </pc:spChg>
        <pc:spChg chg="del">
          <ac:chgData name="Nông Văn Tình" userId="65f03aa13cf31854" providerId="LiveId" clId="{438CD9EA-72A2-4715-8819-DD0291CD8ADF}" dt="2022-05-08T06:10:34.953" v="42747" actId="21"/>
          <ac:spMkLst>
            <pc:docMk/>
            <pc:sldMk cId="1126611900" sldId="304"/>
            <ac:spMk id="24" creationId="{AE7E6368-EA7A-B964-09A9-A922A7B1E9CE}"/>
          </ac:spMkLst>
        </pc:spChg>
        <pc:spChg chg="del">
          <ac:chgData name="Nông Văn Tình" userId="65f03aa13cf31854" providerId="LiveId" clId="{438CD9EA-72A2-4715-8819-DD0291CD8ADF}" dt="2022-05-08T06:10:34.953" v="42747" actId="21"/>
          <ac:spMkLst>
            <pc:docMk/>
            <pc:sldMk cId="1126611900" sldId="304"/>
            <ac:spMk id="25" creationId="{7A457866-C186-0E6C-FF72-3F9B342E8344}"/>
          </ac:spMkLst>
        </pc:spChg>
        <pc:spChg chg="del">
          <ac:chgData name="Nông Văn Tình" userId="65f03aa13cf31854" providerId="LiveId" clId="{438CD9EA-72A2-4715-8819-DD0291CD8ADF}" dt="2022-05-08T06:10:34.953" v="42747" actId="21"/>
          <ac:spMkLst>
            <pc:docMk/>
            <pc:sldMk cId="1126611900" sldId="304"/>
            <ac:spMk id="26" creationId="{656927D9-A60E-14E1-E8D9-8A40E119252A}"/>
          </ac:spMkLst>
        </pc:spChg>
        <pc:spChg chg="del">
          <ac:chgData name="Nông Văn Tình" userId="65f03aa13cf31854" providerId="LiveId" clId="{438CD9EA-72A2-4715-8819-DD0291CD8ADF}" dt="2022-05-08T06:10:34.953" v="42747" actId="21"/>
          <ac:spMkLst>
            <pc:docMk/>
            <pc:sldMk cId="1126611900" sldId="304"/>
            <ac:spMk id="27" creationId="{5E2938D0-F764-3322-DBC2-CC91F9A045B8}"/>
          </ac:spMkLst>
        </pc:spChg>
        <pc:spChg chg="del">
          <ac:chgData name="Nông Văn Tình" userId="65f03aa13cf31854" providerId="LiveId" clId="{438CD9EA-72A2-4715-8819-DD0291CD8ADF}" dt="2022-05-08T06:10:34.953" v="42747" actId="21"/>
          <ac:spMkLst>
            <pc:docMk/>
            <pc:sldMk cId="1126611900" sldId="304"/>
            <ac:spMk id="28" creationId="{2213A1A2-8C1C-056C-CD76-2B4A398C13C9}"/>
          </ac:spMkLst>
        </pc:spChg>
        <pc:spChg chg="del">
          <ac:chgData name="Nông Văn Tình" userId="65f03aa13cf31854" providerId="LiveId" clId="{438CD9EA-72A2-4715-8819-DD0291CD8ADF}" dt="2022-05-08T06:10:34.953" v="42747" actId="21"/>
          <ac:spMkLst>
            <pc:docMk/>
            <pc:sldMk cId="1126611900" sldId="304"/>
            <ac:spMk id="29" creationId="{6A02D725-6683-1473-DFF9-5B5BFF5D862C}"/>
          </ac:spMkLst>
        </pc:spChg>
        <pc:spChg chg="del">
          <ac:chgData name="Nông Văn Tình" userId="65f03aa13cf31854" providerId="LiveId" clId="{438CD9EA-72A2-4715-8819-DD0291CD8ADF}" dt="2022-05-08T06:10:34.953" v="42747" actId="21"/>
          <ac:spMkLst>
            <pc:docMk/>
            <pc:sldMk cId="1126611900" sldId="304"/>
            <ac:spMk id="30" creationId="{139DF53F-BEAF-8FEE-7046-1CA861FEBB90}"/>
          </ac:spMkLst>
        </pc:spChg>
        <pc:spChg chg="del">
          <ac:chgData name="Nông Văn Tình" userId="65f03aa13cf31854" providerId="LiveId" clId="{438CD9EA-72A2-4715-8819-DD0291CD8ADF}" dt="2022-05-08T06:10:34.953" v="42747" actId="21"/>
          <ac:spMkLst>
            <pc:docMk/>
            <pc:sldMk cId="1126611900" sldId="304"/>
            <ac:spMk id="32" creationId="{D805382A-C443-80F1-D654-5CE36F4571BA}"/>
          </ac:spMkLst>
        </pc:spChg>
        <pc:spChg chg="del">
          <ac:chgData name="Nông Văn Tình" userId="65f03aa13cf31854" providerId="LiveId" clId="{438CD9EA-72A2-4715-8819-DD0291CD8ADF}" dt="2022-05-08T06:10:34.953" v="42747" actId="21"/>
          <ac:spMkLst>
            <pc:docMk/>
            <pc:sldMk cId="1126611900" sldId="304"/>
            <ac:spMk id="33" creationId="{B0B893D1-1EF3-BC39-5E7D-04D9D2F91242}"/>
          </ac:spMkLst>
        </pc:spChg>
        <pc:spChg chg="del">
          <ac:chgData name="Nông Văn Tình" userId="65f03aa13cf31854" providerId="LiveId" clId="{438CD9EA-72A2-4715-8819-DD0291CD8ADF}" dt="2022-05-08T06:10:34.953" v="42747" actId="21"/>
          <ac:spMkLst>
            <pc:docMk/>
            <pc:sldMk cId="1126611900" sldId="304"/>
            <ac:spMk id="35" creationId="{A072F2C0-F4A7-A30D-0F57-ACD45C50D758}"/>
          </ac:spMkLst>
        </pc:spChg>
        <pc:spChg chg="del">
          <ac:chgData name="Nông Văn Tình" userId="65f03aa13cf31854" providerId="LiveId" clId="{438CD9EA-72A2-4715-8819-DD0291CD8ADF}" dt="2022-05-08T06:10:34.953" v="42747" actId="21"/>
          <ac:spMkLst>
            <pc:docMk/>
            <pc:sldMk cId="1126611900" sldId="304"/>
            <ac:spMk id="36" creationId="{DACAC4CA-2D69-7E55-68F4-522C8862BF0F}"/>
          </ac:spMkLst>
        </pc:spChg>
        <pc:spChg chg="mod">
          <ac:chgData name="Nông Văn Tình" userId="65f03aa13cf31854" providerId="LiveId" clId="{438CD9EA-72A2-4715-8819-DD0291CD8ADF}" dt="2022-05-18T06:01:30.640" v="45191"/>
          <ac:spMkLst>
            <pc:docMk/>
            <pc:sldMk cId="1126611900" sldId="304"/>
            <ac:spMk id="3078" creationId="{A1F5A34E-6E01-46D2-A3CC-CAB50BB5ADD2}"/>
          </ac:spMkLst>
        </pc:spChg>
        <pc:graphicFrameChg chg="del">
          <ac:chgData name="Nông Văn Tình" userId="65f03aa13cf31854" providerId="LiveId" clId="{438CD9EA-72A2-4715-8819-DD0291CD8ADF}" dt="2022-05-08T06:10:34.953" v="42747" actId="21"/>
          <ac:graphicFrameMkLst>
            <pc:docMk/>
            <pc:sldMk cId="1126611900" sldId="304"/>
            <ac:graphicFrameMk id="2" creationId="{9F4378DF-E4C0-A473-39F1-435D033D18DF}"/>
          </ac:graphicFrameMkLst>
        </pc:graphicFrameChg>
        <pc:graphicFrameChg chg="del">
          <ac:chgData name="Nông Văn Tình" userId="65f03aa13cf31854" providerId="LiveId" clId="{438CD9EA-72A2-4715-8819-DD0291CD8ADF}" dt="2022-05-08T06:10:34.953" v="42747" actId="21"/>
          <ac:graphicFrameMkLst>
            <pc:docMk/>
            <pc:sldMk cId="1126611900" sldId="304"/>
            <ac:graphicFrameMk id="37" creationId="{A44514BA-1397-B723-1B32-64A22FC114F4}"/>
          </ac:graphicFrameMkLst>
        </pc:graphicFrameChg>
        <pc:picChg chg="mod">
          <ac:chgData name="Nông Văn Tình" userId="65f03aa13cf31854" providerId="LiveId" clId="{438CD9EA-72A2-4715-8819-DD0291CD8ADF}" dt="2022-05-18T06:01:30.640" v="45191"/>
          <ac:picMkLst>
            <pc:docMk/>
            <pc:sldMk cId="1126611900" sldId="304"/>
            <ac:picMk id="79" creationId="{9C64C90A-BA31-154D-A738-FE65A2530454}"/>
          </ac:picMkLst>
        </pc:picChg>
      </pc:sldChg>
      <pc:sldChg chg="modSp add del mod">
        <pc:chgData name="Nông Văn Tình" userId="65f03aa13cf31854" providerId="LiveId" clId="{438CD9EA-72A2-4715-8819-DD0291CD8ADF}" dt="2022-05-18T09:34:51.361" v="46189" actId="47"/>
        <pc:sldMkLst>
          <pc:docMk/>
          <pc:sldMk cId="1076358574" sldId="305"/>
        </pc:sldMkLst>
        <pc:spChg chg="mod">
          <ac:chgData name="Nông Văn Tình" userId="65f03aa13cf31854" providerId="LiveId" clId="{438CD9EA-72A2-4715-8819-DD0291CD8ADF}" dt="2022-05-18T06:01:30.640" v="45191"/>
          <ac:spMkLst>
            <pc:docMk/>
            <pc:sldMk cId="1076358574" sldId="305"/>
            <ac:spMk id="5" creationId="{C38C2A1D-71E0-B0A1-DF53-003E6774336B}"/>
          </ac:spMkLst>
        </pc:spChg>
        <pc:spChg chg="mod">
          <ac:chgData name="Nông Văn Tình" userId="65f03aa13cf31854" providerId="LiveId" clId="{438CD9EA-72A2-4715-8819-DD0291CD8ADF}" dt="2022-05-18T06:01:30.640" v="45191"/>
          <ac:spMkLst>
            <pc:docMk/>
            <pc:sldMk cId="1076358574" sldId="305"/>
            <ac:spMk id="16" creationId="{9CBE5CCF-6182-4AC7-862A-D62B8542752F}"/>
          </ac:spMkLst>
        </pc:spChg>
        <pc:spChg chg="mod">
          <ac:chgData name="Nông Văn Tình" userId="65f03aa13cf31854" providerId="LiveId" clId="{438CD9EA-72A2-4715-8819-DD0291CD8ADF}" dt="2022-05-18T06:01:30.640" v="45191"/>
          <ac:spMkLst>
            <pc:docMk/>
            <pc:sldMk cId="1076358574" sldId="305"/>
            <ac:spMk id="3078" creationId="{A1F5A34E-6E01-46D2-A3CC-CAB50BB5ADD2}"/>
          </ac:spMkLst>
        </pc:spChg>
        <pc:picChg chg="mod">
          <ac:chgData name="Nông Văn Tình" userId="65f03aa13cf31854" providerId="LiveId" clId="{438CD9EA-72A2-4715-8819-DD0291CD8ADF}" dt="2022-05-18T06:01:30.640" v="45191"/>
          <ac:picMkLst>
            <pc:docMk/>
            <pc:sldMk cId="1076358574" sldId="305"/>
            <ac:picMk id="79" creationId="{9C64C90A-BA31-154D-A738-FE65A2530454}"/>
          </ac:picMkLst>
        </pc:picChg>
      </pc:sldChg>
      <pc:sldChg chg="modSp add del mod">
        <pc:chgData name="Nông Văn Tình" userId="65f03aa13cf31854" providerId="LiveId" clId="{438CD9EA-72A2-4715-8819-DD0291CD8ADF}" dt="2022-05-18T09:35:09.567" v="46193" actId="47"/>
        <pc:sldMkLst>
          <pc:docMk/>
          <pc:sldMk cId="1971628506" sldId="306"/>
        </pc:sldMkLst>
        <pc:spChg chg="mod">
          <ac:chgData name="Nông Văn Tình" userId="65f03aa13cf31854" providerId="LiveId" clId="{438CD9EA-72A2-4715-8819-DD0291CD8ADF}" dt="2022-05-18T06:01:30.640" v="45191"/>
          <ac:spMkLst>
            <pc:docMk/>
            <pc:sldMk cId="1971628506" sldId="306"/>
            <ac:spMk id="5" creationId="{C38C2A1D-71E0-B0A1-DF53-003E6774336B}"/>
          </ac:spMkLst>
        </pc:spChg>
        <pc:spChg chg="mod">
          <ac:chgData name="Nông Văn Tình" userId="65f03aa13cf31854" providerId="LiveId" clId="{438CD9EA-72A2-4715-8819-DD0291CD8ADF}" dt="2022-05-18T06:01:30.640" v="45191"/>
          <ac:spMkLst>
            <pc:docMk/>
            <pc:sldMk cId="1971628506" sldId="306"/>
            <ac:spMk id="16" creationId="{9CBE5CCF-6182-4AC7-862A-D62B8542752F}"/>
          </ac:spMkLst>
        </pc:spChg>
        <pc:spChg chg="mod">
          <ac:chgData name="Nông Văn Tình" userId="65f03aa13cf31854" providerId="LiveId" clId="{438CD9EA-72A2-4715-8819-DD0291CD8ADF}" dt="2022-05-18T06:01:30.640" v="45191"/>
          <ac:spMkLst>
            <pc:docMk/>
            <pc:sldMk cId="1971628506" sldId="306"/>
            <ac:spMk id="3078" creationId="{A1F5A34E-6E01-46D2-A3CC-CAB50BB5ADD2}"/>
          </ac:spMkLst>
        </pc:spChg>
        <pc:picChg chg="mod">
          <ac:chgData name="Nông Văn Tình" userId="65f03aa13cf31854" providerId="LiveId" clId="{438CD9EA-72A2-4715-8819-DD0291CD8ADF}" dt="2022-05-18T06:01:30.640" v="45191"/>
          <ac:picMkLst>
            <pc:docMk/>
            <pc:sldMk cId="1971628506" sldId="306"/>
            <ac:picMk id="79" creationId="{9C64C90A-BA31-154D-A738-FE65A2530454}"/>
          </ac:picMkLst>
        </pc:picChg>
      </pc:sldChg>
      <pc:sldChg chg="modSp add del mod">
        <pc:chgData name="Nông Văn Tình" userId="65f03aa13cf31854" providerId="LiveId" clId="{438CD9EA-72A2-4715-8819-DD0291CD8ADF}" dt="2022-05-18T09:35:30.043" v="46199" actId="47"/>
        <pc:sldMkLst>
          <pc:docMk/>
          <pc:sldMk cId="962027161" sldId="307"/>
        </pc:sldMkLst>
        <pc:spChg chg="mod">
          <ac:chgData name="Nông Văn Tình" userId="65f03aa13cf31854" providerId="LiveId" clId="{438CD9EA-72A2-4715-8819-DD0291CD8ADF}" dt="2022-05-18T06:01:30.640" v="45191"/>
          <ac:spMkLst>
            <pc:docMk/>
            <pc:sldMk cId="962027161" sldId="307"/>
            <ac:spMk id="5" creationId="{C38C2A1D-71E0-B0A1-DF53-003E6774336B}"/>
          </ac:spMkLst>
        </pc:spChg>
        <pc:spChg chg="mod">
          <ac:chgData name="Nông Văn Tình" userId="65f03aa13cf31854" providerId="LiveId" clId="{438CD9EA-72A2-4715-8819-DD0291CD8ADF}" dt="2022-05-18T06:01:30.640" v="45191"/>
          <ac:spMkLst>
            <pc:docMk/>
            <pc:sldMk cId="962027161" sldId="307"/>
            <ac:spMk id="16" creationId="{9CBE5CCF-6182-4AC7-862A-D62B8542752F}"/>
          </ac:spMkLst>
        </pc:spChg>
        <pc:spChg chg="mod">
          <ac:chgData name="Nông Văn Tình" userId="65f03aa13cf31854" providerId="LiveId" clId="{438CD9EA-72A2-4715-8819-DD0291CD8ADF}" dt="2022-05-18T06:01:30.640" v="45191"/>
          <ac:spMkLst>
            <pc:docMk/>
            <pc:sldMk cId="962027161" sldId="307"/>
            <ac:spMk id="3078" creationId="{A1F5A34E-6E01-46D2-A3CC-CAB50BB5ADD2}"/>
          </ac:spMkLst>
        </pc:spChg>
        <pc:picChg chg="mod">
          <ac:chgData name="Nông Văn Tình" userId="65f03aa13cf31854" providerId="LiveId" clId="{438CD9EA-72A2-4715-8819-DD0291CD8ADF}" dt="2022-05-18T06:01:30.640" v="45191"/>
          <ac:picMkLst>
            <pc:docMk/>
            <pc:sldMk cId="962027161" sldId="307"/>
            <ac:picMk id="79" creationId="{9C64C90A-BA31-154D-A738-FE65A2530454}"/>
          </ac:picMkLst>
        </pc:picChg>
      </pc:sldChg>
      <pc:sldChg chg="modSp add del mod">
        <pc:chgData name="Nông Văn Tình" userId="65f03aa13cf31854" providerId="LiveId" clId="{438CD9EA-72A2-4715-8819-DD0291CD8ADF}" dt="2022-05-18T09:35:45.161" v="46202" actId="47"/>
        <pc:sldMkLst>
          <pc:docMk/>
          <pc:sldMk cId="612359132" sldId="308"/>
        </pc:sldMkLst>
        <pc:spChg chg="mod">
          <ac:chgData name="Nông Văn Tình" userId="65f03aa13cf31854" providerId="LiveId" clId="{438CD9EA-72A2-4715-8819-DD0291CD8ADF}" dt="2022-05-18T06:01:30.640" v="45191"/>
          <ac:spMkLst>
            <pc:docMk/>
            <pc:sldMk cId="612359132" sldId="308"/>
            <ac:spMk id="5" creationId="{C38C2A1D-71E0-B0A1-DF53-003E6774336B}"/>
          </ac:spMkLst>
        </pc:spChg>
        <pc:spChg chg="mod">
          <ac:chgData name="Nông Văn Tình" userId="65f03aa13cf31854" providerId="LiveId" clId="{438CD9EA-72A2-4715-8819-DD0291CD8ADF}" dt="2022-05-18T06:01:30.640" v="45191"/>
          <ac:spMkLst>
            <pc:docMk/>
            <pc:sldMk cId="612359132" sldId="308"/>
            <ac:spMk id="16" creationId="{9CBE5CCF-6182-4AC7-862A-D62B8542752F}"/>
          </ac:spMkLst>
        </pc:spChg>
        <pc:spChg chg="mod">
          <ac:chgData name="Nông Văn Tình" userId="65f03aa13cf31854" providerId="LiveId" clId="{438CD9EA-72A2-4715-8819-DD0291CD8ADF}" dt="2022-05-18T06:01:30.640" v="45191"/>
          <ac:spMkLst>
            <pc:docMk/>
            <pc:sldMk cId="612359132" sldId="308"/>
            <ac:spMk id="3078" creationId="{A1F5A34E-6E01-46D2-A3CC-CAB50BB5ADD2}"/>
          </ac:spMkLst>
        </pc:spChg>
        <pc:picChg chg="mod">
          <ac:chgData name="Nông Văn Tình" userId="65f03aa13cf31854" providerId="LiveId" clId="{438CD9EA-72A2-4715-8819-DD0291CD8ADF}" dt="2022-05-18T06:01:30.640" v="45191"/>
          <ac:picMkLst>
            <pc:docMk/>
            <pc:sldMk cId="612359132" sldId="308"/>
            <ac:picMk id="79" creationId="{9C64C90A-BA31-154D-A738-FE65A2530454}"/>
          </ac:picMkLst>
        </pc:picChg>
      </pc:sldChg>
      <pc:sldChg chg="add ord modTransition">
        <pc:chgData name="Nông Văn Tình" userId="65f03aa13cf31854" providerId="LiveId" clId="{438CD9EA-72A2-4715-8819-DD0291CD8ADF}" dt="2022-05-18T09:43:16.313" v="46243"/>
        <pc:sldMkLst>
          <pc:docMk/>
          <pc:sldMk cId="1880246075" sldId="309"/>
        </pc:sldMkLst>
      </pc:sldChg>
      <pc:sldChg chg="addSp delSp modSp add mod modTransition">
        <pc:chgData name="Nông Văn Tình" userId="65f03aa13cf31854" providerId="LiveId" clId="{438CD9EA-72A2-4715-8819-DD0291CD8ADF}" dt="2022-05-18T09:42:56.197" v="46234"/>
        <pc:sldMkLst>
          <pc:docMk/>
          <pc:sldMk cId="2061468456" sldId="310"/>
        </pc:sldMkLst>
        <pc:spChg chg="add mod">
          <ac:chgData name="Nông Văn Tình" userId="65f03aa13cf31854" providerId="LiveId" clId="{438CD9EA-72A2-4715-8819-DD0291CD8ADF}" dt="2022-05-18T06:08:36.506" v="45264" actId="1076"/>
          <ac:spMkLst>
            <pc:docMk/>
            <pc:sldMk cId="2061468456" sldId="310"/>
            <ac:spMk id="6" creationId="{D17847F5-E45D-9F6A-933F-C6AAE530E144}"/>
          </ac:spMkLst>
        </pc:spChg>
        <pc:spChg chg="mod">
          <ac:chgData name="Nông Văn Tình" userId="65f03aa13cf31854" providerId="LiveId" clId="{438CD9EA-72A2-4715-8819-DD0291CD8ADF}" dt="2022-05-18T06:08:20.819" v="45260" actId="404"/>
          <ac:spMkLst>
            <pc:docMk/>
            <pc:sldMk cId="2061468456" sldId="310"/>
            <ac:spMk id="7" creationId="{E08ECBEB-2701-062A-8BE6-363497690E6E}"/>
          </ac:spMkLst>
        </pc:spChg>
        <pc:spChg chg="del mod">
          <ac:chgData name="Nông Văn Tình" userId="65f03aa13cf31854" providerId="LiveId" clId="{438CD9EA-72A2-4715-8819-DD0291CD8ADF}" dt="2022-05-18T06:05:36.706" v="45244" actId="478"/>
          <ac:spMkLst>
            <pc:docMk/>
            <pc:sldMk cId="2061468456" sldId="310"/>
            <ac:spMk id="9" creationId="{7C97260A-9025-5CDD-895A-821F012B4DBD}"/>
          </ac:spMkLst>
        </pc:spChg>
      </pc:sldChg>
      <pc:sldChg chg="modSp add mod modTransition">
        <pc:chgData name="Nông Văn Tình" userId="65f03aa13cf31854" providerId="LiveId" clId="{438CD9EA-72A2-4715-8819-DD0291CD8ADF}" dt="2022-05-18T09:42:56.197" v="46234"/>
        <pc:sldMkLst>
          <pc:docMk/>
          <pc:sldMk cId="2753512710" sldId="311"/>
        </pc:sldMkLst>
        <pc:spChg chg="mod">
          <ac:chgData name="Nông Văn Tình" userId="65f03aa13cf31854" providerId="LiveId" clId="{438CD9EA-72A2-4715-8819-DD0291CD8ADF}" dt="2022-05-18T06:12:16.141" v="45276" actId="255"/>
          <ac:spMkLst>
            <pc:docMk/>
            <pc:sldMk cId="2753512710" sldId="311"/>
            <ac:spMk id="6" creationId="{D17847F5-E45D-9F6A-933F-C6AAE530E144}"/>
          </ac:spMkLst>
        </pc:spChg>
        <pc:spChg chg="mod">
          <ac:chgData name="Nông Văn Tình" userId="65f03aa13cf31854" providerId="LiveId" clId="{438CD9EA-72A2-4715-8819-DD0291CD8ADF}" dt="2022-05-18T06:10:20.128" v="45267"/>
          <ac:spMkLst>
            <pc:docMk/>
            <pc:sldMk cId="2753512710" sldId="311"/>
            <ac:spMk id="7" creationId="{E08ECBEB-2701-062A-8BE6-363497690E6E}"/>
          </ac:spMkLst>
        </pc:spChg>
      </pc:sldChg>
      <pc:sldChg chg="modSp add mod modTransition">
        <pc:chgData name="Nông Văn Tình" userId="65f03aa13cf31854" providerId="LiveId" clId="{438CD9EA-72A2-4715-8819-DD0291CD8ADF}" dt="2022-05-18T09:42:56.197" v="46234"/>
        <pc:sldMkLst>
          <pc:docMk/>
          <pc:sldMk cId="2857006836" sldId="312"/>
        </pc:sldMkLst>
        <pc:spChg chg="mod">
          <ac:chgData name="Nông Văn Tình" userId="65f03aa13cf31854" providerId="LiveId" clId="{438CD9EA-72A2-4715-8819-DD0291CD8ADF}" dt="2022-05-18T06:12:02.857" v="45275" actId="404"/>
          <ac:spMkLst>
            <pc:docMk/>
            <pc:sldMk cId="2857006836" sldId="312"/>
            <ac:spMk id="6" creationId="{D17847F5-E45D-9F6A-933F-C6AAE530E144}"/>
          </ac:spMkLst>
        </pc:spChg>
      </pc:sldChg>
      <pc:sldChg chg="modSp add mod ord modTransition">
        <pc:chgData name="Nông Văn Tình" userId="65f03aa13cf31854" providerId="LiveId" clId="{438CD9EA-72A2-4715-8819-DD0291CD8ADF}" dt="2022-05-18T09:42:56.197" v="46234"/>
        <pc:sldMkLst>
          <pc:docMk/>
          <pc:sldMk cId="4031115451" sldId="313"/>
        </pc:sldMkLst>
        <pc:spChg chg="mod">
          <ac:chgData name="Nông Văn Tình" userId="65f03aa13cf31854" providerId="LiveId" clId="{438CD9EA-72A2-4715-8819-DD0291CD8ADF}" dt="2022-05-18T06:15:02.428" v="45303"/>
          <ac:spMkLst>
            <pc:docMk/>
            <pc:sldMk cId="4031115451" sldId="313"/>
            <ac:spMk id="6" creationId="{D17847F5-E45D-9F6A-933F-C6AAE530E144}"/>
          </ac:spMkLst>
        </pc:spChg>
        <pc:spChg chg="mod">
          <ac:chgData name="Nông Văn Tình" userId="65f03aa13cf31854" providerId="LiveId" clId="{438CD9EA-72A2-4715-8819-DD0291CD8ADF}" dt="2022-05-18T06:14:26.530" v="45296"/>
          <ac:spMkLst>
            <pc:docMk/>
            <pc:sldMk cId="4031115451" sldId="313"/>
            <ac:spMk id="7" creationId="{E08ECBEB-2701-062A-8BE6-363497690E6E}"/>
          </ac:spMkLst>
        </pc:spChg>
      </pc:sldChg>
      <pc:sldChg chg="add modTransition">
        <pc:chgData name="Nông Văn Tình" userId="65f03aa13cf31854" providerId="LiveId" clId="{438CD9EA-72A2-4715-8819-DD0291CD8ADF}" dt="2022-05-18T09:42:56.197" v="46234"/>
        <pc:sldMkLst>
          <pc:docMk/>
          <pc:sldMk cId="1910219374" sldId="314"/>
        </pc:sldMkLst>
      </pc:sldChg>
      <pc:sldChg chg="modSp add mod modTransition">
        <pc:chgData name="Nông Văn Tình" userId="65f03aa13cf31854" providerId="LiveId" clId="{438CD9EA-72A2-4715-8819-DD0291CD8ADF}" dt="2022-05-18T09:42:56.197" v="46234"/>
        <pc:sldMkLst>
          <pc:docMk/>
          <pc:sldMk cId="2888352378" sldId="315"/>
        </pc:sldMkLst>
        <pc:spChg chg="mod">
          <ac:chgData name="Nông Văn Tình" userId="65f03aa13cf31854" providerId="LiveId" clId="{438CD9EA-72A2-4715-8819-DD0291CD8ADF}" dt="2022-05-18T06:15:29.438" v="45310"/>
          <ac:spMkLst>
            <pc:docMk/>
            <pc:sldMk cId="2888352378" sldId="315"/>
            <ac:spMk id="6" creationId="{D17847F5-E45D-9F6A-933F-C6AAE530E144}"/>
          </ac:spMkLst>
        </pc:spChg>
        <pc:spChg chg="mod">
          <ac:chgData name="Nông Văn Tình" userId="65f03aa13cf31854" providerId="LiveId" clId="{438CD9EA-72A2-4715-8819-DD0291CD8ADF}" dt="2022-05-18T06:15:22.619" v="45307"/>
          <ac:spMkLst>
            <pc:docMk/>
            <pc:sldMk cId="2888352378" sldId="315"/>
            <ac:spMk id="7" creationId="{E08ECBEB-2701-062A-8BE6-363497690E6E}"/>
          </ac:spMkLst>
        </pc:spChg>
      </pc:sldChg>
      <pc:sldChg chg="addSp modSp add mod modTransition">
        <pc:chgData name="Nông Văn Tình" userId="65f03aa13cf31854" providerId="LiveId" clId="{438CD9EA-72A2-4715-8819-DD0291CD8ADF}" dt="2022-05-18T09:42:56.197" v="46234"/>
        <pc:sldMkLst>
          <pc:docMk/>
          <pc:sldMk cId="2071650609" sldId="316"/>
        </pc:sldMkLst>
        <pc:spChg chg="mod">
          <ac:chgData name="Nông Văn Tình" userId="65f03aa13cf31854" providerId="LiveId" clId="{438CD9EA-72A2-4715-8819-DD0291CD8ADF}" dt="2022-05-18T06:15:52.381" v="45316"/>
          <ac:spMkLst>
            <pc:docMk/>
            <pc:sldMk cId="2071650609" sldId="316"/>
            <ac:spMk id="6" creationId="{D17847F5-E45D-9F6A-933F-C6AAE530E144}"/>
          </ac:spMkLst>
        </pc:spChg>
        <pc:spChg chg="mod">
          <ac:chgData name="Nông Văn Tình" userId="65f03aa13cf31854" providerId="LiveId" clId="{438CD9EA-72A2-4715-8819-DD0291CD8ADF}" dt="2022-05-18T06:15:44.064" v="45313"/>
          <ac:spMkLst>
            <pc:docMk/>
            <pc:sldMk cId="2071650609" sldId="316"/>
            <ac:spMk id="7" creationId="{E08ECBEB-2701-062A-8BE6-363497690E6E}"/>
          </ac:spMkLst>
        </pc:spChg>
        <pc:picChg chg="add mod">
          <ac:chgData name="Nông Văn Tình" userId="65f03aa13cf31854" providerId="LiveId" clId="{438CD9EA-72A2-4715-8819-DD0291CD8ADF}" dt="2022-05-18T06:16:02.505" v="45318" actId="1076"/>
          <ac:picMkLst>
            <pc:docMk/>
            <pc:sldMk cId="2071650609" sldId="316"/>
            <ac:picMk id="9" creationId="{C2B2BB07-C633-6C9D-3226-ED02F8FBBAF9}"/>
          </ac:picMkLst>
        </pc:picChg>
      </pc:sldChg>
      <pc:sldChg chg="addSp delSp modSp add mod modTransition">
        <pc:chgData name="Nông Văn Tình" userId="65f03aa13cf31854" providerId="LiveId" clId="{438CD9EA-72A2-4715-8819-DD0291CD8ADF}" dt="2022-05-18T09:42:56.197" v="46234"/>
        <pc:sldMkLst>
          <pc:docMk/>
          <pc:sldMk cId="1016294536" sldId="317"/>
        </pc:sldMkLst>
        <pc:spChg chg="mod">
          <ac:chgData name="Nông Văn Tình" userId="65f03aa13cf31854" providerId="LiveId" clId="{438CD9EA-72A2-4715-8819-DD0291CD8ADF}" dt="2022-05-18T06:19:25.882" v="45379" actId="20577"/>
          <ac:spMkLst>
            <pc:docMk/>
            <pc:sldMk cId="1016294536" sldId="317"/>
            <ac:spMk id="6" creationId="{D17847F5-E45D-9F6A-933F-C6AAE530E144}"/>
          </ac:spMkLst>
        </pc:spChg>
        <pc:spChg chg="mod">
          <ac:chgData name="Nông Văn Tình" userId="65f03aa13cf31854" providerId="LiveId" clId="{438CD9EA-72A2-4715-8819-DD0291CD8ADF}" dt="2022-05-18T06:16:19.633" v="45323"/>
          <ac:spMkLst>
            <pc:docMk/>
            <pc:sldMk cId="1016294536" sldId="317"/>
            <ac:spMk id="7" creationId="{E08ECBEB-2701-062A-8BE6-363497690E6E}"/>
          </ac:spMkLst>
        </pc:spChg>
        <pc:spChg chg="add del mod">
          <ac:chgData name="Nông Văn Tình" userId="65f03aa13cf31854" providerId="LiveId" clId="{438CD9EA-72A2-4715-8819-DD0291CD8ADF}" dt="2022-05-18T06:16:59.439" v="45335" actId="478"/>
          <ac:spMkLst>
            <pc:docMk/>
            <pc:sldMk cId="1016294536" sldId="317"/>
            <ac:spMk id="10" creationId="{675E7F9C-4956-EF6D-79C4-B90FA362F773}"/>
          </ac:spMkLst>
        </pc:spChg>
        <pc:spChg chg="add mod">
          <ac:chgData name="Nông Văn Tình" userId="65f03aa13cf31854" providerId="LiveId" clId="{438CD9EA-72A2-4715-8819-DD0291CD8ADF}" dt="2022-05-18T06:19:45.994" v="45384"/>
          <ac:spMkLst>
            <pc:docMk/>
            <pc:sldMk cId="1016294536" sldId="317"/>
            <ac:spMk id="11" creationId="{37D5D148-F662-DB6D-E4F0-C783364C186D}"/>
          </ac:spMkLst>
        </pc:spChg>
        <pc:spChg chg="add mod">
          <ac:chgData name="Nông Văn Tình" userId="65f03aa13cf31854" providerId="LiveId" clId="{438CD9EA-72A2-4715-8819-DD0291CD8ADF}" dt="2022-05-18T06:20:30.416" v="45396"/>
          <ac:spMkLst>
            <pc:docMk/>
            <pc:sldMk cId="1016294536" sldId="317"/>
            <ac:spMk id="13" creationId="{A38EFB46-F1CF-6374-5B8A-35BAA0C6CE70}"/>
          </ac:spMkLst>
        </pc:spChg>
        <pc:picChg chg="del">
          <ac:chgData name="Nông Văn Tình" userId="65f03aa13cf31854" providerId="LiveId" clId="{438CD9EA-72A2-4715-8819-DD0291CD8ADF}" dt="2022-05-18T06:17:35.557" v="45347" actId="478"/>
          <ac:picMkLst>
            <pc:docMk/>
            <pc:sldMk cId="1016294536" sldId="317"/>
            <ac:picMk id="9" creationId="{C2B2BB07-C633-6C9D-3226-ED02F8FBBAF9}"/>
          </ac:picMkLst>
        </pc:picChg>
        <pc:picChg chg="add del mod">
          <ac:chgData name="Nông Văn Tình" userId="65f03aa13cf31854" providerId="LiveId" clId="{438CD9EA-72A2-4715-8819-DD0291CD8ADF}" dt="2022-05-18T06:19:55.375" v="45385" actId="478"/>
          <ac:picMkLst>
            <pc:docMk/>
            <pc:sldMk cId="1016294536" sldId="317"/>
            <ac:picMk id="12" creationId="{E587669C-5D67-7D75-0BFE-9104CE947D75}"/>
          </ac:picMkLst>
        </pc:picChg>
        <pc:picChg chg="add mod">
          <ac:chgData name="Nông Văn Tình" userId="65f03aa13cf31854" providerId="LiveId" clId="{438CD9EA-72A2-4715-8819-DD0291CD8ADF}" dt="2022-05-18T06:20:26.753" v="45393" actId="1076"/>
          <ac:picMkLst>
            <pc:docMk/>
            <pc:sldMk cId="1016294536" sldId="317"/>
            <ac:picMk id="14" creationId="{BBD14181-CAE8-D542-A1E1-978058C3D880}"/>
          </ac:picMkLst>
        </pc:picChg>
      </pc:sldChg>
      <pc:sldChg chg="add ord modTransition">
        <pc:chgData name="Nông Văn Tình" userId="65f03aa13cf31854" providerId="LiveId" clId="{438CD9EA-72A2-4715-8819-DD0291CD8ADF}" dt="2022-05-18T09:42:56.197" v="46234"/>
        <pc:sldMkLst>
          <pc:docMk/>
          <pc:sldMk cId="1238207995" sldId="318"/>
        </pc:sldMkLst>
      </pc:sldChg>
      <pc:sldChg chg="addSp delSp modSp add mod modTransition">
        <pc:chgData name="Nông Văn Tình" userId="65f03aa13cf31854" providerId="LiveId" clId="{438CD9EA-72A2-4715-8819-DD0291CD8ADF}" dt="2022-05-18T09:42:56.197" v="46234"/>
        <pc:sldMkLst>
          <pc:docMk/>
          <pc:sldMk cId="2319036580" sldId="319"/>
        </pc:sldMkLst>
        <pc:spChg chg="mod">
          <ac:chgData name="Nông Văn Tình" userId="65f03aa13cf31854" providerId="LiveId" clId="{438CD9EA-72A2-4715-8819-DD0291CD8ADF}" dt="2022-05-18T06:21:06.495" v="45404"/>
          <ac:spMkLst>
            <pc:docMk/>
            <pc:sldMk cId="2319036580" sldId="319"/>
            <ac:spMk id="13" creationId="{A38EFB46-F1CF-6374-5B8A-35BAA0C6CE70}"/>
          </ac:spMkLst>
        </pc:spChg>
        <pc:picChg chg="add mod">
          <ac:chgData name="Nông Văn Tình" userId="65f03aa13cf31854" providerId="LiveId" clId="{438CD9EA-72A2-4715-8819-DD0291CD8ADF}" dt="2022-05-18T06:23:55.675" v="45456" actId="1076"/>
          <ac:picMkLst>
            <pc:docMk/>
            <pc:sldMk cId="2319036580" sldId="319"/>
            <ac:picMk id="9" creationId="{027FC5B5-3137-78FF-6163-932FB2926FF7}"/>
          </ac:picMkLst>
        </pc:picChg>
        <pc:picChg chg="del">
          <ac:chgData name="Nông Văn Tình" userId="65f03aa13cf31854" providerId="LiveId" clId="{438CD9EA-72A2-4715-8819-DD0291CD8ADF}" dt="2022-05-18T06:20:50.256" v="45399" actId="478"/>
          <ac:picMkLst>
            <pc:docMk/>
            <pc:sldMk cId="2319036580" sldId="319"/>
            <ac:picMk id="14" creationId="{BBD14181-CAE8-D542-A1E1-978058C3D880}"/>
          </ac:picMkLst>
        </pc:picChg>
      </pc:sldChg>
      <pc:sldChg chg="addSp delSp modSp add mod modTransition">
        <pc:chgData name="Nông Văn Tình" userId="65f03aa13cf31854" providerId="LiveId" clId="{438CD9EA-72A2-4715-8819-DD0291CD8ADF}" dt="2022-05-18T09:42:56.197" v="46234"/>
        <pc:sldMkLst>
          <pc:docMk/>
          <pc:sldMk cId="327114667" sldId="320"/>
        </pc:sldMkLst>
        <pc:spChg chg="mod">
          <ac:chgData name="Nông Văn Tình" userId="65f03aa13cf31854" providerId="LiveId" clId="{438CD9EA-72A2-4715-8819-DD0291CD8ADF}" dt="2022-05-18T06:21:23.515" v="45409"/>
          <ac:spMkLst>
            <pc:docMk/>
            <pc:sldMk cId="327114667" sldId="320"/>
            <ac:spMk id="11" creationId="{37D5D148-F662-DB6D-E4F0-C783364C186D}"/>
          </ac:spMkLst>
        </pc:spChg>
        <pc:spChg chg="mod">
          <ac:chgData name="Nông Văn Tình" userId="65f03aa13cf31854" providerId="LiveId" clId="{438CD9EA-72A2-4715-8819-DD0291CD8ADF}" dt="2022-05-18T06:21:47.805" v="45415"/>
          <ac:spMkLst>
            <pc:docMk/>
            <pc:sldMk cId="327114667" sldId="320"/>
            <ac:spMk id="13" creationId="{A38EFB46-F1CF-6374-5B8A-35BAA0C6CE70}"/>
          </ac:spMkLst>
        </pc:spChg>
        <pc:picChg chg="del">
          <ac:chgData name="Nông Văn Tình" userId="65f03aa13cf31854" providerId="LiveId" clId="{438CD9EA-72A2-4715-8819-DD0291CD8ADF}" dt="2022-05-18T06:21:31.505" v="45410" actId="478"/>
          <ac:picMkLst>
            <pc:docMk/>
            <pc:sldMk cId="327114667" sldId="320"/>
            <ac:picMk id="9" creationId="{027FC5B5-3137-78FF-6163-932FB2926FF7}"/>
          </ac:picMkLst>
        </pc:picChg>
        <pc:picChg chg="add mod">
          <ac:chgData name="Nông Văn Tình" userId="65f03aa13cf31854" providerId="LiveId" clId="{438CD9EA-72A2-4715-8819-DD0291CD8ADF}" dt="2022-05-18T06:23:51.211" v="45455" actId="1076"/>
          <ac:picMkLst>
            <pc:docMk/>
            <pc:sldMk cId="327114667" sldId="320"/>
            <ac:picMk id="10" creationId="{A54ECC14-24DD-E250-94E7-264904802C21}"/>
          </ac:picMkLst>
        </pc:picChg>
      </pc:sldChg>
      <pc:sldChg chg="addSp delSp modSp add mod modTransition">
        <pc:chgData name="Nông Văn Tình" userId="65f03aa13cf31854" providerId="LiveId" clId="{438CD9EA-72A2-4715-8819-DD0291CD8ADF}" dt="2022-05-18T09:42:56.197" v="46234"/>
        <pc:sldMkLst>
          <pc:docMk/>
          <pc:sldMk cId="2635907251" sldId="321"/>
        </pc:sldMkLst>
        <pc:spChg chg="mod">
          <ac:chgData name="Nông Văn Tình" userId="65f03aa13cf31854" providerId="LiveId" clId="{438CD9EA-72A2-4715-8819-DD0291CD8ADF}" dt="2022-05-18T06:22:34.442" v="45430"/>
          <ac:spMkLst>
            <pc:docMk/>
            <pc:sldMk cId="2635907251" sldId="321"/>
            <ac:spMk id="11" creationId="{37D5D148-F662-DB6D-E4F0-C783364C186D}"/>
          </ac:spMkLst>
        </pc:spChg>
        <pc:spChg chg="mod">
          <ac:chgData name="Nông Văn Tình" userId="65f03aa13cf31854" providerId="LiveId" clId="{438CD9EA-72A2-4715-8819-DD0291CD8ADF}" dt="2022-05-18T06:22:55.449" v="45437"/>
          <ac:spMkLst>
            <pc:docMk/>
            <pc:sldMk cId="2635907251" sldId="321"/>
            <ac:spMk id="13" creationId="{A38EFB46-F1CF-6374-5B8A-35BAA0C6CE70}"/>
          </ac:spMkLst>
        </pc:spChg>
        <pc:picChg chg="add del mod">
          <ac:chgData name="Nông Văn Tình" userId="65f03aa13cf31854" providerId="LiveId" clId="{438CD9EA-72A2-4715-8819-DD0291CD8ADF}" dt="2022-05-18T06:22:40.726" v="45431" actId="478"/>
          <ac:picMkLst>
            <pc:docMk/>
            <pc:sldMk cId="2635907251" sldId="321"/>
            <ac:picMk id="9" creationId="{D4E88199-5E05-E41D-276E-DDE9BCA7B927}"/>
          </ac:picMkLst>
        </pc:picChg>
        <pc:picChg chg="del">
          <ac:chgData name="Nông Văn Tình" userId="65f03aa13cf31854" providerId="LiveId" clId="{438CD9EA-72A2-4715-8819-DD0291CD8ADF}" dt="2022-05-18T06:22:06.141" v="45421" actId="478"/>
          <ac:picMkLst>
            <pc:docMk/>
            <pc:sldMk cId="2635907251" sldId="321"/>
            <ac:picMk id="10" creationId="{A54ECC14-24DD-E250-94E7-264904802C21}"/>
          </ac:picMkLst>
        </pc:picChg>
        <pc:picChg chg="add mod">
          <ac:chgData name="Nông Văn Tình" userId="65f03aa13cf31854" providerId="LiveId" clId="{438CD9EA-72A2-4715-8819-DD0291CD8ADF}" dt="2022-05-18T06:23:46.007" v="45454" actId="1076"/>
          <ac:picMkLst>
            <pc:docMk/>
            <pc:sldMk cId="2635907251" sldId="321"/>
            <ac:picMk id="12" creationId="{1003D1EA-0AD3-58C1-D614-E6E4737ECE43}"/>
          </ac:picMkLst>
        </pc:picChg>
      </pc:sldChg>
      <pc:sldChg chg="delSp modSp add mod modTransition">
        <pc:chgData name="Nông Văn Tình" userId="65f03aa13cf31854" providerId="LiveId" clId="{438CD9EA-72A2-4715-8819-DD0291CD8ADF}" dt="2022-05-18T09:42:56.197" v="46234"/>
        <pc:sldMkLst>
          <pc:docMk/>
          <pc:sldMk cId="1691665649" sldId="322"/>
        </pc:sldMkLst>
        <pc:spChg chg="mod">
          <ac:chgData name="Nông Văn Tình" userId="65f03aa13cf31854" providerId="LiveId" clId="{438CD9EA-72A2-4715-8819-DD0291CD8ADF}" dt="2022-05-18T06:23:30.207" v="45451" actId="20577"/>
          <ac:spMkLst>
            <pc:docMk/>
            <pc:sldMk cId="1691665649" sldId="322"/>
            <ac:spMk id="6" creationId="{D17847F5-E45D-9F6A-933F-C6AAE530E144}"/>
          </ac:spMkLst>
        </pc:spChg>
        <pc:spChg chg="mod">
          <ac:chgData name="Nông Văn Tình" userId="65f03aa13cf31854" providerId="LiveId" clId="{438CD9EA-72A2-4715-8819-DD0291CD8ADF}" dt="2022-05-18T06:23:10.422" v="45442"/>
          <ac:spMkLst>
            <pc:docMk/>
            <pc:sldMk cId="1691665649" sldId="322"/>
            <ac:spMk id="11" creationId="{37D5D148-F662-DB6D-E4F0-C783364C186D}"/>
          </ac:spMkLst>
        </pc:spChg>
        <pc:spChg chg="mod">
          <ac:chgData name="Nông Văn Tình" userId="65f03aa13cf31854" providerId="LiveId" clId="{438CD9EA-72A2-4715-8819-DD0291CD8ADF}" dt="2022-05-18T06:23:33.012" v="45453" actId="20577"/>
          <ac:spMkLst>
            <pc:docMk/>
            <pc:sldMk cId="1691665649" sldId="322"/>
            <ac:spMk id="13" creationId="{A38EFB46-F1CF-6374-5B8A-35BAA0C6CE70}"/>
          </ac:spMkLst>
        </pc:spChg>
        <pc:picChg chg="del">
          <ac:chgData name="Nông Văn Tình" userId="65f03aa13cf31854" providerId="LiveId" clId="{438CD9EA-72A2-4715-8819-DD0291CD8ADF}" dt="2022-05-18T06:23:22.880" v="45446" actId="478"/>
          <ac:picMkLst>
            <pc:docMk/>
            <pc:sldMk cId="1691665649" sldId="322"/>
            <ac:picMk id="12" creationId="{1003D1EA-0AD3-58C1-D614-E6E4737ECE43}"/>
          </ac:picMkLst>
        </pc:picChg>
      </pc:sldChg>
      <pc:sldChg chg="delSp modSp add mod modTransition">
        <pc:chgData name="Nông Văn Tình" userId="65f03aa13cf31854" providerId="LiveId" clId="{438CD9EA-72A2-4715-8819-DD0291CD8ADF}" dt="2022-05-18T09:42:56.197" v="46234"/>
        <pc:sldMkLst>
          <pc:docMk/>
          <pc:sldMk cId="3597508503" sldId="323"/>
        </pc:sldMkLst>
        <pc:spChg chg="mod">
          <ac:chgData name="Nông Văn Tình" userId="65f03aa13cf31854" providerId="LiveId" clId="{438CD9EA-72A2-4715-8819-DD0291CD8ADF}" dt="2022-05-18T08:43:33.975" v="45468" actId="1076"/>
          <ac:spMkLst>
            <pc:docMk/>
            <pc:sldMk cId="3597508503" sldId="323"/>
            <ac:spMk id="6" creationId="{D17847F5-E45D-9F6A-933F-C6AAE530E144}"/>
          </ac:spMkLst>
        </pc:spChg>
        <pc:spChg chg="mod">
          <ac:chgData name="Nông Văn Tình" userId="65f03aa13cf31854" providerId="LiveId" clId="{438CD9EA-72A2-4715-8819-DD0291CD8ADF}" dt="2022-05-18T08:43:05.088" v="45461"/>
          <ac:spMkLst>
            <pc:docMk/>
            <pc:sldMk cId="3597508503" sldId="323"/>
            <ac:spMk id="7" creationId="{E08ECBEB-2701-062A-8BE6-363497690E6E}"/>
          </ac:spMkLst>
        </pc:spChg>
        <pc:spChg chg="del mod">
          <ac:chgData name="Nông Văn Tình" userId="65f03aa13cf31854" providerId="LiveId" clId="{438CD9EA-72A2-4715-8819-DD0291CD8ADF}" dt="2022-05-18T08:43:23.802" v="45467" actId="478"/>
          <ac:spMkLst>
            <pc:docMk/>
            <pc:sldMk cId="3597508503" sldId="323"/>
            <ac:spMk id="11" creationId="{37D5D148-F662-DB6D-E4F0-C783364C186D}"/>
          </ac:spMkLst>
        </pc:spChg>
      </pc:sldChg>
      <pc:sldChg chg="modSp add mod modTransition">
        <pc:chgData name="Nông Văn Tình" userId="65f03aa13cf31854" providerId="LiveId" clId="{438CD9EA-72A2-4715-8819-DD0291CD8ADF}" dt="2022-05-18T09:42:56.197" v="46234"/>
        <pc:sldMkLst>
          <pc:docMk/>
          <pc:sldMk cId="703746431" sldId="324"/>
        </pc:sldMkLst>
        <pc:spChg chg="mod">
          <ac:chgData name="Nông Văn Tình" userId="65f03aa13cf31854" providerId="LiveId" clId="{438CD9EA-72A2-4715-8819-DD0291CD8ADF}" dt="2022-05-18T08:43:48.926" v="45472"/>
          <ac:spMkLst>
            <pc:docMk/>
            <pc:sldMk cId="703746431" sldId="324"/>
            <ac:spMk id="6" creationId="{D17847F5-E45D-9F6A-933F-C6AAE530E144}"/>
          </ac:spMkLst>
        </pc:spChg>
      </pc:sldChg>
      <pc:sldChg chg="addSp delSp modSp add mod modTransition">
        <pc:chgData name="Nông Văn Tình" userId="65f03aa13cf31854" providerId="LiveId" clId="{438CD9EA-72A2-4715-8819-DD0291CD8ADF}" dt="2022-05-18T09:45:20.339" v="46291" actId="20577"/>
        <pc:sldMkLst>
          <pc:docMk/>
          <pc:sldMk cId="2555964953" sldId="325"/>
        </pc:sldMkLst>
        <pc:spChg chg="mod">
          <ac:chgData name="Nông Văn Tình" userId="65f03aa13cf31854" providerId="LiveId" clId="{438CD9EA-72A2-4715-8819-DD0291CD8ADF}" dt="2022-05-18T09:45:20.339" v="46291" actId="20577"/>
          <ac:spMkLst>
            <pc:docMk/>
            <pc:sldMk cId="2555964953" sldId="325"/>
            <ac:spMk id="6" creationId="{D17847F5-E45D-9F6A-933F-C6AAE530E144}"/>
          </ac:spMkLst>
        </pc:spChg>
        <pc:spChg chg="del mod">
          <ac:chgData name="Nông Văn Tình" userId="65f03aa13cf31854" providerId="LiveId" clId="{438CD9EA-72A2-4715-8819-DD0291CD8ADF}" dt="2022-05-18T08:53:47.845" v="45511" actId="478"/>
          <ac:spMkLst>
            <pc:docMk/>
            <pc:sldMk cId="2555964953" sldId="325"/>
            <ac:spMk id="7" creationId="{E08ECBEB-2701-062A-8BE6-363497690E6E}"/>
          </ac:spMkLst>
        </pc:spChg>
        <pc:spChg chg="add del mod">
          <ac:chgData name="Nông Văn Tình" userId="65f03aa13cf31854" providerId="LiveId" clId="{438CD9EA-72A2-4715-8819-DD0291CD8ADF}" dt="2022-05-18T08:54:52.738" v="45528" actId="1076"/>
          <ac:spMkLst>
            <pc:docMk/>
            <pc:sldMk cId="2555964953" sldId="325"/>
            <ac:spMk id="9" creationId="{CB776BD3-C2CE-7C17-04F4-70AC0A06C718}"/>
          </ac:spMkLst>
        </pc:spChg>
        <pc:spChg chg="del">
          <ac:chgData name="Nông Văn Tình" userId="65f03aa13cf31854" providerId="LiveId" clId="{438CD9EA-72A2-4715-8819-DD0291CD8ADF}" dt="2022-05-18T08:54:32.069" v="45522" actId="478"/>
          <ac:spMkLst>
            <pc:docMk/>
            <pc:sldMk cId="2555964953" sldId="325"/>
            <ac:spMk id="13" creationId="{A38EFB46-F1CF-6374-5B8A-35BAA0C6CE70}"/>
          </ac:spMkLst>
        </pc:spChg>
      </pc:sldChg>
      <pc:sldChg chg="add del">
        <pc:chgData name="Nông Văn Tình" userId="65f03aa13cf31854" providerId="LiveId" clId="{438CD9EA-72A2-4715-8819-DD0291CD8ADF}" dt="2022-05-18T08:50:53.889" v="45478" actId="2890"/>
        <pc:sldMkLst>
          <pc:docMk/>
          <pc:sldMk cId="3902629819" sldId="325"/>
        </pc:sldMkLst>
      </pc:sldChg>
      <pc:sldChg chg="addSp delSp modSp add mod modTransition">
        <pc:chgData name="Nông Văn Tình" userId="65f03aa13cf31854" providerId="LiveId" clId="{438CD9EA-72A2-4715-8819-DD0291CD8ADF}" dt="2022-05-18T09:42:56.197" v="46234"/>
        <pc:sldMkLst>
          <pc:docMk/>
          <pc:sldMk cId="2551465928" sldId="326"/>
        </pc:sldMkLst>
        <pc:spChg chg="mod">
          <ac:chgData name="Nông Văn Tình" userId="65f03aa13cf31854" providerId="LiveId" clId="{438CD9EA-72A2-4715-8819-DD0291CD8ADF}" dt="2022-05-18T08:57:10.833" v="45563" actId="20577"/>
          <ac:spMkLst>
            <pc:docMk/>
            <pc:sldMk cId="2551465928" sldId="326"/>
            <ac:spMk id="6" creationId="{D17847F5-E45D-9F6A-933F-C6AAE530E144}"/>
          </ac:spMkLst>
        </pc:spChg>
        <pc:spChg chg="add mod">
          <ac:chgData name="Nông Văn Tình" userId="65f03aa13cf31854" providerId="LiveId" clId="{438CD9EA-72A2-4715-8819-DD0291CD8ADF}" dt="2022-05-18T08:55:55.876" v="45540" actId="1076"/>
          <ac:spMkLst>
            <pc:docMk/>
            <pc:sldMk cId="2551465928" sldId="326"/>
            <ac:spMk id="7" creationId="{E3C50FCA-8906-B588-4995-0AE4FD75281A}"/>
          </ac:spMkLst>
        </pc:spChg>
        <pc:spChg chg="del">
          <ac:chgData name="Nông Văn Tình" userId="65f03aa13cf31854" providerId="LiveId" clId="{438CD9EA-72A2-4715-8819-DD0291CD8ADF}" dt="2022-05-18T08:55:38.713" v="45534" actId="478"/>
          <ac:spMkLst>
            <pc:docMk/>
            <pc:sldMk cId="2551465928" sldId="326"/>
            <ac:spMk id="9" creationId="{CB776BD3-C2CE-7C17-04F4-70AC0A06C718}"/>
          </ac:spMkLst>
        </pc:spChg>
        <pc:picChg chg="add del">
          <ac:chgData name="Nông Văn Tình" userId="65f03aa13cf31854" providerId="LiveId" clId="{438CD9EA-72A2-4715-8819-DD0291CD8ADF}" dt="2022-05-18T08:55:37.484" v="45533" actId="478"/>
          <ac:picMkLst>
            <pc:docMk/>
            <pc:sldMk cId="2551465928" sldId="326"/>
            <ac:picMk id="8" creationId="{0BBACDEE-88E1-8E69-2C16-A022A2A62DFF}"/>
          </ac:picMkLst>
        </pc:picChg>
      </pc:sldChg>
      <pc:sldChg chg="modSp add mod modTransition">
        <pc:chgData name="Nông Văn Tình" userId="65f03aa13cf31854" providerId="LiveId" clId="{438CD9EA-72A2-4715-8819-DD0291CD8ADF}" dt="2022-05-18T09:42:56.197" v="46234"/>
        <pc:sldMkLst>
          <pc:docMk/>
          <pc:sldMk cId="2252796774" sldId="327"/>
        </pc:sldMkLst>
        <pc:spChg chg="mod">
          <ac:chgData name="Nông Văn Tình" userId="65f03aa13cf31854" providerId="LiveId" clId="{438CD9EA-72A2-4715-8819-DD0291CD8ADF}" dt="2022-05-18T08:57:42.309" v="45577" actId="20577"/>
          <ac:spMkLst>
            <pc:docMk/>
            <pc:sldMk cId="2252796774" sldId="327"/>
            <ac:spMk id="6" creationId="{D17847F5-E45D-9F6A-933F-C6AAE530E144}"/>
          </ac:spMkLst>
        </pc:spChg>
      </pc:sldChg>
      <pc:sldChg chg="modSp add mod modTransition">
        <pc:chgData name="Nông Văn Tình" userId="65f03aa13cf31854" providerId="LiveId" clId="{438CD9EA-72A2-4715-8819-DD0291CD8ADF}" dt="2022-05-18T09:42:56.197" v="46234"/>
        <pc:sldMkLst>
          <pc:docMk/>
          <pc:sldMk cId="3343906816" sldId="328"/>
        </pc:sldMkLst>
        <pc:spChg chg="mod">
          <ac:chgData name="Nông Văn Tình" userId="65f03aa13cf31854" providerId="LiveId" clId="{438CD9EA-72A2-4715-8819-DD0291CD8ADF}" dt="2022-05-18T08:59:09.602" v="45588" actId="207"/>
          <ac:spMkLst>
            <pc:docMk/>
            <pc:sldMk cId="3343906816" sldId="328"/>
            <ac:spMk id="6" creationId="{D17847F5-E45D-9F6A-933F-C6AAE530E144}"/>
          </ac:spMkLst>
        </pc:spChg>
        <pc:spChg chg="mod">
          <ac:chgData name="Nông Văn Tình" userId="65f03aa13cf31854" providerId="LiveId" clId="{438CD9EA-72A2-4715-8819-DD0291CD8ADF}" dt="2022-05-18T08:58:11.859" v="45581"/>
          <ac:spMkLst>
            <pc:docMk/>
            <pc:sldMk cId="3343906816" sldId="328"/>
            <ac:spMk id="7" creationId="{E3C50FCA-8906-B588-4995-0AE4FD75281A}"/>
          </ac:spMkLst>
        </pc:spChg>
      </pc:sldChg>
      <pc:sldChg chg="modSp add mod modTransition">
        <pc:chgData name="Nông Văn Tình" userId="65f03aa13cf31854" providerId="LiveId" clId="{438CD9EA-72A2-4715-8819-DD0291CD8ADF}" dt="2022-05-18T09:46:48.350" v="46332" actId="20577"/>
        <pc:sldMkLst>
          <pc:docMk/>
          <pc:sldMk cId="3914497166" sldId="329"/>
        </pc:sldMkLst>
        <pc:spChg chg="mod">
          <ac:chgData name="Nông Văn Tình" userId="65f03aa13cf31854" providerId="LiveId" clId="{438CD9EA-72A2-4715-8819-DD0291CD8ADF}" dt="2022-05-18T09:46:48.350" v="46332" actId="20577"/>
          <ac:spMkLst>
            <pc:docMk/>
            <pc:sldMk cId="3914497166" sldId="329"/>
            <ac:spMk id="6" creationId="{D17847F5-E45D-9F6A-933F-C6AAE530E144}"/>
          </ac:spMkLst>
        </pc:spChg>
      </pc:sldChg>
      <pc:sldChg chg="addSp modSp add mod modTransition">
        <pc:chgData name="Nông Văn Tình" userId="65f03aa13cf31854" providerId="LiveId" clId="{438CD9EA-72A2-4715-8819-DD0291CD8ADF}" dt="2022-05-18T09:42:56.197" v="46234"/>
        <pc:sldMkLst>
          <pc:docMk/>
          <pc:sldMk cId="906581098" sldId="330"/>
        </pc:sldMkLst>
        <pc:spChg chg="mod">
          <ac:chgData name="Nông Văn Tình" userId="65f03aa13cf31854" providerId="LiveId" clId="{438CD9EA-72A2-4715-8819-DD0291CD8ADF}" dt="2022-05-18T09:01:08" v="45632" actId="6549"/>
          <ac:spMkLst>
            <pc:docMk/>
            <pc:sldMk cId="906581098" sldId="330"/>
            <ac:spMk id="6" creationId="{D17847F5-E45D-9F6A-933F-C6AAE530E144}"/>
          </ac:spMkLst>
        </pc:spChg>
        <pc:spChg chg="mod">
          <ac:chgData name="Nông Văn Tình" userId="65f03aa13cf31854" providerId="LiveId" clId="{438CD9EA-72A2-4715-8819-DD0291CD8ADF}" dt="2022-05-18T09:04:35.669" v="45702" actId="20577"/>
          <ac:spMkLst>
            <pc:docMk/>
            <pc:sldMk cId="906581098" sldId="330"/>
            <ac:spMk id="7" creationId="{E3C50FCA-8906-B588-4995-0AE4FD75281A}"/>
          </ac:spMkLst>
        </pc:spChg>
        <pc:spChg chg="add mod">
          <ac:chgData name="Nông Văn Tình" userId="65f03aa13cf31854" providerId="LiveId" clId="{438CD9EA-72A2-4715-8819-DD0291CD8ADF}" dt="2022-05-18T09:01:29.587" v="45634" actId="1076"/>
          <ac:spMkLst>
            <pc:docMk/>
            <pc:sldMk cId="906581098" sldId="330"/>
            <ac:spMk id="9" creationId="{6E00C328-85DB-A561-E92B-2AEECF2B69D9}"/>
          </ac:spMkLst>
        </pc:spChg>
        <pc:spChg chg="add mod">
          <ac:chgData name="Nông Văn Tình" userId="65f03aa13cf31854" providerId="LiveId" clId="{438CD9EA-72A2-4715-8819-DD0291CD8ADF}" dt="2022-05-18T09:01:29.587" v="45634" actId="1076"/>
          <ac:spMkLst>
            <pc:docMk/>
            <pc:sldMk cId="906581098" sldId="330"/>
            <ac:spMk id="10" creationId="{1801FA0A-4107-3AB6-DF85-51D67B30567E}"/>
          </ac:spMkLst>
        </pc:spChg>
        <pc:spChg chg="add mod">
          <ac:chgData name="Nông Văn Tình" userId="65f03aa13cf31854" providerId="LiveId" clId="{438CD9EA-72A2-4715-8819-DD0291CD8ADF}" dt="2022-05-18T09:01:29.587" v="45634" actId="1076"/>
          <ac:spMkLst>
            <pc:docMk/>
            <pc:sldMk cId="906581098" sldId="330"/>
            <ac:spMk id="12" creationId="{AB5229BE-26A4-6B89-855D-5C78523C3771}"/>
          </ac:spMkLst>
        </pc:spChg>
        <pc:cxnChg chg="add mod">
          <ac:chgData name="Nông Văn Tình" userId="65f03aa13cf31854" providerId="LiveId" clId="{438CD9EA-72A2-4715-8819-DD0291CD8ADF}" dt="2022-05-18T09:01:29.587" v="45634" actId="1076"/>
          <ac:cxnSpMkLst>
            <pc:docMk/>
            <pc:sldMk cId="906581098" sldId="330"/>
            <ac:cxnSpMk id="11" creationId="{85A3AF0A-6E4F-B196-4D9F-317CC0ADE1CC}"/>
          </ac:cxnSpMkLst>
        </pc:cxnChg>
        <pc:cxnChg chg="add mod">
          <ac:chgData name="Nông Văn Tình" userId="65f03aa13cf31854" providerId="LiveId" clId="{438CD9EA-72A2-4715-8819-DD0291CD8ADF}" dt="2022-05-18T09:01:29.587" v="45634" actId="1076"/>
          <ac:cxnSpMkLst>
            <pc:docMk/>
            <pc:sldMk cId="906581098" sldId="330"/>
            <ac:cxnSpMk id="13" creationId="{1CB57681-778D-2F5C-E853-2C0D8ACDDF5D}"/>
          </ac:cxnSpMkLst>
        </pc:cxnChg>
      </pc:sldChg>
      <pc:sldChg chg="addSp delSp modSp add mod modTransition">
        <pc:chgData name="Nông Văn Tình" userId="65f03aa13cf31854" providerId="LiveId" clId="{438CD9EA-72A2-4715-8819-DD0291CD8ADF}" dt="2022-05-18T09:42:56.197" v="46234"/>
        <pc:sldMkLst>
          <pc:docMk/>
          <pc:sldMk cId="2424217653" sldId="331"/>
        </pc:sldMkLst>
        <pc:spChg chg="mod">
          <ac:chgData name="Nông Văn Tình" userId="65f03aa13cf31854" providerId="LiveId" clId="{438CD9EA-72A2-4715-8819-DD0291CD8ADF}" dt="2022-05-18T09:05:04.817" v="45772" actId="20577"/>
          <ac:spMkLst>
            <pc:docMk/>
            <pc:sldMk cId="2424217653" sldId="331"/>
            <ac:spMk id="6" creationId="{D17847F5-E45D-9F6A-933F-C6AAE530E144}"/>
          </ac:spMkLst>
        </pc:spChg>
        <pc:spChg chg="mod">
          <ac:chgData name="Nông Văn Tình" userId="65f03aa13cf31854" providerId="LiveId" clId="{438CD9EA-72A2-4715-8819-DD0291CD8ADF}" dt="2022-05-18T09:04:53.520" v="45752" actId="20577"/>
          <ac:spMkLst>
            <pc:docMk/>
            <pc:sldMk cId="2424217653" sldId="331"/>
            <ac:spMk id="7" creationId="{E3C50FCA-8906-B588-4995-0AE4FD75281A}"/>
          </ac:spMkLst>
        </pc:spChg>
        <pc:spChg chg="del">
          <ac:chgData name="Nông Văn Tình" userId="65f03aa13cf31854" providerId="LiveId" clId="{438CD9EA-72A2-4715-8819-DD0291CD8ADF}" dt="2022-05-18T09:02:25.501" v="45662" actId="478"/>
          <ac:spMkLst>
            <pc:docMk/>
            <pc:sldMk cId="2424217653" sldId="331"/>
            <ac:spMk id="9" creationId="{6E00C328-85DB-A561-E92B-2AEECF2B69D9}"/>
          </ac:spMkLst>
        </pc:spChg>
        <pc:spChg chg="del">
          <ac:chgData name="Nông Văn Tình" userId="65f03aa13cf31854" providerId="LiveId" clId="{438CD9EA-72A2-4715-8819-DD0291CD8ADF}" dt="2022-05-18T09:02:25.501" v="45662" actId="478"/>
          <ac:spMkLst>
            <pc:docMk/>
            <pc:sldMk cId="2424217653" sldId="331"/>
            <ac:spMk id="10" creationId="{1801FA0A-4107-3AB6-DF85-51D67B30567E}"/>
          </ac:spMkLst>
        </pc:spChg>
        <pc:spChg chg="del">
          <ac:chgData name="Nông Văn Tình" userId="65f03aa13cf31854" providerId="LiveId" clId="{438CD9EA-72A2-4715-8819-DD0291CD8ADF}" dt="2022-05-18T09:02:25.501" v="45662" actId="478"/>
          <ac:spMkLst>
            <pc:docMk/>
            <pc:sldMk cId="2424217653" sldId="331"/>
            <ac:spMk id="12" creationId="{AB5229BE-26A4-6B89-855D-5C78523C3771}"/>
          </ac:spMkLst>
        </pc:spChg>
        <pc:spChg chg="add del mod">
          <ac:chgData name="Nông Văn Tình" userId="65f03aa13cf31854" providerId="LiveId" clId="{438CD9EA-72A2-4715-8819-DD0291CD8ADF}" dt="2022-05-18T09:02:29.590" v="45664"/>
          <ac:spMkLst>
            <pc:docMk/>
            <pc:sldMk cId="2424217653" sldId="331"/>
            <ac:spMk id="14" creationId="{2876B295-75C7-9FEA-8BE3-440B0BC6C5DE}"/>
          </ac:spMkLst>
        </pc:spChg>
        <pc:spChg chg="add del mod">
          <ac:chgData name="Nông Văn Tình" userId="65f03aa13cf31854" providerId="LiveId" clId="{438CD9EA-72A2-4715-8819-DD0291CD8ADF}" dt="2022-05-18T09:02:29.590" v="45664"/>
          <ac:spMkLst>
            <pc:docMk/>
            <pc:sldMk cId="2424217653" sldId="331"/>
            <ac:spMk id="15" creationId="{11587360-DB6A-DD4A-9992-B4C27B85A362}"/>
          </ac:spMkLst>
        </pc:spChg>
        <pc:spChg chg="add del mod">
          <ac:chgData name="Nông Văn Tình" userId="65f03aa13cf31854" providerId="LiveId" clId="{438CD9EA-72A2-4715-8819-DD0291CD8ADF}" dt="2022-05-18T09:02:29.590" v="45664"/>
          <ac:spMkLst>
            <pc:docMk/>
            <pc:sldMk cId="2424217653" sldId="331"/>
            <ac:spMk id="18" creationId="{CFCF94A0-F951-BFAA-C0B3-8FD2901F0C97}"/>
          </ac:spMkLst>
        </pc:spChg>
        <pc:spChg chg="add del mod">
          <ac:chgData name="Nông Văn Tình" userId="65f03aa13cf31854" providerId="LiveId" clId="{438CD9EA-72A2-4715-8819-DD0291CD8ADF}" dt="2022-05-18T09:02:29.590" v="45664"/>
          <ac:spMkLst>
            <pc:docMk/>
            <pc:sldMk cId="2424217653" sldId="331"/>
            <ac:spMk id="20" creationId="{FC3D176A-0378-8020-67A0-2B8431FDBD2B}"/>
          </ac:spMkLst>
        </pc:spChg>
        <pc:spChg chg="add del mod">
          <ac:chgData name="Nông Văn Tình" userId="65f03aa13cf31854" providerId="LiveId" clId="{438CD9EA-72A2-4715-8819-DD0291CD8ADF}" dt="2022-05-18T09:02:29.590" v="45664"/>
          <ac:spMkLst>
            <pc:docMk/>
            <pc:sldMk cId="2424217653" sldId="331"/>
            <ac:spMk id="21" creationId="{F7A54BBE-9015-EDFD-860F-C042444E36ED}"/>
          </ac:spMkLst>
        </pc:spChg>
        <pc:spChg chg="add del mod">
          <ac:chgData name="Nông Văn Tình" userId="65f03aa13cf31854" providerId="LiveId" clId="{438CD9EA-72A2-4715-8819-DD0291CD8ADF}" dt="2022-05-18T09:02:29.590" v="45664"/>
          <ac:spMkLst>
            <pc:docMk/>
            <pc:sldMk cId="2424217653" sldId="331"/>
            <ac:spMk id="25" creationId="{3815C2D7-B45D-FC3D-2813-F584EFBC4B17}"/>
          </ac:spMkLst>
        </pc:spChg>
        <pc:spChg chg="add mod">
          <ac:chgData name="Nông Văn Tình" userId="65f03aa13cf31854" providerId="LiveId" clId="{438CD9EA-72A2-4715-8819-DD0291CD8ADF}" dt="2022-05-18T09:02:39.039" v="45667" actId="1076"/>
          <ac:spMkLst>
            <pc:docMk/>
            <pc:sldMk cId="2424217653" sldId="331"/>
            <ac:spMk id="26" creationId="{22359B2B-A35D-8BBB-9B54-5D00DABFBAE7}"/>
          </ac:spMkLst>
        </pc:spChg>
        <pc:spChg chg="add mod">
          <ac:chgData name="Nông Văn Tình" userId="65f03aa13cf31854" providerId="LiveId" clId="{438CD9EA-72A2-4715-8819-DD0291CD8ADF}" dt="2022-05-18T09:02:50.810" v="45670" actId="14100"/>
          <ac:spMkLst>
            <pc:docMk/>
            <pc:sldMk cId="2424217653" sldId="331"/>
            <ac:spMk id="27" creationId="{4FF5C429-DE67-CA75-25C1-5282296D58F9}"/>
          </ac:spMkLst>
        </pc:spChg>
        <pc:spChg chg="add mod">
          <ac:chgData name="Nông Văn Tình" userId="65f03aa13cf31854" providerId="LiveId" clId="{438CD9EA-72A2-4715-8819-DD0291CD8ADF}" dt="2022-05-18T09:03:56.378" v="45680" actId="14100"/>
          <ac:spMkLst>
            <pc:docMk/>
            <pc:sldMk cId="2424217653" sldId="331"/>
            <ac:spMk id="29" creationId="{D2ABE089-BB7A-DA19-8D00-4ECEF75403F5}"/>
          </ac:spMkLst>
        </pc:spChg>
        <pc:spChg chg="add mod">
          <ac:chgData name="Nông Văn Tình" userId="65f03aa13cf31854" providerId="LiveId" clId="{438CD9EA-72A2-4715-8819-DD0291CD8ADF}" dt="2022-05-18T09:03:16.453" v="45674" actId="14100"/>
          <ac:spMkLst>
            <pc:docMk/>
            <pc:sldMk cId="2424217653" sldId="331"/>
            <ac:spMk id="31" creationId="{304322B8-916B-F0E5-D4F3-3F0483F1685A}"/>
          </ac:spMkLst>
        </pc:spChg>
        <pc:spChg chg="add mod">
          <ac:chgData name="Nông Văn Tình" userId="65f03aa13cf31854" providerId="LiveId" clId="{438CD9EA-72A2-4715-8819-DD0291CD8ADF}" dt="2022-05-18T09:03:59.081" v="45681" actId="1076"/>
          <ac:spMkLst>
            <pc:docMk/>
            <pc:sldMk cId="2424217653" sldId="331"/>
            <ac:spMk id="32" creationId="{AA618520-21A7-929F-84B1-B2122C88CEF9}"/>
          </ac:spMkLst>
        </pc:spChg>
        <pc:spChg chg="add mod">
          <ac:chgData name="Nông Văn Tình" userId="65f03aa13cf31854" providerId="LiveId" clId="{438CD9EA-72A2-4715-8819-DD0291CD8ADF}" dt="2022-05-18T09:04:14.654" v="45684" actId="14100"/>
          <ac:spMkLst>
            <pc:docMk/>
            <pc:sldMk cId="2424217653" sldId="331"/>
            <ac:spMk id="36" creationId="{04DC1E36-1492-6EFD-239B-1450B968CE76}"/>
          </ac:spMkLst>
        </pc:spChg>
        <pc:cxnChg chg="del">
          <ac:chgData name="Nông Văn Tình" userId="65f03aa13cf31854" providerId="LiveId" clId="{438CD9EA-72A2-4715-8819-DD0291CD8ADF}" dt="2022-05-18T09:02:25.501" v="45662" actId="478"/>
          <ac:cxnSpMkLst>
            <pc:docMk/>
            <pc:sldMk cId="2424217653" sldId="331"/>
            <ac:cxnSpMk id="11" creationId="{85A3AF0A-6E4F-B196-4D9F-317CC0ADE1CC}"/>
          </ac:cxnSpMkLst>
        </pc:cxnChg>
        <pc:cxnChg chg="del">
          <ac:chgData name="Nông Văn Tình" userId="65f03aa13cf31854" providerId="LiveId" clId="{438CD9EA-72A2-4715-8819-DD0291CD8ADF}" dt="2022-05-18T09:02:25.501" v="45662" actId="478"/>
          <ac:cxnSpMkLst>
            <pc:docMk/>
            <pc:sldMk cId="2424217653" sldId="331"/>
            <ac:cxnSpMk id="13" creationId="{1CB57681-778D-2F5C-E853-2C0D8ACDDF5D}"/>
          </ac:cxnSpMkLst>
        </pc:cxnChg>
        <pc:cxnChg chg="add del mod">
          <ac:chgData name="Nông Văn Tình" userId="65f03aa13cf31854" providerId="LiveId" clId="{438CD9EA-72A2-4715-8819-DD0291CD8ADF}" dt="2022-05-18T09:02:29.590" v="45664"/>
          <ac:cxnSpMkLst>
            <pc:docMk/>
            <pc:sldMk cId="2424217653" sldId="331"/>
            <ac:cxnSpMk id="17" creationId="{C9962F95-63FF-879A-A6C8-880D35BDA898}"/>
          </ac:cxnSpMkLst>
        </pc:cxnChg>
        <pc:cxnChg chg="add del mod">
          <ac:chgData name="Nông Văn Tình" userId="65f03aa13cf31854" providerId="LiveId" clId="{438CD9EA-72A2-4715-8819-DD0291CD8ADF}" dt="2022-05-18T09:02:29.590" v="45664"/>
          <ac:cxnSpMkLst>
            <pc:docMk/>
            <pc:sldMk cId="2424217653" sldId="331"/>
            <ac:cxnSpMk id="19" creationId="{1122EFAB-88B4-2AFC-A869-5EC4260905C0}"/>
          </ac:cxnSpMkLst>
        </pc:cxnChg>
        <pc:cxnChg chg="add del mod">
          <ac:chgData name="Nông Văn Tình" userId="65f03aa13cf31854" providerId="LiveId" clId="{438CD9EA-72A2-4715-8819-DD0291CD8ADF}" dt="2022-05-18T09:02:29.590" v="45664"/>
          <ac:cxnSpMkLst>
            <pc:docMk/>
            <pc:sldMk cId="2424217653" sldId="331"/>
            <ac:cxnSpMk id="22" creationId="{A28A029C-AB03-B8A0-F5BA-C30A48386442}"/>
          </ac:cxnSpMkLst>
        </pc:cxnChg>
        <pc:cxnChg chg="add del mod">
          <ac:chgData name="Nông Văn Tình" userId="65f03aa13cf31854" providerId="LiveId" clId="{438CD9EA-72A2-4715-8819-DD0291CD8ADF}" dt="2022-05-18T09:02:29.590" v="45664"/>
          <ac:cxnSpMkLst>
            <pc:docMk/>
            <pc:sldMk cId="2424217653" sldId="331"/>
            <ac:cxnSpMk id="23" creationId="{AA25E6AF-96CB-6CFE-4E11-D695B9EA3BB5}"/>
          </ac:cxnSpMkLst>
        </pc:cxnChg>
        <pc:cxnChg chg="add del mod">
          <ac:chgData name="Nông Văn Tình" userId="65f03aa13cf31854" providerId="LiveId" clId="{438CD9EA-72A2-4715-8819-DD0291CD8ADF}" dt="2022-05-18T09:02:29.590" v="45664"/>
          <ac:cxnSpMkLst>
            <pc:docMk/>
            <pc:sldMk cId="2424217653" sldId="331"/>
            <ac:cxnSpMk id="24" creationId="{EB0510E2-8BDC-FEF3-C95B-E829A4E95805}"/>
          </ac:cxnSpMkLst>
        </pc:cxnChg>
        <pc:cxnChg chg="add mod">
          <ac:chgData name="Nông Văn Tình" userId="65f03aa13cf31854" providerId="LiveId" clId="{438CD9EA-72A2-4715-8819-DD0291CD8ADF}" dt="2022-05-18T09:02:50.810" v="45670" actId="14100"/>
          <ac:cxnSpMkLst>
            <pc:docMk/>
            <pc:sldMk cId="2424217653" sldId="331"/>
            <ac:cxnSpMk id="28" creationId="{81B56317-8C95-DBE2-C73B-F0B8A6DA4523}"/>
          </ac:cxnSpMkLst>
        </pc:cxnChg>
        <pc:cxnChg chg="add mod">
          <ac:chgData name="Nông Văn Tình" userId="65f03aa13cf31854" providerId="LiveId" clId="{438CD9EA-72A2-4715-8819-DD0291CD8ADF}" dt="2022-05-18T09:03:16.453" v="45674" actId="14100"/>
          <ac:cxnSpMkLst>
            <pc:docMk/>
            <pc:sldMk cId="2424217653" sldId="331"/>
            <ac:cxnSpMk id="30" creationId="{86C2C4CD-ED52-9E88-5D21-34B44CBA704F}"/>
          </ac:cxnSpMkLst>
        </pc:cxnChg>
        <pc:cxnChg chg="add mod">
          <ac:chgData name="Nông Văn Tình" userId="65f03aa13cf31854" providerId="LiveId" clId="{438CD9EA-72A2-4715-8819-DD0291CD8ADF}" dt="2022-05-18T09:03:59.081" v="45681" actId="1076"/>
          <ac:cxnSpMkLst>
            <pc:docMk/>
            <pc:sldMk cId="2424217653" sldId="331"/>
            <ac:cxnSpMk id="33" creationId="{B1698728-5E0A-A237-2F2E-CC6A4F7185BA}"/>
          </ac:cxnSpMkLst>
        </pc:cxnChg>
        <pc:cxnChg chg="add mod">
          <ac:chgData name="Nông Văn Tình" userId="65f03aa13cf31854" providerId="LiveId" clId="{438CD9EA-72A2-4715-8819-DD0291CD8ADF}" dt="2022-05-18T09:03:59.081" v="45681" actId="1076"/>
          <ac:cxnSpMkLst>
            <pc:docMk/>
            <pc:sldMk cId="2424217653" sldId="331"/>
            <ac:cxnSpMk id="34" creationId="{C8A580BB-D33D-882E-DFE3-EADC53024337}"/>
          </ac:cxnSpMkLst>
        </pc:cxnChg>
        <pc:cxnChg chg="add mod">
          <ac:chgData name="Nông Văn Tình" userId="65f03aa13cf31854" providerId="LiveId" clId="{438CD9EA-72A2-4715-8819-DD0291CD8ADF}" dt="2022-05-18T09:04:14.654" v="45684" actId="14100"/>
          <ac:cxnSpMkLst>
            <pc:docMk/>
            <pc:sldMk cId="2424217653" sldId="331"/>
            <ac:cxnSpMk id="35" creationId="{83A9D755-2BC7-8626-8893-256FDC50A92A}"/>
          </ac:cxnSpMkLst>
        </pc:cxnChg>
      </pc:sldChg>
      <pc:sldChg chg="delSp modSp add mod modTransition">
        <pc:chgData name="Nông Văn Tình" userId="65f03aa13cf31854" providerId="LiveId" clId="{438CD9EA-72A2-4715-8819-DD0291CD8ADF}" dt="2022-05-18T09:42:56.197" v="46234"/>
        <pc:sldMkLst>
          <pc:docMk/>
          <pc:sldMk cId="3773350740" sldId="332"/>
        </pc:sldMkLst>
        <pc:spChg chg="mod">
          <ac:chgData name="Nông Văn Tình" userId="65f03aa13cf31854" providerId="LiveId" clId="{438CD9EA-72A2-4715-8819-DD0291CD8ADF}" dt="2022-05-18T09:05:40.474" v="45782" actId="20577"/>
          <ac:spMkLst>
            <pc:docMk/>
            <pc:sldMk cId="3773350740" sldId="332"/>
            <ac:spMk id="6" creationId="{D17847F5-E45D-9F6A-933F-C6AAE530E144}"/>
          </ac:spMkLst>
        </pc:spChg>
        <pc:spChg chg="mod">
          <ac:chgData name="Nông Văn Tình" userId="65f03aa13cf31854" providerId="LiveId" clId="{438CD9EA-72A2-4715-8819-DD0291CD8ADF}" dt="2022-05-18T09:05:48.245" v="45785"/>
          <ac:spMkLst>
            <pc:docMk/>
            <pc:sldMk cId="3773350740" sldId="332"/>
            <ac:spMk id="7" creationId="{E3C50FCA-8906-B588-4995-0AE4FD75281A}"/>
          </ac:spMkLst>
        </pc:spChg>
        <pc:spChg chg="del">
          <ac:chgData name="Nông Văn Tình" userId="65f03aa13cf31854" providerId="LiveId" clId="{438CD9EA-72A2-4715-8819-DD0291CD8ADF}" dt="2022-05-18T09:05:25.146" v="45775" actId="478"/>
          <ac:spMkLst>
            <pc:docMk/>
            <pc:sldMk cId="3773350740" sldId="332"/>
            <ac:spMk id="26" creationId="{22359B2B-A35D-8BBB-9B54-5D00DABFBAE7}"/>
          </ac:spMkLst>
        </pc:spChg>
        <pc:spChg chg="del">
          <ac:chgData name="Nông Văn Tình" userId="65f03aa13cf31854" providerId="LiveId" clId="{438CD9EA-72A2-4715-8819-DD0291CD8ADF}" dt="2022-05-18T09:05:25.146" v="45775" actId="478"/>
          <ac:spMkLst>
            <pc:docMk/>
            <pc:sldMk cId="3773350740" sldId="332"/>
            <ac:spMk id="27" creationId="{4FF5C429-DE67-CA75-25C1-5282296D58F9}"/>
          </ac:spMkLst>
        </pc:spChg>
        <pc:spChg chg="del">
          <ac:chgData name="Nông Văn Tình" userId="65f03aa13cf31854" providerId="LiveId" clId="{438CD9EA-72A2-4715-8819-DD0291CD8ADF}" dt="2022-05-18T09:05:25.146" v="45775" actId="478"/>
          <ac:spMkLst>
            <pc:docMk/>
            <pc:sldMk cId="3773350740" sldId="332"/>
            <ac:spMk id="29" creationId="{D2ABE089-BB7A-DA19-8D00-4ECEF75403F5}"/>
          </ac:spMkLst>
        </pc:spChg>
        <pc:spChg chg="del">
          <ac:chgData name="Nông Văn Tình" userId="65f03aa13cf31854" providerId="LiveId" clId="{438CD9EA-72A2-4715-8819-DD0291CD8ADF}" dt="2022-05-18T09:05:25.146" v="45775" actId="478"/>
          <ac:spMkLst>
            <pc:docMk/>
            <pc:sldMk cId="3773350740" sldId="332"/>
            <ac:spMk id="31" creationId="{304322B8-916B-F0E5-D4F3-3F0483F1685A}"/>
          </ac:spMkLst>
        </pc:spChg>
        <pc:spChg chg="del">
          <ac:chgData name="Nông Văn Tình" userId="65f03aa13cf31854" providerId="LiveId" clId="{438CD9EA-72A2-4715-8819-DD0291CD8ADF}" dt="2022-05-18T09:05:25.146" v="45775" actId="478"/>
          <ac:spMkLst>
            <pc:docMk/>
            <pc:sldMk cId="3773350740" sldId="332"/>
            <ac:spMk id="32" creationId="{AA618520-21A7-929F-84B1-B2122C88CEF9}"/>
          </ac:spMkLst>
        </pc:spChg>
        <pc:spChg chg="del">
          <ac:chgData name="Nông Văn Tình" userId="65f03aa13cf31854" providerId="LiveId" clId="{438CD9EA-72A2-4715-8819-DD0291CD8ADF}" dt="2022-05-18T09:05:25.146" v="45775" actId="478"/>
          <ac:spMkLst>
            <pc:docMk/>
            <pc:sldMk cId="3773350740" sldId="332"/>
            <ac:spMk id="36" creationId="{04DC1E36-1492-6EFD-239B-1450B968CE76}"/>
          </ac:spMkLst>
        </pc:spChg>
        <pc:cxnChg chg="del mod">
          <ac:chgData name="Nông Văn Tình" userId="65f03aa13cf31854" providerId="LiveId" clId="{438CD9EA-72A2-4715-8819-DD0291CD8ADF}" dt="2022-05-18T09:05:25.146" v="45775" actId="478"/>
          <ac:cxnSpMkLst>
            <pc:docMk/>
            <pc:sldMk cId="3773350740" sldId="332"/>
            <ac:cxnSpMk id="28" creationId="{81B56317-8C95-DBE2-C73B-F0B8A6DA4523}"/>
          </ac:cxnSpMkLst>
        </pc:cxnChg>
        <pc:cxnChg chg="del mod">
          <ac:chgData name="Nông Văn Tình" userId="65f03aa13cf31854" providerId="LiveId" clId="{438CD9EA-72A2-4715-8819-DD0291CD8ADF}" dt="2022-05-18T09:05:25.146" v="45775" actId="478"/>
          <ac:cxnSpMkLst>
            <pc:docMk/>
            <pc:sldMk cId="3773350740" sldId="332"/>
            <ac:cxnSpMk id="30" creationId="{86C2C4CD-ED52-9E88-5D21-34B44CBA704F}"/>
          </ac:cxnSpMkLst>
        </pc:cxnChg>
        <pc:cxnChg chg="del mod">
          <ac:chgData name="Nông Văn Tình" userId="65f03aa13cf31854" providerId="LiveId" clId="{438CD9EA-72A2-4715-8819-DD0291CD8ADF}" dt="2022-05-18T09:05:25.146" v="45775" actId="478"/>
          <ac:cxnSpMkLst>
            <pc:docMk/>
            <pc:sldMk cId="3773350740" sldId="332"/>
            <ac:cxnSpMk id="33" creationId="{B1698728-5E0A-A237-2F2E-CC6A4F7185BA}"/>
          </ac:cxnSpMkLst>
        </pc:cxnChg>
        <pc:cxnChg chg="del mod">
          <ac:chgData name="Nông Văn Tình" userId="65f03aa13cf31854" providerId="LiveId" clId="{438CD9EA-72A2-4715-8819-DD0291CD8ADF}" dt="2022-05-18T09:05:25.146" v="45775" actId="478"/>
          <ac:cxnSpMkLst>
            <pc:docMk/>
            <pc:sldMk cId="3773350740" sldId="332"/>
            <ac:cxnSpMk id="34" creationId="{C8A580BB-D33D-882E-DFE3-EADC53024337}"/>
          </ac:cxnSpMkLst>
        </pc:cxnChg>
        <pc:cxnChg chg="del mod">
          <ac:chgData name="Nông Văn Tình" userId="65f03aa13cf31854" providerId="LiveId" clId="{438CD9EA-72A2-4715-8819-DD0291CD8ADF}" dt="2022-05-18T09:05:25.146" v="45775" actId="478"/>
          <ac:cxnSpMkLst>
            <pc:docMk/>
            <pc:sldMk cId="3773350740" sldId="332"/>
            <ac:cxnSpMk id="35" creationId="{83A9D755-2BC7-8626-8893-256FDC50A92A}"/>
          </ac:cxnSpMkLst>
        </pc:cxnChg>
      </pc:sldChg>
      <pc:sldChg chg="modSp add mod modTransition">
        <pc:chgData name="Nông Văn Tình" userId="65f03aa13cf31854" providerId="LiveId" clId="{438CD9EA-72A2-4715-8819-DD0291CD8ADF}" dt="2022-05-18T09:42:56.197" v="46234"/>
        <pc:sldMkLst>
          <pc:docMk/>
          <pc:sldMk cId="3252194894" sldId="333"/>
        </pc:sldMkLst>
        <pc:spChg chg="mod">
          <ac:chgData name="Nông Văn Tình" userId="65f03aa13cf31854" providerId="LiveId" clId="{438CD9EA-72A2-4715-8819-DD0291CD8ADF}" dt="2022-05-18T09:08:53.894" v="45828" actId="14100"/>
          <ac:spMkLst>
            <pc:docMk/>
            <pc:sldMk cId="3252194894" sldId="333"/>
            <ac:spMk id="6" creationId="{D17847F5-E45D-9F6A-933F-C6AAE530E144}"/>
          </ac:spMkLst>
        </pc:spChg>
      </pc:sldChg>
      <pc:sldChg chg="modSp add mod modTransition">
        <pc:chgData name="Nông Văn Tình" userId="65f03aa13cf31854" providerId="LiveId" clId="{438CD9EA-72A2-4715-8819-DD0291CD8ADF}" dt="2022-05-18T09:42:56.197" v="46234"/>
        <pc:sldMkLst>
          <pc:docMk/>
          <pc:sldMk cId="575311181" sldId="334"/>
        </pc:sldMkLst>
        <pc:spChg chg="mod">
          <ac:chgData name="Nông Văn Tình" userId="65f03aa13cf31854" providerId="LiveId" clId="{438CD9EA-72A2-4715-8819-DD0291CD8ADF}" dt="2022-05-18T09:10:03.500" v="45838" actId="12"/>
          <ac:spMkLst>
            <pc:docMk/>
            <pc:sldMk cId="575311181" sldId="334"/>
            <ac:spMk id="6" creationId="{D17847F5-E45D-9F6A-933F-C6AAE530E144}"/>
          </ac:spMkLst>
        </pc:spChg>
        <pc:spChg chg="mod">
          <ac:chgData name="Nông Văn Tình" userId="65f03aa13cf31854" providerId="LiveId" clId="{438CD9EA-72A2-4715-8819-DD0291CD8ADF}" dt="2022-05-18T09:09:16.912" v="45830"/>
          <ac:spMkLst>
            <pc:docMk/>
            <pc:sldMk cId="575311181" sldId="334"/>
            <ac:spMk id="7" creationId="{E3C50FCA-8906-B588-4995-0AE4FD75281A}"/>
          </ac:spMkLst>
        </pc:spChg>
      </pc:sldChg>
      <pc:sldChg chg="modSp add mod modTransition">
        <pc:chgData name="Nông Văn Tình" userId="65f03aa13cf31854" providerId="LiveId" clId="{438CD9EA-72A2-4715-8819-DD0291CD8ADF}" dt="2022-05-18T09:42:56.197" v="46234"/>
        <pc:sldMkLst>
          <pc:docMk/>
          <pc:sldMk cId="4015449140" sldId="335"/>
        </pc:sldMkLst>
        <pc:spChg chg="mod">
          <ac:chgData name="Nông Văn Tình" userId="65f03aa13cf31854" providerId="LiveId" clId="{438CD9EA-72A2-4715-8819-DD0291CD8ADF}" dt="2022-05-18T09:10:51.876" v="45854" actId="6549"/>
          <ac:spMkLst>
            <pc:docMk/>
            <pc:sldMk cId="4015449140" sldId="335"/>
            <ac:spMk id="6" creationId="{D17847F5-E45D-9F6A-933F-C6AAE530E144}"/>
          </ac:spMkLst>
        </pc:spChg>
        <pc:spChg chg="mod">
          <ac:chgData name="Nông Văn Tình" userId="65f03aa13cf31854" providerId="LiveId" clId="{438CD9EA-72A2-4715-8819-DD0291CD8ADF}" dt="2022-05-18T09:10:23.650" v="45840"/>
          <ac:spMkLst>
            <pc:docMk/>
            <pc:sldMk cId="4015449140" sldId="335"/>
            <ac:spMk id="7" creationId="{E3C50FCA-8906-B588-4995-0AE4FD75281A}"/>
          </ac:spMkLst>
        </pc:spChg>
      </pc:sldChg>
      <pc:sldChg chg="addSp modSp add mod modTransition">
        <pc:chgData name="Nông Văn Tình" userId="65f03aa13cf31854" providerId="LiveId" clId="{438CD9EA-72A2-4715-8819-DD0291CD8ADF}" dt="2022-05-18T09:42:56.197" v="46234"/>
        <pc:sldMkLst>
          <pc:docMk/>
          <pc:sldMk cId="2581767359" sldId="336"/>
        </pc:sldMkLst>
        <pc:spChg chg="mod">
          <ac:chgData name="Nông Văn Tình" userId="65f03aa13cf31854" providerId="LiveId" clId="{438CD9EA-72A2-4715-8819-DD0291CD8ADF}" dt="2022-05-18T09:12:26.888" v="45881" actId="6549"/>
          <ac:spMkLst>
            <pc:docMk/>
            <pc:sldMk cId="2581767359" sldId="336"/>
            <ac:spMk id="6" creationId="{D17847F5-E45D-9F6A-933F-C6AAE530E144}"/>
          </ac:spMkLst>
        </pc:spChg>
        <pc:spChg chg="add mod">
          <ac:chgData name="Nông Văn Tình" userId="65f03aa13cf31854" providerId="LiveId" clId="{438CD9EA-72A2-4715-8819-DD0291CD8ADF}" dt="2022-05-18T09:11:32.689" v="45867" actId="2711"/>
          <ac:spMkLst>
            <pc:docMk/>
            <pc:sldMk cId="2581767359" sldId="336"/>
            <ac:spMk id="9" creationId="{36CE696B-0BAD-B26F-FFED-13FCDF60D132}"/>
          </ac:spMkLst>
        </pc:spChg>
        <pc:spChg chg="add mod">
          <ac:chgData name="Nông Văn Tình" userId="65f03aa13cf31854" providerId="LiveId" clId="{438CD9EA-72A2-4715-8819-DD0291CD8ADF}" dt="2022-05-18T09:11:48.062" v="45870" actId="14100"/>
          <ac:spMkLst>
            <pc:docMk/>
            <pc:sldMk cId="2581767359" sldId="336"/>
            <ac:spMk id="10" creationId="{4D3DB482-D68F-4C02-550D-80544E55AABE}"/>
          </ac:spMkLst>
        </pc:spChg>
        <pc:spChg chg="add mod">
          <ac:chgData name="Nông Văn Tình" userId="65f03aa13cf31854" providerId="LiveId" clId="{438CD9EA-72A2-4715-8819-DD0291CD8ADF}" dt="2022-05-18T09:11:32.689" v="45867" actId="2711"/>
          <ac:spMkLst>
            <pc:docMk/>
            <pc:sldMk cId="2581767359" sldId="336"/>
            <ac:spMk id="11" creationId="{18DDE5C1-BBDF-D860-676E-DE08C85F258E}"/>
          </ac:spMkLst>
        </pc:spChg>
        <pc:spChg chg="add mod">
          <ac:chgData name="Nông Văn Tình" userId="65f03aa13cf31854" providerId="LiveId" clId="{438CD9EA-72A2-4715-8819-DD0291CD8ADF}" dt="2022-05-18T09:11:32.689" v="45867" actId="2711"/>
          <ac:spMkLst>
            <pc:docMk/>
            <pc:sldMk cId="2581767359" sldId="336"/>
            <ac:spMk id="12" creationId="{E4365F8F-825C-3FEF-F8E5-B22B2B6589DD}"/>
          </ac:spMkLst>
        </pc:spChg>
        <pc:spChg chg="add mod">
          <ac:chgData name="Nông Văn Tình" userId="65f03aa13cf31854" providerId="LiveId" clId="{438CD9EA-72A2-4715-8819-DD0291CD8ADF}" dt="2022-05-18T09:11:58.447" v="45873" actId="14100"/>
          <ac:spMkLst>
            <pc:docMk/>
            <pc:sldMk cId="2581767359" sldId="336"/>
            <ac:spMk id="13" creationId="{2CFC8345-706A-FD79-E933-3F36BC87FA2F}"/>
          </ac:spMkLst>
        </pc:spChg>
        <pc:spChg chg="add mod">
          <ac:chgData name="Nông Văn Tình" userId="65f03aa13cf31854" providerId="LiveId" clId="{438CD9EA-72A2-4715-8819-DD0291CD8ADF}" dt="2022-05-18T09:11:32.689" v="45867" actId="2711"/>
          <ac:spMkLst>
            <pc:docMk/>
            <pc:sldMk cId="2581767359" sldId="336"/>
            <ac:spMk id="14" creationId="{3A8C0E33-B72A-7284-C6D5-C9D03396C6DD}"/>
          </ac:spMkLst>
        </pc:spChg>
      </pc:sldChg>
      <pc:sldChg chg="delSp modSp add mod modTransition">
        <pc:chgData name="Nông Văn Tình" userId="65f03aa13cf31854" providerId="LiveId" clId="{438CD9EA-72A2-4715-8819-DD0291CD8ADF}" dt="2022-05-18T09:48:12.494" v="46334" actId="20577"/>
        <pc:sldMkLst>
          <pc:docMk/>
          <pc:sldMk cId="2270608728" sldId="337"/>
        </pc:sldMkLst>
        <pc:spChg chg="mod">
          <ac:chgData name="Nông Văn Tình" userId="65f03aa13cf31854" providerId="LiveId" clId="{438CD9EA-72A2-4715-8819-DD0291CD8ADF}" dt="2022-05-18T09:48:12.494" v="46334" actId="20577"/>
          <ac:spMkLst>
            <pc:docMk/>
            <pc:sldMk cId="2270608728" sldId="337"/>
            <ac:spMk id="6" creationId="{D17847F5-E45D-9F6A-933F-C6AAE530E144}"/>
          </ac:spMkLst>
        </pc:spChg>
        <pc:spChg chg="del">
          <ac:chgData name="Nông Văn Tình" userId="65f03aa13cf31854" providerId="LiveId" clId="{438CD9EA-72A2-4715-8819-DD0291CD8ADF}" dt="2022-05-18T09:12:52.040" v="45889" actId="478"/>
          <ac:spMkLst>
            <pc:docMk/>
            <pc:sldMk cId="2270608728" sldId="337"/>
            <ac:spMk id="9" creationId="{36CE696B-0BAD-B26F-FFED-13FCDF60D132}"/>
          </ac:spMkLst>
        </pc:spChg>
        <pc:spChg chg="del">
          <ac:chgData name="Nông Văn Tình" userId="65f03aa13cf31854" providerId="LiveId" clId="{438CD9EA-72A2-4715-8819-DD0291CD8ADF}" dt="2022-05-18T09:12:52.040" v="45889" actId="478"/>
          <ac:spMkLst>
            <pc:docMk/>
            <pc:sldMk cId="2270608728" sldId="337"/>
            <ac:spMk id="10" creationId="{4D3DB482-D68F-4C02-550D-80544E55AABE}"/>
          </ac:spMkLst>
        </pc:spChg>
        <pc:spChg chg="del">
          <ac:chgData name="Nông Văn Tình" userId="65f03aa13cf31854" providerId="LiveId" clId="{438CD9EA-72A2-4715-8819-DD0291CD8ADF}" dt="2022-05-18T09:12:52.040" v="45889" actId="478"/>
          <ac:spMkLst>
            <pc:docMk/>
            <pc:sldMk cId="2270608728" sldId="337"/>
            <ac:spMk id="11" creationId="{18DDE5C1-BBDF-D860-676E-DE08C85F258E}"/>
          </ac:spMkLst>
        </pc:spChg>
        <pc:spChg chg="del">
          <ac:chgData name="Nông Văn Tình" userId="65f03aa13cf31854" providerId="LiveId" clId="{438CD9EA-72A2-4715-8819-DD0291CD8ADF}" dt="2022-05-18T09:12:52.040" v="45889" actId="478"/>
          <ac:spMkLst>
            <pc:docMk/>
            <pc:sldMk cId="2270608728" sldId="337"/>
            <ac:spMk id="12" creationId="{E4365F8F-825C-3FEF-F8E5-B22B2B6589DD}"/>
          </ac:spMkLst>
        </pc:spChg>
        <pc:spChg chg="del">
          <ac:chgData name="Nông Văn Tình" userId="65f03aa13cf31854" providerId="LiveId" clId="{438CD9EA-72A2-4715-8819-DD0291CD8ADF}" dt="2022-05-18T09:12:52.040" v="45889" actId="478"/>
          <ac:spMkLst>
            <pc:docMk/>
            <pc:sldMk cId="2270608728" sldId="337"/>
            <ac:spMk id="13" creationId="{2CFC8345-706A-FD79-E933-3F36BC87FA2F}"/>
          </ac:spMkLst>
        </pc:spChg>
        <pc:spChg chg="del">
          <ac:chgData name="Nông Văn Tình" userId="65f03aa13cf31854" providerId="LiveId" clId="{438CD9EA-72A2-4715-8819-DD0291CD8ADF}" dt="2022-05-18T09:12:52.040" v="45889" actId="478"/>
          <ac:spMkLst>
            <pc:docMk/>
            <pc:sldMk cId="2270608728" sldId="337"/>
            <ac:spMk id="14" creationId="{3A8C0E33-B72A-7284-C6D5-C9D03396C6DD}"/>
          </ac:spMkLst>
        </pc:spChg>
      </pc:sldChg>
      <pc:sldChg chg="modSp add mod modTransition">
        <pc:chgData name="Nông Văn Tình" userId="65f03aa13cf31854" providerId="LiveId" clId="{438CD9EA-72A2-4715-8819-DD0291CD8ADF}" dt="2022-05-18T09:48:49.053" v="46340" actId="207"/>
        <pc:sldMkLst>
          <pc:docMk/>
          <pc:sldMk cId="4095412621" sldId="338"/>
        </pc:sldMkLst>
        <pc:spChg chg="mod">
          <ac:chgData name="Nông Văn Tình" userId="65f03aa13cf31854" providerId="LiveId" clId="{438CD9EA-72A2-4715-8819-DD0291CD8ADF}" dt="2022-05-18T09:48:49.053" v="46340" actId="207"/>
          <ac:spMkLst>
            <pc:docMk/>
            <pc:sldMk cId="4095412621" sldId="338"/>
            <ac:spMk id="6" creationId="{D17847F5-E45D-9F6A-933F-C6AAE530E144}"/>
          </ac:spMkLst>
        </pc:spChg>
      </pc:sldChg>
      <pc:sldChg chg="modSp add mod modTransition">
        <pc:chgData name="Nông Văn Tình" userId="65f03aa13cf31854" providerId="LiveId" clId="{438CD9EA-72A2-4715-8819-DD0291CD8ADF}" dt="2022-05-18T09:42:56.197" v="46234"/>
        <pc:sldMkLst>
          <pc:docMk/>
          <pc:sldMk cId="2862366370" sldId="339"/>
        </pc:sldMkLst>
        <pc:spChg chg="mod">
          <ac:chgData name="Nông Văn Tình" userId="65f03aa13cf31854" providerId="LiveId" clId="{438CD9EA-72A2-4715-8819-DD0291CD8ADF}" dt="2022-05-18T09:13:53.988" v="45907" actId="403"/>
          <ac:spMkLst>
            <pc:docMk/>
            <pc:sldMk cId="2862366370" sldId="339"/>
            <ac:spMk id="6" creationId="{D17847F5-E45D-9F6A-933F-C6AAE530E144}"/>
          </ac:spMkLst>
        </pc:spChg>
        <pc:spChg chg="mod">
          <ac:chgData name="Nông Văn Tình" userId="65f03aa13cf31854" providerId="LiveId" clId="{438CD9EA-72A2-4715-8819-DD0291CD8ADF}" dt="2022-05-18T09:13:44.709" v="45901"/>
          <ac:spMkLst>
            <pc:docMk/>
            <pc:sldMk cId="2862366370" sldId="339"/>
            <ac:spMk id="7" creationId="{E3C50FCA-8906-B588-4995-0AE4FD75281A}"/>
          </ac:spMkLst>
        </pc:spChg>
      </pc:sldChg>
      <pc:sldChg chg="modSp add mod modTransition">
        <pc:chgData name="Nông Văn Tình" userId="65f03aa13cf31854" providerId="LiveId" clId="{438CD9EA-72A2-4715-8819-DD0291CD8ADF}" dt="2022-05-18T09:42:56.197" v="46234"/>
        <pc:sldMkLst>
          <pc:docMk/>
          <pc:sldMk cId="1749319204" sldId="340"/>
        </pc:sldMkLst>
        <pc:spChg chg="mod">
          <ac:chgData name="Nông Văn Tình" userId="65f03aa13cf31854" providerId="LiveId" clId="{438CD9EA-72A2-4715-8819-DD0291CD8ADF}" dt="2022-05-18T09:14:45.891" v="45917" actId="404"/>
          <ac:spMkLst>
            <pc:docMk/>
            <pc:sldMk cId="1749319204" sldId="340"/>
            <ac:spMk id="6" creationId="{D17847F5-E45D-9F6A-933F-C6AAE530E144}"/>
          </ac:spMkLst>
        </pc:spChg>
      </pc:sldChg>
      <pc:sldChg chg="addSp delSp modSp add mod modTransition">
        <pc:chgData name="Nông Văn Tình" userId="65f03aa13cf31854" providerId="LiveId" clId="{438CD9EA-72A2-4715-8819-DD0291CD8ADF}" dt="2022-05-18T09:42:56.197" v="46234"/>
        <pc:sldMkLst>
          <pc:docMk/>
          <pc:sldMk cId="2301374058" sldId="341"/>
        </pc:sldMkLst>
        <pc:spChg chg="del">
          <ac:chgData name="Nông Văn Tình" userId="65f03aa13cf31854" providerId="LiveId" clId="{438CD9EA-72A2-4715-8819-DD0291CD8ADF}" dt="2022-05-18T09:15:02.246" v="45920" actId="478"/>
          <ac:spMkLst>
            <pc:docMk/>
            <pc:sldMk cId="2301374058" sldId="341"/>
            <ac:spMk id="6" creationId="{D17847F5-E45D-9F6A-933F-C6AAE530E144}"/>
          </ac:spMkLst>
        </pc:spChg>
        <pc:spChg chg="mod">
          <ac:chgData name="Nông Văn Tình" userId="65f03aa13cf31854" providerId="LiveId" clId="{438CD9EA-72A2-4715-8819-DD0291CD8ADF}" dt="2022-05-18T09:19:09.861" v="45970"/>
          <ac:spMkLst>
            <pc:docMk/>
            <pc:sldMk cId="2301374058" sldId="341"/>
            <ac:spMk id="7" creationId="{E3C50FCA-8906-B588-4995-0AE4FD75281A}"/>
          </ac:spMkLst>
        </pc:spChg>
        <pc:graphicFrameChg chg="add mod modGraphic">
          <ac:chgData name="Nông Văn Tình" userId="65f03aa13cf31854" providerId="LiveId" clId="{438CD9EA-72A2-4715-8819-DD0291CD8ADF}" dt="2022-05-18T09:18:23.654" v="45969" actId="1076"/>
          <ac:graphicFrameMkLst>
            <pc:docMk/>
            <pc:sldMk cId="2301374058" sldId="341"/>
            <ac:graphicFrameMk id="9" creationId="{037F8C02-BB73-623A-2F98-47DC08C36DA6}"/>
          </ac:graphicFrameMkLst>
        </pc:graphicFrameChg>
      </pc:sldChg>
      <pc:sldChg chg="addSp delSp modSp add mod modTransition">
        <pc:chgData name="Nông Văn Tình" userId="65f03aa13cf31854" providerId="LiveId" clId="{438CD9EA-72A2-4715-8819-DD0291CD8ADF}" dt="2022-05-18T09:42:56.197" v="46234"/>
        <pc:sldMkLst>
          <pc:docMk/>
          <pc:sldMk cId="1531378517" sldId="342"/>
        </pc:sldMkLst>
        <pc:spChg chg="add del mod">
          <ac:chgData name="Nông Văn Tình" userId="65f03aa13cf31854" providerId="LiveId" clId="{438CD9EA-72A2-4715-8819-DD0291CD8ADF}" dt="2022-05-18T09:19:45.930" v="45977"/>
          <ac:spMkLst>
            <pc:docMk/>
            <pc:sldMk cId="1531378517" sldId="342"/>
            <ac:spMk id="6" creationId="{CFA93155-284D-BF17-8FAC-B84C595F2F2A}"/>
          </ac:spMkLst>
        </pc:spChg>
        <pc:spChg chg="mod">
          <ac:chgData name="Nông Văn Tình" userId="65f03aa13cf31854" providerId="LiveId" clId="{438CD9EA-72A2-4715-8819-DD0291CD8ADF}" dt="2022-05-18T09:19:22.820" v="45973"/>
          <ac:spMkLst>
            <pc:docMk/>
            <pc:sldMk cId="1531378517" sldId="342"/>
            <ac:spMk id="7" creationId="{E3C50FCA-8906-B588-4995-0AE4FD75281A}"/>
          </ac:spMkLst>
        </pc:spChg>
        <pc:spChg chg="add del mod">
          <ac:chgData name="Nông Văn Tình" userId="65f03aa13cf31854" providerId="LiveId" clId="{438CD9EA-72A2-4715-8819-DD0291CD8ADF}" dt="2022-05-18T09:19:45.930" v="45977"/>
          <ac:spMkLst>
            <pc:docMk/>
            <pc:sldMk cId="1531378517" sldId="342"/>
            <ac:spMk id="10" creationId="{3B0392D9-9FDF-9346-DA72-C0B7F09FC6B4}"/>
          </ac:spMkLst>
        </pc:spChg>
        <pc:spChg chg="add del mod">
          <ac:chgData name="Nông Văn Tình" userId="65f03aa13cf31854" providerId="LiveId" clId="{438CD9EA-72A2-4715-8819-DD0291CD8ADF}" dt="2022-05-18T09:19:45.930" v="45977"/>
          <ac:spMkLst>
            <pc:docMk/>
            <pc:sldMk cId="1531378517" sldId="342"/>
            <ac:spMk id="11" creationId="{956266EC-489F-BA49-CF0C-1B14050641FA}"/>
          </ac:spMkLst>
        </pc:spChg>
        <pc:spChg chg="add del mod">
          <ac:chgData name="Nông Văn Tình" userId="65f03aa13cf31854" providerId="LiveId" clId="{438CD9EA-72A2-4715-8819-DD0291CD8ADF}" dt="2022-05-18T09:19:45.930" v="45977"/>
          <ac:spMkLst>
            <pc:docMk/>
            <pc:sldMk cId="1531378517" sldId="342"/>
            <ac:spMk id="12" creationId="{69F4B349-AC89-9E14-5370-A46D2AF509C5}"/>
          </ac:spMkLst>
        </pc:spChg>
        <pc:spChg chg="add del mod">
          <ac:chgData name="Nông Văn Tình" userId="65f03aa13cf31854" providerId="LiveId" clId="{438CD9EA-72A2-4715-8819-DD0291CD8ADF}" dt="2022-05-18T09:19:45.930" v="45977"/>
          <ac:spMkLst>
            <pc:docMk/>
            <pc:sldMk cId="1531378517" sldId="342"/>
            <ac:spMk id="13" creationId="{E5B7BE0A-23D7-FF49-EDD8-B8332C603764}"/>
          </ac:spMkLst>
        </pc:spChg>
        <pc:spChg chg="add del mod">
          <ac:chgData name="Nông Văn Tình" userId="65f03aa13cf31854" providerId="LiveId" clId="{438CD9EA-72A2-4715-8819-DD0291CD8ADF}" dt="2022-05-18T09:19:45.930" v="45977"/>
          <ac:spMkLst>
            <pc:docMk/>
            <pc:sldMk cId="1531378517" sldId="342"/>
            <ac:spMk id="14" creationId="{57D6F262-AE4F-D3D9-A2F1-D3477576F87F}"/>
          </ac:spMkLst>
        </pc:spChg>
        <pc:spChg chg="add del mod">
          <ac:chgData name="Nông Văn Tình" userId="65f03aa13cf31854" providerId="LiveId" clId="{438CD9EA-72A2-4715-8819-DD0291CD8ADF}" dt="2022-05-18T09:19:45.930" v="45977"/>
          <ac:spMkLst>
            <pc:docMk/>
            <pc:sldMk cId="1531378517" sldId="342"/>
            <ac:spMk id="15" creationId="{C5EA5494-6B76-00C5-B383-11BA1194D89C}"/>
          </ac:spMkLst>
        </pc:spChg>
        <pc:spChg chg="add del mod">
          <ac:chgData name="Nông Văn Tình" userId="65f03aa13cf31854" providerId="LiveId" clId="{438CD9EA-72A2-4715-8819-DD0291CD8ADF}" dt="2022-05-18T09:19:45.930" v="45977"/>
          <ac:spMkLst>
            <pc:docMk/>
            <pc:sldMk cId="1531378517" sldId="342"/>
            <ac:spMk id="17" creationId="{926EE694-0C2D-86E7-2990-AB0A25BC9A27}"/>
          </ac:spMkLst>
        </pc:spChg>
        <pc:spChg chg="add del mod">
          <ac:chgData name="Nông Văn Tình" userId="65f03aa13cf31854" providerId="LiveId" clId="{438CD9EA-72A2-4715-8819-DD0291CD8ADF}" dt="2022-05-18T09:19:45.930" v="45977"/>
          <ac:spMkLst>
            <pc:docMk/>
            <pc:sldMk cId="1531378517" sldId="342"/>
            <ac:spMk id="18" creationId="{8A3904D0-7754-663E-FAED-A0E295DD75D3}"/>
          </ac:spMkLst>
        </pc:spChg>
        <pc:spChg chg="add del mod">
          <ac:chgData name="Nông Văn Tình" userId="65f03aa13cf31854" providerId="LiveId" clId="{438CD9EA-72A2-4715-8819-DD0291CD8ADF}" dt="2022-05-18T09:19:45.930" v="45977"/>
          <ac:spMkLst>
            <pc:docMk/>
            <pc:sldMk cId="1531378517" sldId="342"/>
            <ac:spMk id="19" creationId="{96094968-68DC-939E-57E2-C92366A619C8}"/>
          </ac:spMkLst>
        </pc:spChg>
        <pc:spChg chg="add del mod">
          <ac:chgData name="Nông Văn Tình" userId="65f03aa13cf31854" providerId="LiveId" clId="{438CD9EA-72A2-4715-8819-DD0291CD8ADF}" dt="2022-05-18T09:19:45.930" v="45977"/>
          <ac:spMkLst>
            <pc:docMk/>
            <pc:sldMk cId="1531378517" sldId="342"/>
            <ac:spMk id="20" creationId="{3E0800A7-0B8F-3CF8-DAEA-39FB4BFD0788}"/>
          </ac:spMkLst>
        </pc:spChg>
        <pc:spChg chg="add del mod">
          <ac:chgData name="Nông Văn Tình" userId="65f03aa13cf31854" providerId="LiveId" clId="{438CD9EA-72A2-4715-8819-DD0291CD8ADF}" dt="2022-05-18T09:19:45.930" v="45977"/>
          <ac:spMkLst>
            <pc:docMk/>
            <pc:sldMk cId="1531378517" sldId="342"/>
            <ac:spMk id="21" creationId="{84A75CAC-81A2-5D50-4035-84DAA322AD07}"/>
          </ac:spMkLst>
        </pc:spChg>
        <pc:spChg chg="add del mod">
          <ac:chgData name="Nông Văn Tình" userId="65f03aa13cf31854" providerId="LiveId" clId="{438CD9EA-72A2-4715-8819-DD0291CD8ADF}" dt="2022-05-18T09:19:45.930" v="45977"/>
          <ac:spMkLst>
            <pc:docMk/>
            <pc:sldMk cId="1531378517" sldId="342"/>
            <ac:spMk id="22" creationId="{4911A925-E3FB-DF5B-8759-F316726913A7}"/>
          </ac:spMkLst>
        </pc:spChg>
        <pc:spChg chg="add del mod">
          <ac:chgData name="Nông Văn Tình" userId="65f03aa13cf31854" providerId="LiveId" clId="{438CD9EA-72A2-4715-8819-DD0291CD8ADF}" dt="2022-05-18T09:19:45.930" v="45977"/>
          <ac:spMkLst>
            <pc:docMk/>
            <pc:sldMk cId="1531378517" sldId="342"/>
            <ac:spMk id="23" creationId="{64249B50-8C75-6C8A-0628-2A680F0AE7D1}"/>
          </ac:spMkLst>
        </pc:spChg>
        <pc:spChg chg="add del mod">
          <ac:chgData name="Nông Văn Tình" userId="65f03aa13cf31854" providerId="LiveId" clId="{438CD9EA-72A2-4715-8819-DD0291CD8ADF}" dt="2022-05-18T09:19:45.930" v="45977"/>
          <ac:spMkLst>
            <pc:docMk/>
            <pc:sldMk cId="1531378517" sldId="342"/>
            <ac:spMk id="24" creationId="{4E599179-B1BD-4482-34AA-A8719402C942}"/>
          </ac:spMkLst>
        </pc:spChg>
        <pc:spChg chg="add del mod">
          <ac:chgData name="Nông Văn Tình" userId="65f03aa13cf31854" providerId="LiveId" clId="{438CD9EA-72A2-4715-8819-DD0291CD8ADF}" dt="2022-05-18T09:19:45.930" v="45977"/>
          <ac:spMkLst>
            <pc:docMk/>
            <pc:sldMk cId="1531378517" sldId="342"/>
            <ac:spMk id="25" creationId="{77350497-6AD8-7192-9B48-113CE1216343}"/>
          </ac:spMkLst>
        </pc:spChg>
        <pc:spChg chg="add mod">
          <ac:chgData name="Nông Văn Tình" userId="65f03aa13cf31854" providerId="LiveId" clId="{438CD9EA-72A2-4715-8819-DD0291CD8ADF}" dt="2022-05-18T09:26:34.453" v="46083" actId="207"/>
          <ac:spMkLst>
            <pc:docMk/>
            <pc:sldMk cId="1531378517" sldId="342"/>
            <ac:spMk id="26" creationId="{BA346F27-2E32-2269-D000-20905CD5E478}"/>
          </ac:spMkLst>
        </pc:spChg>
        <pc:spChg chg="add del mod">
          <ac:chgData name="Nông Văn Tình" userId="65f03aa13cf31854" providerId="LiveId" clId="{438CD9EA-72A2-4715-8819-DD0291CD8ADF}" dt="2022-05-18T09:23:42.248" v="46052" actId="478"/>
          <ac:spMkLst>
            <pc:docMk/>
            <pc:sldMk cId="1531378517" sldId="342"/>
            <ac:spMk id="27" creationId="{84B9478C-9335-69B3-E300-24AA03A3DF8B}"/>
          </ac:spMkLst>
        </pc:spChg>
        <pc:spChg chg="add del mod">
          <ac:chgData name="Nông Văn Tình" userId="65f03aa13cf31854" providerId="LiveId" clId="{438CD9EA-72A2-4715-8819-DD0291CD8ADF}" dt="2022-05-18T09:23:44.543" v="46053" actId="478"/>
          <ac:spMkLst>
            <pc:docMk/>
            <pc:sldMk cId="1531378517" sldId="342"/>
            <ac:spMk id="28" creationId="{1AB3ED9E-4B5A-773A-F9C0-F65FF1B33A87}"/>
          </ac:spMkLst>
        </pc:spChg>
        <pc:spChg chg="add del mod">
          <ac:chgData name="Nông Văn Tình" userId="65f03aa13cf31854" providerId="LiveId" clId="{438CD9EA-72A2-4715-8819-DD0291CD8ADF}" dt="2022-05-18T09:20:17.174" v="45986" actId="478"/>
          <ac:spMkLst>
            <pc:docMk/>
            <pc:sldMk cId="1531378517" sldId="342"/>
            <ac:spMk id="29" creationId="{5E0F9F7B-5A5E-A599-F32E-4154BB9D7E36}"/>
          </ac:spMkLst>
        </pc:spChg>
        <pc:spChg chg="add del mod">
          <ac:chgData name="Nông Văn Tình" userId="65f03aa13cf31854" providerId="LiveId" clId="{438CD9EA-72A2-4715-8819-DD0291CD8ADF}" dt="2022-05-18T09:23:27.857" v="46046" actId="478"/>
          <ac:spMkLst>
            <pc:docMk/>
            <pc:sldMk cId="1531378517" sldId="342"/>
            <ac:spMk id="30" creationId="{066AFF8F-B064-7591-016D-8EA973A1D5B1}"/>
          </ac:spMkLst>
        </pc:spChg>
        <pc:spChg chg="add del mod">
          <ac:chgData name="Nông Văn Tình" userId="65f03aa13cf31854" providerId="LiveId" clId="{438CD9EA-72A2-4715-8819-DD0291CD8ADF}" dt="2022-05-18T09:23:30.049" v="46048" actId="478"/>
          <ac:spMkLst>
            <pc:docMk/>
            <pc:sldMk cId="1531378517" sldId="342"/>
            <ac:spMk id="31" creationId="{4AF19FF3-0434-289B-98F7-431B630DD324}"/>
          </ac:spMkLst>
        </pc:spChg>
        <pc:spChg chg="add del mod">
          <ac:chgData name="Nông Văn Tình" userId="65f03aa13cf31854" providerId="LiveId" clId="{438CD9EA-72A2-4715-8819-DD0291CD8ADF}" dt="2022-05-18T09:20:26.405" v="45989" actId="478"/>
          <ac:spMkLst>
            <pc:docMk/>
            <pc:sldMk cId="1531378517" sldId="342"/>
            <ac:spMk id="32" creationId="{BD3AF468-8082-BCEB-BF5C-AA130187C30B}"/>
          </ac:spMkLst>
        </pc:spChg>
        <pc:spChg chg="add del mod">
          <ac:chgData name="Nông Văn Tình" userId="65f03aa13cf31854" providerId="LiveId" clId="{438CD9EA-72A2-4715-8819-DD0291CD8ADF}" dt="2022-05-18T09:23:04.126" v="46032" actId="478"/>
          <ac:spMkLst>
            <pc:docMk/>
            <pc:sldMk cId="1531378517" sldId="342"/>
            <ac:spMk id="33" creationId="{0CA87051-92A5-15DF-6981-5FE24E4A3D2A}"/>
          </ac:spMkLst>
        </pc:spChg>
        <pc:spChg chg="add del mod">
          <ac:chgData name="Nông Văn Tình" userId="65f03aa13cf31854" providerId="LiveId" clId="{438CD9EA-72A2-4715-8819-DD0291CD8ADF}" dt="2022-05-18T09:23:07.111" v="46035" actId="478"/>
          <ac:spMkLst>
            <pc:docMk/>
            <pc:sldMk cId="1531378517" sldId="342"/>
            <ac:spMk id="34" creationId="{C4F7DC93-DD41-52B9-6FDD-86B251170EC9}"/>
          </ac:spMkLst>
        </pc:spChg>
        <pc:spChg chg="add del mod">
          <ac:chgData name="Nông Văn Tình" userId="65f03aa13cf31854" providerId="LiveId" clId="{438CD9EA-72A2-4715-8819-DD0291CD8ADF}" dt="2022-05-18T09:20:37.069" v="45993" actId="478"/>
          <ac:spMkLst>
            <pc:docMk/>
            <pc:sldMk cId="1531378517" sldId="342"/>
            <ac:spMk id="35" creationId="{BAD8DB3D-50EA-192F-1A13-7B79363CEC8A}"/>
          </ac:spMkLst>
        </pc:spChg>
        <pc:spChg chg="add del mod">
          <ac:chgData name="Nông Văn Tình" userId="65f03aa13cf31854" providerId="LiveId" clId="{438CD9EA-72A2-4715-8819-DD0291CD8ADF}" dt="2022-05-18T09:22:53.613" v="46030" actId="478"/>
          <ac:spMkLst>
            <pc:docMk/>
            <pc:sldMk cId="1531378517" sldId="342"/>
            <ac:spMk id="36" creationId="{84E5F596-CE15-FA0D-0FF6-094DA37EC32C}"/>
          </ac:spMkLst>
        </pc:spChg>
        <pc:spChg chg="add del mod">
          <ac:chgData name="Nông Văn Tình" userId="65f03aa13cf31854" providerId="LiveId" clId="{438CD9EA-72A2-4715-8819-DD0291CD8ADF}" dt="2022-05-18T09:22:53.613" v="46030" actId="478"/>
          <ac:spMkLst>
            <pc:docMk/>
            <pc:sldMk cId="1531378517" sldId="342"/>
            <ac:spMk id="37" creationId="{33A9DCA3-E3F3-D28A-FB69-F0BA5EC36602}"/>
          </ac:spMkLst>
        </pc:spChg>
        <pc:spChg chg="add del mod">
          <ac:chgData name="Nông Văn Tình" userId="65f03aa13cf31854" providerId="LiveId" clId="{438CD9EA-72A2-4715-8819-DD0291CD8ADF}" dt="2022-05-18T09:20:51.574" v="45999" actId="478"/>
          <ac:spMkLst>
            <pc:docMk/>
            <pc:sldMk cId="1531378517" sldId="342"/>
            <ac:spMk id="38" creationId="{5338A97C-7F42-1478-5CE3-13826426DC78}"/>
          </ac:spMkLst>
        </pc:spChg>
        <pc:spChg chg="add mod">
          <ac:chgData name="Nông Văn Tình" userId="65f03aa13cf31854" providerId="LiveId" clId="{438CD9EA-72A2-4715-8819-DD0291CD8ADF}" dt="2022-05-18T09:26:11.502" v="46077" actId="1076"/>
          <ac:spMkLst>
            <pc:docMk/>
            <pc:sldMk cId="1531378517" sldId="342"/>
            <ac:spMk id="39" creationId="{C72FBB40-15B3-0670-23BB-B0BC9E603B2D}"/>
          </ac:spMkLst>
        </pc:spChg>
        <pc:spChg chg="add mod">
          <ac:chgData name="Nông Văn Tình" userId="65f03aa13cf31854" providerId="LiveId" clId="{438CD9EA-72A2-4715-8819-DD0291CD8ADF}" dt="2022-05-18T09:26:11.502" v="46077" actId="1076"/>
          <ac:spMkLst>
            <pc:docMk/>
            <pc:sldMk cId="1531378517" sldId="342"/>
            <ac:spMk id="40" creationId="{7D8113E4-311A-CEFE-412A-ADE868EE7C5F}"/>
          </ac:spMkLst>
        </pc:spChg>
        <pc:spChg chg="add del mod">
          <ac:chgData name="Nông Văn Tình" userId="65f03aa13cf31854" providerId="LiveId" clId="{438CD9EA-72A2-4715-8819-DD0291CD8ADF}" dt="2022-05-18T09:20:54.649" v="46000" actId="478"/>
          <ac:spMkLst>
            <pc:docMk/>
            <pc:sldMk cId="1531378517" sldId="342"/>
            <ac:spMk id="41" creationId="{B55D9F52-CC7E-5ED3-5100-EC3E712ECFAB}"/>
          </ac:spMkLst>
        </pc:spChg>
        <pc:spChg chg="add mod">
          <ac:chgData name="Nông Văn Tình" userId="65f03aa13cf31854" providerId="LiveId" clId="{438CD9EA-72A2-4715-8819-DD0291CD8ADF}" dt="2022-05-18T09:25:00.349" v="46064" actId="1076"/>
          <ac:spMkLst>
            <pc:docMk/>
            <pc:sldMk cId="1531378517" sldId="342"/>
            <ac:spMk id="42" creationId="{97364D53-ECF8-8A8F-6D2A-B757E28E1F0F}"/>
          </ac:spMkLst>
        </pc:spChg>
        <pc:spChg chg="add mod">
          <ac:chgData name="Nông Văn Tình" userId="65f03aa13cf31854" providerId="LiveId" clId="{438CD9EA-72A2-4715-8819-DD0291CD8ADF}" dt="2022-05-18T09:25:00.349" v="46064" actId="1076"/>
          <ac:spMkLst>
            <pc:docMk/>
            <pc:sldMk cId="1531378517" sldId="342"/>
            <ac:spMk id="43" creationId="{5E384C86-EA08-A3B1-FB6E-AB948E0D3CF8}"/>
          </ac:spMkLst>
        </pc:spChg>
        <pc:spChg chg="add mod">
          <ac:chgData name="Nông Văn Tình" userId="65f03aa13cf31854" providerId="LiveId" clId="{438CD9EA-72A2-4715-8819-DD0291CD8ADF}" dt="2022-05-18T09:24:48.897" v="46061" actId="1076"/>
          <ac:spMkLst>
            <pc:docMk/>
            <pc:sldMk cId="1531378517" sldId="342"/>
            <ac:spMk id="44" creationId="{0F8A6AA0-6A92-0743-D300-F623F0DD6D33}"/>
          </ac:spMkLst>
        </pc:spChg>
        <pc:spChg chg="add mod">
          <ac:chgData name="Nông Văn Tình" userId="65f03aa13cf31854" providerId="LiveId" clId="{438CD9EA-72A2-4715-8819-DD0291CD8ADF}" dt="2022-05-18T09:24:48.897" v="46061" actId="1076"/>
          <ac:spMkLst>
            <pc:docMk/>
            <pc:sldMk cId="1531378517" sldId="342"/>
            <ac:spMk id="45" creationId="{DC2978F1-D3B6-A951-D6CC-1E1B5E3A0B3D}"/>
          </ac:spMkLst>
        </pc:spChg>
        <pc:spChg chg="add mod">
          <ac:chgData name="Nông Văn Tình" userId="65f03aa13cf31854" providerId="LiveId" clId="{438CD9EA-72A2-4715-8819-DD0291CD8ADF}" dt="2022-05-18T09:24:52.753" v="46062" actId="1076"/>
          <ac:spMkLst>
            <pc:docMk/>
            <pc:sldMk cId="1531378517" sldId="342"/>
            <ac:spMk id="46" creationId="{0594D8FF-923F-5710-692D-D70F660FC275}"/>
          </ac:spMkLst>
        </pc:spChg>
        <pc:spChg chg="add mod">
          <ac:chgData name="Nông Văn Tình" userId="65f03aa13cf31854" providerId="LiveId" clId="{438CD9EA-72A2-4715-8819-DD0291CD8ADF}" dt="2022-05-18T09:24:52.753" v="46062" actId="1076"/>
          <ac:spMkLst>
            <pc:docMk/>
            <pc:sldMk cId="1531378517" sldId="342"/>
            <ac:spMk id="47" creationId="{0B5918D0-67F6-A7FE-F0D3-BAEA3DFD18A7}"/>
          </ac:spMkLst>
        </pc:spChg>
        <pc:spChg chg="add mod">
          <ac:chgData name="Nông Văn Tình" userId="65f03aa13cf31854" providerId="LiveId" clId="{438CD9EA-72A2-4715-8819-DD0291CD8ADF}" dt="2022-05-18T09:24:36.630" v="46060" actId="14100"/>
          <ac:spMkLst>
            <pc:docMk/>
            <pc:sldMk cId="1531378517" sldId="342"/>
            <ac:spMk id="48" creationId="{B6BB8702-6CD8-BC9B-1256-255E6BBCEB4D}"/>
          </ac:spMkLst>
        </pc:spChg>
        <pc:spChg chg="add mod">
          <ac:chgData name="Nông Văn Tình" userId="65f03aa13cf31854" providerId="LiveId" clId="{438CD9EA-72A2-4715-8819-DD0291CD8ADF}" dt="2022-05-18T09:24:36.630" v="46060" actId="14100"/>
          <ac:spMkLst>
            <pc:docMk/>
            <pc:sldMk cId="1531378517" sldId="342"/>
            <ac:spMk id="49" creationId="{4BB530C2-FC97-756E-12E5-08FE2DEB15C1}"/>
          </ac:spMkLst>
        </pc:spChg>
        <pc:graphicFrameChg chg="del mod modGraphic">
          <ac:chgData name="Nông Văn Tình" userId="65f03aa13cf31854" providerId="LiveId" clId="{438CD9EA-72A2-4715-8819-DD0291CD8ADF}" dt="2022-05-18T09:19:42.880" v="45975" actId="478"/>
          <ac:graphicFrameMkLst>
            <pc:docMk/>
            <pc:sldMk cId="1531378517" sldId="342"/>
            <ac:graphicFrameMk id="9" creationId="{037F8C02-BB73-623A-2F98-47DC08C36DA6}"/>
          </ac:graphicFrameMkLst>
        </pc:graphicFrameChg>
      </pc:sldChg>
      <pc:sldChg chg="delSp modSp add mod modTransition">
        <pc:chgData name="Nông Văn Tình" userId="65f03aa13cf31854" providerId="LiveId" clId="{438CD9EA-72A2-4715-8819-DD0291CD8ADF}" dt="2022-05-18T09:42:56.197" v="46234"/>
        <pc:sldMkLst>
          <pc:docMk/>
          <pc:sldMk cId="3870629451" sldId="343"/>
        </pc:sldMkLst>
        <pc:spChg chg="mod">
          <ac:chgData name="Nông Văn Tình" userId="65f03aa13cf31854" providerId="LiveId" clId="{438CD9EA-72A2-4715-8819-DD0291CD8ADF}" dt="2022-05-18T09:26:57.360" v="46088"/>
          <ac:spMkLst>
            <pc:docMk/>
            <pc:sldMk cId="3870629451" sldId="343"/>
            <ac:spMk id="7" creationId="{E3C50FCA-8906-B588-4995-0AE4FD75281A}"/>
          </ac:spMkLst>
        </pc:spChg>
        <pc:spChg chg="mod">
          <ac:chgData name="Nông Văn Tình" userId="65f03aa13cf31854" providerId="LiveId" clId="{438CD9EA-72A2-4715-8819-DD0291CD8ADF}" dt="2022-05-18T09:28:23.125" v="46102" actId="113"/>
          <ac:spMkLst>
            <pc:docMk/>
            <pc:sldMk cId="3870629451" sldId="343"/>
            <ac:spMk id="26" creationId="{BA346F27-2E32-2269-D000-20905CD5E478}"/>
          </ac:spMkLst>
        </pc:spChg>
        <pc:spChg chg="del">
          <ac:chgData name="Nông Văn Tình" userId="65f03aa13cf31854" providerId="LiveId" clId="{438CD9EA-72A2-4715-8819-DD0291CD8ADF}" dt="2022-05-18T09:27:09.612" v="46090" actId="478"/>
          <ac:spMkLst>
            <pc:docMk/>
            <pc:sldMk cId="3870629451" sldId="343"/>
            <ac:spMk id="39" creationId="{C72FBB40-15B3-0670-23BB-B0BC9E603B2D}"/>
          </ac:spMkLst>
        </pc:spChg>
        <pc:spChg chg="del">
          <ac:chgData name="Nông Văn Tình" userId="65f03aa13cf31854" providerId="LiveId" clId="{438CD9EA-72A2-4715-8819-DD0291CD8ADF}" dt="2022-05-18T09:27:11.880" v="46091" actId="478"/>
          <ac:spMkLst>
            <pc:docMk/>
            <pc:sldMk cId="3870629451" sldId="343"/>
            <ac:spMk id="40" creationId="{7D8113E4-311A-CEFE-412A-ADE868EE7C5F}"/>
          </ac:spMkLst>
        </pc:spChg>
        <pc:spChg chg="del">
          <ac:chgData name="Nông Văn Tình" userId="65f03aa13cf31854" providerId="LiveId" clId="{438CD9EA-72A2-4715-8819-DD0291CD8ADF}" dt="2022-05-18T09:27:09.612" v="46090" actId="478"/>
          <ac:spMkLst>
            <pc:docMk/>
            <pc:sldMk cId="3870629451" sldId="343"/>
            <ac:spMk id="42" creationId="{97364D53-ECF8-8A8F-6D2A-B757E28E1F0F}"/>
          </ac:spMkLst>
        </pc:spChg>
        <pc:spChg chg="del">
          <ac:chgData name="Nông Văn Tình" userId="65f03aa13cf31854" providerId="LiveId" clId="{438CD9EA-72A2-4715-8819-DD0291CD8ADF}" dt="2022-05-18T09:27:11.880" v="46091" actId="478"/>
          <ac:spMkLst>
            <pc:docMk/>
            <pc:sldMk cId="3870629451" sldId="343"/>
            <ac:spMk id="43" creationId="{5E384C86-EA08-A3B1-FB6E-AB948E0D3CF8}"/>
          </ac:spMkLst>
        </pc:spChg>
        <pc:spChg chg="del">
          <ac:chgData name="Nông Văn Tình" userId="65f03aa13cf31854" providerId="LiveId" clId="{438CD9EA-72A2-4715-8819-DD0291CD8ADF}" dt="2022-05-18T09:27:09.612" v="46090" actId="478"/>
          <ac:spMkLst>
            <pc:docMk/>
            <pc:sldMk cId="3870629451" sldId="343"/>
            <ac:spMk id="44" creationId="{0F8A6AA0-6A92-0743-D300-F623F0DD6D33}"/>
          </ac:spMkLst>
        </pc:spChg>
        <pc:spChg chg="del">
          <ac:chgData name="Nông Văn Tình" userId="65f03aa13cf31854" providerId="LiveId" clId="{438CD9EA-72A2-4715-8819-DD0291CD8ADF}" dt="2022-05-18T09:27:11.880" v="46091" actId="478"/>
          <ac:spMkLst>
            <pc:docMk/>
            <pc:sldMk cId="3870629451" sldId="343"/>
            <ac:spMk id="45" creationId="{DC2978F1-D3B6-A951-D6CC-1E1B5E3A0B3D}"/>
          </ac:spMkLst>
        </pc:spChg>
        <pc:spChg chg="del">
          <ac:chgData name="Nông Văn Tình" userId="65f03aa13cf31854" providerId="LiveId" clId="{438CD9EA-72A2-4715-8819-DD0291CD8ADF}" dt="2022-05-18T09:27:09.612" v="46090" actId="478"/>
          <ac:spMkLst>
            <pc:docMk/>
            <pc:sldMk cId="3870629451" sldId="343"/>
            <ac:spMk id="46" creationId="{0594D8FF-923F-5710-692D-D70F660FC275}"/>
          </ac:spMkLst>
        </pc:spChg>
        <pc:spChg chg="del">
          <ac:chgData name="Nông Văn Tình" userId="65f03aa13cf31854" providerId="LiveId" clId="{438CD9EA-72A2-4715-8819-DD0291CD8ADF}" dt="2022-05-18T09:27:11.880" v="46091" actId="478"/>
          <ac:spMkLst>
            <pc:docMk/>
            <pc:sldMk cId="3870629451" sldId="343"/>
            <ac:spMk id="47" creationId="{0B5918D0-67F6-A7FE-F0D3-BAEA3DFD18A7}"/>
          </ac:spMkLst>
        </pc:spChg>
        <pc:spChg chg="del">
          <ac:chgData name="Nông Văn Tình" userId="65f03aa13cf31854" providerId="LiveId" clId="{438CD9EA-72A2-4715-8819-DD0291CD8ADF}" dt="2022-05-18T09:27:09.612" v="46090" actId="478"/>
          <ac:spMkLst>
            <pc:docMk/>
            <pc:sldMk cId="3870629451" sldId="343"/>
            <ac:spMk id="48" creationId="{B6BB8702-6CD8-BC9B-1256-255E6BBCEB4D}"/>
          </ac:spMkLst>
        </pc:spChg>
        <pc:spChg chg="del">
          <ac:chgData name="Nông Văn Tình" userId="65f03aa13cf31854" providerId="LiveId" clId="{438CD9EA-72A2-4715-8819-DD0291CD8ADF}" dt="2022-05-18T09:27:11.880" v="46091" actId="478"/>
          <ac:spMkLst>
            <pc:docMk/>
            <pc:sldMk cId="3870629451" sldId="343"/>
            <ac:spMk id="49" creationId="{4BB530C2-FC97-756E-12E5-08FE2DEB15C1}"/>
          </ac:spMkLst>
        </pc:spChg>
      </pc:sldChg>
      <pc:sldChg chg="modSp add mod modTransition">
        <pc:chgData name="Nông Văn Tình" userId="65f03aa13cf31854" providerId="LiveId" clId="{438CD9EA-72A2-4715-8819-DD0291CD8ADF}" dt="2022-05-18T09:42:56.197" v="46234"/>
        <pc:sldMkLst>
          <pc:docMk/>
          <pc:sldMk cId="3828811732" sldId="344"/>
        </pc:sldMkLst>
        <pc:spChg chg="mod">
          <ac:chgData name="Nông Văn Tình" userId="65f03aa13cf31854" providerId="LiveId" clId="{438CD9EA-72A2-4715-8819-DD0291CD8ADF}" dt="2022-05-18T09:29:18.758" v="46111"/>
          <ac:spMkLst>
            <pc:docMk/>
            <pc:sldMk cId="3828811732" sldId="344"/>
            <ac:spMk id="7" creationId="{E3C50FCA-8906-B588-4995-0AE4FD75281A}"/>
          </ac:spMkLst>
        </pc:spChg>
        <pc:spChg chg="mod">
          <ac:chgData name="Nông Văn Tình" userId="65f03aa13cf31854" providerId="LiveId" clId="{438CD9EA-72A2-4715-8819-DD0291CD8ADF}" dt="2022-05-18T09:29:28.819" v="46113" actId="404"/>
          <ac:spMkLst>
            <pc:docMk/>
            <pc:sldMk cId="3828811732" sldId="344"/>
            <ac:spMk id="26" creationId="{BA346F27-2E32-2269-D000-20905CD5E478}"/>
          </ac:spMkLst>
        </pc:spChg>
      </pc:sldChg>
      <pc:sldChg chg="modSp add mod modTransition">
        <pc:chgData name="Nông Văn Tình" userId="65f03aa13cf31854" providerId="LiveId" clId="{438CD9EA-72A2-4715-8819-DD0291CD8ADF}" dt="2022-05-18T09:42:56.197" v="46234"/>
        <pc:sldMkLst>
          <pc:docMk/>
          <pc:sldMk cId="732540013" sldId="345"/>
        </pc:sldMkLst>
        <pc:spChg chg="mod">
          <ac:chgData name="Nông Văn Tình" userId="65f03aa13cf31854" providerId="LiveId" clId="{438CD9EA-72A2-4715-8819-DD0291CD8ADF}" dt="2022-05-18T09:29:42.498" v="46116"/>
          <ac:spMkLst>
            <pc:docMk/>
            <pc:sldMk cId="732540013" sldId="345"/>
            <ac:spMk id="7" creationId="{E3C50FCA-8906-B588-4995-0AE4FD75281A}"/>
          </ac:spMkLst>
        </pc:spChg>
        <pc:spChg chg="mod">
          <ac:chgData name="Nông Văn Tình" userId="65f03aa13cf31854" providerId="LiveId" clId="{438CD9EA-72A2-4715-8819-DD0291CD8ADF}" dt="2022-05-18T09:29:55.131" v="46120" actId="404"/>
          <ac:spMkLst>
            <pc:docMk/>
            <pc:sldMk cId="732540013" sldId="345"/>
            <ac:spMk id="26" creationId="{BA346F27-2E32-2269-D000-20905CD5E478}"/>
          </ac:spMkLst>
        </pc:spChg>
      </pc:sldChg>
      <pc:sldChg chg="modSp add mod modTransition">
        <pc:chgData name="Nông Văn Tình" userId="65f03aa13cf31854" providerId="LiveId" clId="{438CD9EA-72A2-4715-8819-DD0291CD8ADF}" dt="2022-05-18T09:42:56.197" v="46234"/>
        <pc:sldMkLst>
          <pc:docMk/>
          <pc:sldMk cId="4228095736" sldId="346"/>
        </pc:sldMkLst>
        <pc:spChg chg="mod">
          <ac:chgData name="Nông Văn Tình" userId="65f03aa13cf31854" providerId="LiveId" clId="{438CD9EA-72A2-4715-8819-DD0291CD8ADF}" dt="2022-05-18T09:30:11.773" v="46124"/>
          <ac:spMkLst>
            <pc:docMk/>
            <pc:sldMk cId="4228095736" sldId="346"/>
            <ac:spMk id="26" creationId="{BA346F27-2E32-2269-D000-20905CD5E478}"/>
          </ac:spMkLst>
        </pc:spChg>
      </pc:sldChg>
      <pc:sldChg chg="modSp add mod modTransition">
        <pc:chgData name="Nông Văn Tình" userId="65f03aa13cf31854" providerId="LiveId" clId="{438CD9EA-72A2-4715-8819-DD0291CD8ADF}" dt="2022-05-18T09:42:56.197" v="46234"/>
        <pc:sldMkLst>
          <pc:docMk/>
          <pc:sldMk cId="3146102364" sldId="347"/>
        </pc:sldMkLst>
        <pc:spChg chg="mod">
          <ac:chgData name="Nông Văn Tình" userId="65f03aa13cf31854" providerId="LiveId" clId="{438CD9EA-72A2-4715-8819-DD0291CD8ADF}" dt="2022-05-18T09:30:58.272" v="46127"/>
          <ac:spMkLst>
            <pc:docMk/>
            <pc:sldMk cId="3146102364" sldId="347"/>
            <ac:spMk id="26" creationId="{BA346F27-2E32-2269-D000-20905CD5E478}"/>
          </ac:spMkLst>
        </pc:spChg>
      </pc:sldChg>
      <pc:sldChg chg="modSp add mod modTransition">
        <pc:chgData name="Nông Văn Tình" userId="65f03aa13cf31854" providerId="LiveId" clId="{438CD9EA-72A2-4715-8819-DD0291CD8ADF}" dt="2022-05-18T09:42:56.197" v="46234"/>
        <pc:sldMkLst>
          <pc:docMk/>
          <pc:sldMk cId="1467825423" sldId="348"/>
        </pc:sldMkLst>
        <pc:spChg chg="mod">
          <ac:chgData name="Nông Văn Tình" userId="65f03aa13cf31854" providerId="LiveId" clId="{438CD9EA-72A2-4715-8819-DD0291CD8ADF}" dt="2022-05-18T09:31:09.968" v="46130"/>
          <ac:spMkLst>
            <pc:docMk/>
            <pc:sldMk cId="1467825423" sldId="348"/>
            <ac:spMk id="26" creationId="{BA346F27-2E32-2269-D000-20905CD5E478}"/>
          </ac:spMkLst>
        </pc:spChg>
      </pc:sldChg>
      <pc:sldChg chg="modSp add mod modTransition">
        <pc:chgData name="Nông Văn Tình" userId="65f03aa13cf31854" providerId="LiveId" clId="{438CD9EA-72A2-4715-8819-DD0291CD8ADF}" dt="2022-05-18T09:42:56.197" v="46234"/>
        <pc:sldMkLst>
          <pc:docMk/>
          <pc:sldMk cId="2469391883" sldId="349"/>
        </pc:sldMkLst>
        <pc:spChg chg="mod">
          <ac:chgData name="Nông Văn Tình" userId="65f03aa13cf31854" providerId="LiveId" clId="{438CD9EA-72A2-4715-8819-DD0291CD8ADF}" dt="2022-05-18T09:31:24.423" v="46133"/>
          <ac:spMkLst>
            <pc:docMk/>
            <pc:sldMk cId="2469391883" sldId="349"/>
            <ac:spMk id="26" creationId="{BA346F27-2E32-2269-D000-20905CD5E478}"/>
          </ac:spMkLst>
        </pc:spChg>
      </pc:sldChg>
      <pc:sldChg chg="modSp add mod modTransition">
        <pc:chgData name="Nông Văn Tình" userId="65f03aa13cf31854" providerId="LiveId" clId="{438CD9EA-72A2-4715-8819-DD0291CD8ADF}" dt="2022-05-18T09:42:56.197" v="46234"/>
        <pc:sldMkLst>
          <pc:docMk/>
          <pc:sldMk cId="697300186" sldId="350"/>
        </pc:sldMkLst>
        <pc:spChg chg="mod">
          <ac:chgData name="Nông Văn Tình" userId="65f03aa13cf31854" providerId="LiveId" clId="{438CD9EA-72A2-4715-8819-DD0291CD8ADF}" dt="2022-05-18T09:31:39.477" v="46137"/>
          <ac:spMkLst>
            <pc:docMk/>
            <pc:sldMk cId="697300186" sldId="350"/>
            <ac:spMk id="26" creationId="{BA346F27-2E32-2269-D000-20905CD5E478}"/>
          </ac:spMkLst>
        </pc:spChg>
      </pc:sldChg>
      <pc:sldChg chg="addSp modSp add mod modTransition">
        <pc:chgData name="Nông Văn Tình" userId="65f03aa13cf31854" providerId="LiveId" clId="{438CD9EA-72A2-4715-8819-DD0291CD8ADF}" dt="2022-05-18T09:42:56.197" v="46234"/>
        <pc:sldMkLst>
          <pc:docMk/>
          <pc:sldMk cId="53434518" sldId="351"/>
        </pc:sldMkLst>
        <pc:spChg chg="add mod">
          <ac:chgData name="Nông Văn Tình" userId="65f03aa13cf31854" providerId="LiveId" clId="{438CD9EA-72A2-4715-8819-DD0291CD8ADF}" dt="2022-05-18T09:33:36.810" v="46177" actId="14100"/>
          <ac:spMkLst>
            <pc:docMk/>
            <pc:sldMk cId="53434518" sldId="351"/>
            <ac:spMk id="6" creationId="{158839F9-4D08-57C5-F018-D9B4ECCEF57C}"/>
          </ac:spMkLst>
        </pc:spChg>
        <pc:spChg chg="mod">
          <ac:chgData name="Nông Văn Tình" userId="65f03aa13cf31854" providerId="LiveId" clId="{438CD9EA-72A2-4715-8819-DD0291CD8ADF}" dt="2022-05-18T09:31:58.687" v="46142"/>
          <ac:spMkLst>
            <pc:docMk/>
            <pc:sldMk cId="53434518" sldId="351"/>
            <ac:spMk id="7" creationId="{E3C50FCA-8906-B588-4995-0AE4FD75281A}"/>
          </ac:spMkLst>
        </pc:spChg>
        <pc:spChg chg="add mod">
          <ac:chgData name="Nông Văn Tình" userId="65f03aa13cf31854" providerId="LiveId" clId="{438CD9EA-72A2-4715-8819-DD0291CD8ADF}" dt="2022-05-18T09:33:36.810" v="46177" actId="14100"/>
          <ac:spMkLst>
            <pc:docMk/>
            <pc:sldMk cId="53434518" sldId="351"/>
            <ac:spMk id="9" creationId="{8A9C08B5-3B51-D367-7228-7C09EE50506A}"/>
          </ac:spMkLst>
        </pc:spChg>
        <pc:spChg chg="add mod">
          <ac:chgData name="Nông Văn Tình" userId="65f03aa13cf31854" providerId="LiveId" clId="{438CD9EA-72A2-4715-8819-DD0291CD8ADF}" dt="2022-05-18T09:33:36.810" v="46177" actId="14100"/>
          <ac:spMkLst>
            <pc:docMk/>
            <pc:sldMk cId="53434518" sldId="351"/>
            <ac:spMk id="10" creationId="{6508C7F9-7D4E-F8A1-EACB-D76174B35D0E}"/>
          </ac:spMkLst>
        </pc:spChg>
        <pc:spChg chg="add mod">
          <ac:chgData name="Nông Văn Tình" userId="65f03aa13cf31854" providerId="LiveId" clId="{438CD9EA-72A2-4715-8819-DD0291CD8ADF}" dt="2022-05-18T09:33:36.810" v="46177" actId="14100"/>
          <ac:spMkLst>
            <pc:docMk/>
            <pc:sldMk cId="53434518" sldId="351"/>
            <ac:spMk id="11" creationId="{42DE3BF8-7E22-DD38-CACB-B785CE62E70A}"/>
          </ac:spMkLst>
        </pc:spChg>
        <pc:spChg chg="add mod">
          <ac:chgData name="Nông Văn Tình" userId="65f03aa13cf31854" providerId="LiveId" clId="{438CD9EA-72A2-4715-8819-DD0291CD8ADF}" dt="2022-05-18T09:33:36.810" v="46177" actId="14100"/>
          <ac:spMkLst>
            <pc:docMk/>
            <pc:sldMk cId="53434518" sldId="351"/>
            <ac:spMk id="12" creationId="{76B8F7E1-9258-7FCB-2ACB-5FDB2B7CA0E2}"/>
          </ac:spMkLst>
        </pc:spChg>
        <pc:spChg chg="add mod">
          <ac:chgData name="Nông Văn Tình" userId="65f03aa13cf31854" providerId="LiveId" clId="{438CD9EA-72A2-4715-8819-DD0291CD8ADF}" dt="2022-05-18T09:33:36.810" v="46177" actId="14100"/>
          <ac:spMkLst>
            <pc:docMk/>
            <pc:sldMk cId="53434518" sldId="351"/>
            <ac:spMk id="13" creationId="{8DC37018-B8DC-4477-2851-F5AA2B1D3FE3}"/>
          </ac:spMkLst>
        </pc:spChg>
        <pc:spChg chg="add mod">
          <ac:chgData name="Nông Văn Tình" userId="65f03aa13cf31854" providerId="LiveId" clId="{438CD9EA-72A2-4715-8819-DD0291CD8ADF}" dt="2022-05-18T09:33:36.810" v="46177" actId="14100"/>
          <ac:spMkLst>
            <pc:docMk/>
            <pc:sldMk cId="53434518" sldId="351"/>
            <ac:spMk id="14" creationId="{03A3ED63-7805-DE78-004D-F7A4C839CE5C}"/>
          </ac:spMkLst>
        </pc:spChg>
        <pc:spChg chg="add mod">
          <ac:chgData name="Nông Văn Tình" userId="65f03aa13cf31854" providerId="LiveId" clId="{438CD9EA-72A2-4715-8819-DD0291CD8ADF}" dt="2022-05-18T09:33:36.810" v="46177" actId="14100"/>
          <ac:spMkLst>
            <pc:docMk/>
            <pc:sldMk cId="53434518" sldId="351"/>
            <ac:spMk id="15" creationId="{B9120B31-5971-69C8-8A4F-99F19AD4D4AD}"/>
          </ac:spMkLst>
        </pc:spChg>
        <pc:spChg chg="add mod">
          <ac:chgData name="Nông Văn Tình" userId="65f03aa13cf31854" providerId="LiveId" clId="{438CD9EA-72A2-4715-8819-DD0291CD8ADF}" dt="2022-05-18T09:33:36.810" v="46177" actId="14100"/>
          <ac:spMkLst>
            <pc:docMk/>
            <pc:sldMk cId="53434518" sldId="351"/>
            <ac:spMk id="17" creationId="{599B3B81-06C4-DBFC-CC55-70E4B6DEF041}"/>
          </ac:spMkLst>
        </pc:spChg>
        <pc:spChg chg="add mod">
          <ac:chgData name="Nông Văn Tình" userId="65f03aa13cf31854" providerId="LiveId" clId="{438CD9EA-72A2-4715-8819-DD0291CD8ADF}" dt="2022-05-18T09:33:36.810" v="46177" actId="14100"/>
          <ac:spMkLst>
            <pc:docMk/>
            <pc:sldMk cId="53434518" sldId="351"/>
            <ac:spMk id="18" creationId="{C556277E-0F2F-36C2-3F08-0994E5305F53}"/>
          </ac:spMkLst>
        </pc:spChg>
        <pc:spChg chg="mod">
          <ac:chgData name="Nông Văn Tình" userId="65f03aa13cf31854" providerId="LiveId" clId="{438CD9EA-72A2-4715-8819-DD0291CD8ADF}" dt="2022-05-18T09:33:21.043" v="46173"/>
          <ac:spMkLst>
            <pc:docMk/>
            <pc:sldMk cId="53434518" sldId="351"/>
            <ac:spMk id="26" creationId="{BA346F27-2E32-2269-D000-20905CD5E478}"/>
          </ac:spMkLst>
        </pc:spChg>
        <pc:graphicFrameChg chg="add mod modGraphic">
          <ac:chgData name="Nông Văn Tình" userId="65f03aa13cf31854" providerId="LiveId" clId="{438CD9EA-72A2-4715-8819-DD0291CD8ADF}" dt="2022-05-18T09:33:55.269" v="46179" actId="2711"/>
          <ac:graphicFrameMkLst>
            <pc:docMk/>
            <pc:sldMk cId="53434518" sldId="351"/>
            <ac:graphicFrameMk id="19" creationId="{B45872BB-0886-CCA8-C119-867B2DBE58C8}"/>
          </ac:graphicFrameMkLst>
        </pc:graphicFrameChg>
        <pc:graphicFrameChg chg="add mod modGraphic">
          <ac:chgData name="Nông Văn Tình" userId="65f03aa13cf31854" providerId="LiveId" clId="{438CD9EA-72A2-4715-8819-DD0291CD8ADF}" dt="2022-05-18T09:33:51.494" v="46178" actId="1076"/>
          <ac:graphicFrameMkLst>
            <pc:docMk/>
            <pc:sldMk cId="53434518" sldId="351"/>
            <ac:graphicFrameMk id="20" creationId="{BBFB6A57-340D-A9F1-CAE6-F2987B3892BA}"/>
          </ac:graphicFrameMkLst>
        </pc:graphicFrameChg>
      </pc:sldChg>
      <pc:sldChg chg="delSp modSp add mod modTransition">
        <pc:chgData name="Nông Văn Tình" userId="65f03aa13cf31854" providerId="LiveId" clId="{438CD9EA-72A2-4715-8819-DD0291CD8ADF}" dt="2022-05-18T09:42:56.197" v="46234"/>
        <pc:sldMkLst>
          <pc:docMk/>
          <pc:sldMk cId="698131039" sldId="352"/>
        </pc:sldMkLst>
        <pc:spChg chg="del">
          <ac:chgData name="Nông Văn Tình" userId="65f03aa13cf31854" providerId="LiveId" clId="{438CD9EA-72A2-4715-8819-DD0291CD8ADF}" dt="2022-05-18T09:34:23.489" v="46184" actId="478"/>
          <ac:spMkLst>
            <pc:docMk/>
            <pc:sldMk cId="698131039" sldId="352"/>
            <ac:spMk id="6" creationId="{158839F9-4D08-57C5-F018-D9B4ECCEF57C}"/>
          </ac:spMkLst>
        </pc:spChg>
        <pc:spChg chg="mod">
          <ac:chgData name="Nông Văn Tình" userId="65f03aa13cf31854" providerId="LiveId" clId="{438CD9EA-72A2-4715-8819-DD0291CD8ADF}" dt="2022-05-18T09:34:13.636" v="46182"/>
          <ac:spMkLst>
            <pc:docMk/>
            <pc:sldMk cId="698131039" sldId="352"/>
            <ac:spMk id="7" creationId="{E3C50FCA-8906-B588-4995-0AE4FD75281A}"/>
          </ac:spMkLst>
        </pc:spChg>
        <pc:spChg chg="del">
          <ac:chgData name="Nông Văn Tình" userId="65f03aa13cf31854" providerId="LiveId" clId="{438CD9EA-72A2-4715-8819-DD0291CD8ADF}" dt="2022-05-18T09:34:23.489" v="46184" actId="478"/>
          <ac:spMkLst>
            <pc:docMk/>
            <pc:sldMk cId="698131039" sldId="352"/>
            <ac:spMk id="9" creationId="{8A9C08B5-3B51-D367-7228-7C09EE50506A}"/>
          </ac:spMkLst>
        </pc:spChg>
        <pc:spChg chg="del">
          <ac:chgData name="Nông Văn Tình" userId="65f03aa13cf31854" providerId="LiveId" clId="{438CD9EA-72A2-4715-8819-DD0291CD8ADF}" dt="2022-05-18T09:34:23.489" v="46184" actId="478"/>
          <ac:spMkLst>
            <pc:docMk/>
            <pc:sldMk cId="698131039" sldId="352"/>
            <ac:spMk id="10" creationId="{6508C7F9-7D4E-F8A1-EACB-D76174B35D0E}"/>
          </ac:spMkLst>
        </pc:spChg>
        <pc:spChg chg="del">
          <ac:chgData name="Nông Văn Tình" userId="65f03aa13cf31854" providerId="LiveId" clId="{438CD9EA-72A2-4715-8819-DD0291CD8ADF}" dt="2022-05-18T09:34:23.489" v="46184" actId="478"/>
          <ac:spMkLst>
            <pc:docMk/>
            <pc:sldMk cId="698131039" sldId="352"/>
            <ac:spMk id="11" creationId="{42DE3BF8-7E22-DD38-CACB-B785CE62E70A}"/>
          </ac:spMkLst>
        </pc:spChg>
        <pc:spChg chg="del">
          <ac:chgData name="Nông Văn Tình" userId="65f03aa13cf31854" providerId="LiveId" clId="{438CD9EA-72A2-4715-8819-DD0291CD8ADF}" dt="2022-05-18T09:34:23.489" v="46184" actId="478"/>
          <ac:spMkLst>
            <pc:docMk/>
            <pc:sldMk cId="698131039" sldId="352"/>
            <ac:spMk id="12" creationId="{76B8F7E1-9258-7FCB-2ACB-5FDB2B7CA0E2}"/>
          </ac:spMkLst>
        </pc:spChg>
        <pc:spChg chg="del">
          <ac:chgData name="Nông Văn Tình" userId="65f03aa13cf31854" providerId="LiveId" clId="{438CD9EA-72A2-4715-8819-DD0291CD8ADF}" dt="2022-05-18T09:34:23.489" v="46184" actId="478"/>
          <ac:spMkLst>
            <pc:docMk/>
            <pc:sldMk cId="698131039" sldId="352"/>
            <ac:spMk id="13" creationId="{8DC37018-B8DC-4477-2851-F5AA2B1D3FE3}"/>
          </ac:spMkLst>
        </pc:spChg>
        <pc:spChg chg="del">
          <ac:chgData name="Nông Văn Tình" userId="65f03aa13cf31854" providerId="LiveId" clId="{438CD9EA-72A2-4715-8819-DD0291CD8ADF}" dt="2022-05-18T09:34:23.489" v="46184" actId="478"/>
          <ac:spMkLst>
            <pc:docMk/>
            <pc:sldMk cId="698131039" sldId="352"/>
            <ac:spMk id="14" creationId="{03A3ED63-7805-DE78-004D-F7A4C839CE5C}"/>
          </ac:spMkLst>
        </pc:spChg>
        <pc:spChg chg="del">
          <ac:chgData name="Nông Văn Tình" userId="65f03aa13cf31854" providerId="LiveId" clId="{438CD9EA-72A2-4715-8819-DD0291CD8ADF}" dt="2022-05-18T09:34:23.489" v="46184" actId="478"/>
          <ac:spMkLst>
            <pc:docMk/>
            <pc:sldMk cId="698131039" sldId="352"/>
            <ac:spMk id="15" creationId="{B9120B31-5971-69C8-8A4F-99F19AD4D4AD}"/>
          </ac:spMkLst>
        </pc:spChg>
        <pc:spChg chg="del">
          <ac:chgData name="Nông Văn Tình" userId="65f03aa13cf31854" providerId="LiveId" clId="{438CD9EA-72A2-4715-8819-DD0291CD8ADF}" dt="2022-05-18T09:34:23.489" v="46184" actId="478"/>
          <ac:spMkLst>
            <pc:docMk/>
            <pc:sldMk cId="698131039" sldId="352"/>
            <ac:spMk id="17" creationId="{599B3B81-06C4-DBFC-CC55-70E4B6DEF041}"/>
          </ac:spMkLst>
        </pc:spChg>
        <pc:spChg chg="del">
          <ac:chgData name="Nông Văn Tình" userId="65f03aa13cf31854" providerId="LiveId" clId="{438CD9EA-72A2-4715-8819-DD0291CD8ADF}" dt="2022-05-18T09:34:23.489" v="46184" actId="478"/>
          <ac:spMkLst>
            <pc:docMk/>
            <pc:sldMk cId="698131039" sldId="352"/>
            <ac:spMk id="18" creationId="{C556277E-0F2F-36C2-3F08-0994E5305F53}"/>
          </ac:spMkLst>
        </pc:spChg>
        <pc:spChg chg="mod">
          <ac:chgData name="Nông Văn Tình" userId="65f03aa13cf31854" providerId="LiveId" clId="{438CD9EA-72A2-4715-8819-DD0291CD8ADF}" dt="2022-05-18T09:34:20.338" v="46183"/>
          <ac:spMkLst>
            <pc:docMk/>
            <pc:sldMk cId="698131039" sldId="352"/>
            <ac:spMk id="26" creationId="{BA346F27-2E32-2269-D000-20905CD5E478}"/>
          </ac:spMkLst>
        </pc:spChg>
        <pc:graphicFrameChg chg="del">
          <ac:chgData name="Nông Văn Tình" userId="65f03aa13cf31854" providerId="LiveId" clId="{438CD9EA-72A2-4715-8819-DD0291CD8ADF}" dt="2022-05-18T09:34:23.489" v="46184" actId="478"/>
          <ac:graphicFrameMkLst>
            <pc:docMk/>
            <pc:sldMk cId="698131039" sldId="352"/>
            <ac:graphicFrameMk id="19" creationId="{B45872BB-0886-CCA8-C119-867B2DBE58C8}"/>
          </ac:graphicFrameMkLst>
        </pc:graphicFrameChg>
        <pc:graphicFrameChg chg="del">
          <ac:chgData name="Nông Văn Tình" userId="65f03aa13cf31854" providerId="LiveId" clId="{438CD9EA-72A2-4715-8819-DD0291CD8ADF}" dt="2022-05-18T09:34:23.489" v="46184" actId="478"/>
          <ac:graphicFrameMkLst>
            <pc:docMk/>
            <pc:sldMk cId="698131039" sldId="352"/>
            <ac:graphicFrameMk id="20" creationId="{BBFB6A57-340D-A9F1-CAE6-F2987B3892BA}"/>
          </ac:graphicFrameMkLst>
        </pc:graphicFrameChg>
      </pc:sldChg>
      <pc:sldChg chg="modSp add mod modTransition">
        <pc:chgData name="Nông Văn Tình" userId="65f03aa13cf31854" providerId="LiveId" clId="{438CD9EA-72A2-4715-8819-DD0291CD8ADF}" dt="2022-05-18T09:42:56.197" v="46234"/>
        <pc:sldMkLst>
          <pc:docMk/>
          <pc:sldMk cId="452007384" sldId="353"/>
        </pc:sldMkLst>
        <pc:spChg chg="mod">
          <ac:chgData name="Nông Văn Tình" userId="65f03aa13cf31854" providerId="LiveId" clId="{438CD9EA-72A2-4715-8819-DD0291CD8ADF}" dt="2022-05-18T09:34:44.177" v="46187"/>
          <ac:spMkLst>
            <pc:docMk/>
            <pc:sldMk cId="452007384" sldId="353"/>
            <ac:spMk id="7" creationId="{E3C50FCA-8906-B588-4995-0AE4FD75281A}"/>
          </ac:spMkLst>
        </pc:spChg>
        <pc:spChg chg="mod">
          <ac:chgData name="Nông Văn Tình" userId="65f03aa13cf31854" providerId="LiveId" clId="{438CD9EA-72A2-4715-8819-DD0291CD8ADF}" dt="2022-05-18T09:34:48.991" v="46188"/>
          <ac:spMkLst>
            <pc:docMk/>
            <pc:sldMk cId="452007384" sldId="353"/>
            <ac:spMk id="26" creationId="{BA346F27-2E32-2269-D000-20905CD5E478}"/>
          </ac:spMkLst>
        </pc:spChg>
      </pc:sldChg>
      <pc:sldChg chg="modSp add mod modTransition">
        <pc:chgData name="Nông Văn Tình" userId="65f03aa13cf31854" providerId="LiveId" clId="{438CD9EA-72A2-4715-8819-DD0291CD8ADF}" dt="2022-05-18T09:42:56.197" v="46234"/>
        <pc:sldMkLst>
          <pc:docMk/>
          <pc:sldMk cId="3667398893" sldId="354"/>
        </pc:sldMkLst>
        <pc:spChg chg="mod">
          <ac:chgData name="Nông Văn Tình" userId="65f03aa13cf31854" providerId="LiveId" clId="{438CD9EA-72A2-4715-8819-DD0291CD8ADF}" dt="2022-05-18T09:35:01.654" v="46191"/>
          <ac:spMkLst>
            <pc:docMk/>
            <pc:sldMk cId="3667398893" sldId="354"/>
            <ac:spMk id="7" creationId="{E3C50FCA-8906-B588-4995-0AE4FD75281A}"/>
          </ac:spMkLst>
        </pc:spChg>
        <pc:spChg chg="mod">
          <ac:chgData name="Nông Văn Tình" userId="65f03aa13cf31854" providerId="LiveId" clId="{438CD9EA-72A2-4715-8819-DD0291CD8ADF}" dt="2022-05-18T09:35:07.403" v="46192"/>
          <ac:spMkLst>
            <pc:docMk/>
            <pc:sldMk cId="3667398893" sldId="354"/>
            <ac:spMk id="26" creationId="{BA346F27-2E32-2269-D000-20905CD5E478}"/>
          </ac:spMkLst>
        </pc:spChg>
      </pc:sldChg>
      <pc:sldChg chg="modSp add mod modTransition">
        <pc:chgData name="Nông Văn Tình" userId="65f03aa13cf31854" providerId="LiveId" clId="{438CD9EA-72A2-4715-8819-DD0291CD8ADF}" dt="2022-05-18T09:42:56.197" v="46234"/>
        <pc:sldMkLst>
          <pc:docMk/>
          <pc:sldMk cId="4220606545" sldId="355"/>
        </pc:sldMkLst>
        <pc:spChg chg="mod">
          <ac:chgData name="Nông Văn Tình" userId="65f03aa13cf31854" providerId="LiveId" clId="{438CD9EA-72A2-4715-8819-DD0291CD8ADF}" dt="2022-05-18T09:35:28.025" v="46198"/>
          <ac:spMkLst>
            <pc:docMk/>
            <pc:sldMk cId="4220606545" sldId="355"/>
            <ac:spMk id="26" creationId="{BA346F27-2E32-2269-D000-20905CD5E478}"/>
          </ac:spMkLst>
        </pc:spChg>
      </pc:sldChg>
      <pc:sldChg chg="modSp add mod modTransition">
        <pc:chgData name="Nông Văn Tình" userId="65f03aa13cf31854" providerId="LiveId" clId="{438CD9EA-72A2-4715-8819-DD0291CD8ADF}" dt="2022-05-18T09:42:56.197" v="46234"/>
        <pc:sldMkLst>
          <pc:docMk/>
          <pc:sldMk cId="1150319527" sldId="356"/>
        </pc:sldMkLst>
        <pc:spChg chg="mod">
          <ac:chgData name="Nông Văn Tình" userId="65f03aa13cf31854" providerId="LiveId" clId="{438CD9EA-72A2-4715-8819-DD0291CD8ADF}" dt="2022-05-18T09:35:42.465" v="46201"/>
          <ac:spMkLst>
            <pc:docMk/>
            <pc:sldMk cId="1150319527" sldId="356"/>
            <ac:spMk id="26" creationId="{BA346F27-2E32-2269-D000-20905CD5E478}"/>
          </ac:spMkLst>
        </pc:spChg>
      </pc:sldChg>
      <pc:sldMasterChg chg="modSp modSldLayout">
        <pc:chgData name="Nông Văn Tình" userId="65f03aa13cf31854" providerId="LiveId" clId="{438CD9EA-72A2-4715-8819-DD0291CD8ADF}" dt="2022-05-18T06:01:30.640" v="45191"/>
        <pc:sldMasterMkLst>
          <pc:docMk/>
          <pc:sldMasterMk cId="0" sldId="2147483648"/>
        </pc:sldMasterMkLst>
        <pc:spChg chg="mod">
          <ac:chgData name="Nông Văn Tình" userId="65f03aa13cf31854" providerId="LiveId" clId="{438CD9EA-72A2-4715-8819-DD0291CD8ADF}" dt="2022-05-18T06:01:30.640" v="45191"/>
          <ac:spMkLst>
            <pc:docMk/>
            <pc:sldMasterMk cId="0" sldId="2147483648"/>
            <ac:spMk id="4" creationId="{01D20991-7A6E-4DC4-8056-0667DA102598}"/>
          </ac:spMkLst>
        </pc:spChg>
        <pc:spChg chg="mod">
          <ac:chgData name="Nông Văn Tình" userId="65f03aa13cf31854" providerId="LiveId" clId="{438CD9EA-72A2-4715-8819-DD0291CD8ADF}" dt="2022-05-18T06:01:30.640" v="45191"/>
          <ac:spMkLst>
            <pc:docMk/>
            <pc:sldMasterMk cId="0" sldId="2147483648"/>
            <ac:spMk id="5" creationId="{79CBE21A-A1EB-4692-A842-72EF696D8DF2}"/>
          </ac:spMkLst>
        </pc:spChg>
        <pc:spChg chg="mod">
          <ac:chgData name="Nông Văn Tình" userId="65f03aa13cf31854" providerId="LiveId" clId="{438CD9EA-72A2-4715-8819-DD0291CD8ADF}" dt="2022-05-18T06:01:30.640" v="45191"/>
          <ac:spMkLst>
            <pc:docMk/>
            <pc:sldMasterMk cId="0" sldId="2147483648"/>
            <ac:spMk id="6" creationId="{91CFD16C-9ED3-476C-85D3-455C5A43C56B}"/>
          </ac:spMkLst>
        </pc:spChg>
        <pc:spChg chg="mod">
          <ac:chgData name="Nông Văn Tình" userId="65f03aa13cf31854" providerId="LiveId" clId="{438CD9EA-72A2-4715-8819-DD0291CD8ADF}" dt="2022-05-18T06:01:30.640" v="45191"/>
          <ac:spMkLst>
            <pc:docMk/>
            <pc:sldMasterMk cId="0" sldId="2147483648"/>
            <ac:spMk id="1026" creationId="{FF8AD74C-74EE-493B-99AF-1A2B353EEF20}"/>
          </ac:spMkLst>
        </pc:spChg>
        <pc:spChg chg="mod">
          <ac:chgData name="Nông Văn Tình" userId="65f03aa13cf31854" providerId="LiveId" clId="{438CD9EA-72A2-4715-8819-DD0291CD8ADF}" dt="2022-05-18T06:01:30.640" v="45191"/>
          <ac:spMkLst>
            <pc:docMk/>
            <pc:sldMasterMk cId="0" sldId="2147483648"/>
            <ac:spMk id="1027" creationId="{E1A275A8-C99E-4737-AAA2-33004B10AF33}"/>
          </ac:spMkLst>
        </pc:spChg>
        <pc:sldLayoutChg chg="modSp">
          <pc:chgData name="Nông Văn Tình" userId="65f03aa13cf31854" providerId="LiveId" clId="{438CD9EA-72A2-4715-8819-DD0291CD8ADF}" dt="2022-05-18T06:01:30.640" v="45191"/>
          <pc:sldLayoutMkLst>
            <pc:docMk/>
            <pc:sldMasterMk cId="0" sldId="2147483648"/>
            <pc:sldLayoutMk cId="1388961944" sldId="2147483649"/>
          </pc:sldLayoutMkLst>
          <pc:spChg chg="mod">
            <ac:chgData name="Nông Văn Tình" userId="65f03aa13cf31854" providerId="LiveId" clId="{438CD9EA-72A2-4715-8819-DD0291CD8ADF}" dt="2022-05-18T06:01:30.640" v="45191"/>
            <ac:spMkLst>
              <pc:docMk/>
              <pc:sldMasterMk cId="0" sldId="2147483648"/>
              <pc:sldLayoutMk cId="1388961944" sldId="2147483649"/>
              <ac:spMk id="2" creationId="{00000000-0000-0000-0000-000000000000}"/>
            </ac:spMkLst>
          </pc:spChg>
          <pc:spChg chg="mod">
            <ac:chgData name="Nông Văn Tình" userId="65f03aa13cf31854" providerId="LiveId" clId="{438CD9EA-72A2-4715-8819-DD0291CD8ADF}" dt="2022-05-18T06:01:30.640" v="45191"/>
            <ac:spMkLst>
              <pc:docMk/>
              <pc:sldMasterMk cId="0" sldId="2147483648"/>
              <pc:sldLayoutMk cId="1388961944" sldId="2147483649"/>
              <ac:spMk id="3" creationId="{00000000-0000-0000-0000-000000000000}"/>
            </ac:spMkLst>
          </pc:spChg>
        </pc:sldLayoutChg>
        <pc:sldLayoutChg chg="modSp">
          <pc:chgData name="Nông Văn Tình" userId="65f03aa13cf31854" providerId="LiveId" clId="{438CD9EA-72A2-4715-8819-DD0291CD8ADF}" dt="2022-05-18T06:01:30.640" v="45191"/>
          <pc:sldLayoutMkLst>
            <pc:docMk/>
            <pc:sldMasterMk cId="0" sldId="2147483648"/>
            <pc:sldLayoutMk cId="728765709" sldId="2147483651"/>
          </pc:sldLayoutMkLst>
          <pc:spChg chg="mod">
            <ac:chgData name="Nông Văn Tình" userId="65f03aa13cf31854" providerId="LiveId" clId="{438CD9EA-72A2-4715-8819-DD0291CD8ADF}" dt="2022-05-18T06:01:30.640" v="45191"/>
            <ac:spMkLst>
              <pc:docMk/>
              <pc:sldMasterMk cId="0" sldId="2147483648"/>
              <pc:sldLayoutMk cId="728765709" sldId="2147483651"/>
              <ac:spMk id="2" creationId="{00000000-0000-0000-0000-000000000000}"/>
            </ac:spMkLst>
          </pc:spChg>
          <pc:spChg chg="mod">
            <ac:chgData name="Nông Văn Tình" userId="65f03aa13cf31854" providerId="LiveId" clId="{438CD9EA-72A2-4715-8819-DD0291CD8ADF}" dt="2022-05-18T06:01:30.640" v="45191"/>
            <ac:spMkLst>
              <pc:docMk/>
              <pc:sldMasterMk cId="0" sldId="2147483648"/>
              <pc:sldLayoutMk cId="728765709" sldId="2147483651"/>
              <ac:spMk id="3" creationId="{00000000-0000-0000-0000-000000000000}"/>
            </ac:spMkLst>
          </pc:spChg>
        </pc:sldLayoutChg>
        <pc:sldLayoutChg chg="modSp">
          <pc:chgData name="Nông Văn Tình" userId="65f03aa13cf31854" providerId="LiveId" clId="{438CD9EA-72A2-4715-8819-DD0291CD8ADF}" dt="2022-05-18T06:01:30.640" v="45191"/>
          <pc:sldLayoutMkLst>
            <pc:docMk/>
            <pc:sldMasterMk cId="0" sldId="2147483648"/>
            <pc:sldLayoutMk cId="925160099" sldId="2147483652"/>
          </pc:sldLayoutMkLst>
          <pc:spChg chg="mod">
            <ac:chgData name="Nông Văn Tình" userId="65f03aa13cf31854" providerId="LiveId" clId="{438CD9EA-72A2-4715-8819-DD0291CD8ADF}" dt="2022-05-18T06:01:30.640" v="45191"/>
            <ac:spMkLst>
              <pc:docMk/>
              <pc:sldMasterMk cId="0" sldId="2147483648"/>
              <pc:sldLayoutMk cId="925160099" sldId="2147483652"/>
              <ac:spMk id="3" creationId="{00000000-0000-0000-0000-000000000000}"/>
            </ac:spMkLst>
          </pc:spChg>
          <pc:spChg chg="mod">
            <ac:chgData name="Nông Văn Tình" userId="65f03aa13cf31854" providerId="LiveId" clId="{438CD9EA-72A2-4715-8819-DD0291CD8ADF}" dt="2022-05-18T06:01:30.640" v="45191"/>
            <ac:spMkLst>
              <pc:docMk/>
              <pc:sldMasterMk cId="0" sldId="2147483648"/>
              <pc:sldLayoutMk cId="925160099" sldId="2147483652"/>
              <ac:spMk id="4" creationId="{00000000-0000-0000-0000-000000000000}"/>
            </ac:spMkLst>
          </pc:spChg>
        </pc:sldLayoutChg>
        <pc:sldLayoutChg chg="modSp">
          <pc:chgData name="Nông Văn Tình" userId="65f03aa13cf31854" providerId="LiveId" clId="{438CD9EA-72A2-4715-8819-DD0291CD8ADF}" dt="2022-05-18T06:01:30.640" v="45191"/>
          <pc:sldLayoutMkLst>
            <pc:docMk/>
            <pc:sldMasterMk cId="0" sldId="2147483648"/>
            <pc:sldLayoutMk cId="1094579176" sldId="2147483653"/>
          </pc:sldLayoutMkLst>
          <pc:spChg chg="mod">
            <ac:chgData name="Nông Văn Tình" userId="65f03aa13cf31854" providerId="LiveId" clId="{438CD9EA-72A2-4715-8819-DD0291CD8ADF}" dt="2022-05-18T06:01:30.640" v="45191"/>
            <ac:spMkLst>
              <pc:docMk/>
              <pc:sldMasterMk cId="0" sldId="2147483648"/>
              <pc:sldLayoutMk cId="1094579176" sldId="2147483653"/>
              <ac:spMk id="3" creationId="{00000000-0000-0000-0000-000000000000}"/>
            </ac:spMkLst>
          </pc:spChg>
          <pc:spChg chg="mod">
            <ac:chgData name="Nông Văn Tình" userId="65f03aa13cf31854" providerId="LiveId" clId="{438CD9EA-72A2-4715-8819-DD0291CD8ADF}" dt="2022-05-18T06:01:30.640" v="45191"/>
            <ac:spMkLst>
              <pc:docMk/>
              <pc:sldMasterMk cId="0" sldId="2147483648"/>
              <pc:sldLayoutMk cId="1094579176" sldId="2147483653"/>
              <ac:spMk id="4" creationId="{00000000-0000-0000-0000-000000000000}"/>
            </ac:spMkLst>
          </pc:spChg>
          <pc:spChg chg="mod">
            <ac:chgData name="Nông Văn Tình" userId="65f03aa13cf31854" providerId="LiveId" clId="{438CD9EA-72A2-4715-8819-DD0291CD8ADF}" dt="2022-05-18T06:01:30.640" v="45191"/>
            <ac:spMkLst>
              <pc:docMk/>
              <pc:sldMasterMk cId="0" sldId="2147483648"/>
              <pc:sldLayoutMk cId="1094579176" sldId="2147483653"/>
              <ac:spMk id="5" creationId="{00000000-0000-0000-0000-000000000000}"/>
            </ac:spMkLst>
          </pc:spChg>
          <pc:spChg chg="mod">
            <ac:chgData name="Nông Văn Tình" userId="65f03aa13cf31854" providerId="LiveId" clId="{438CD9EA-72A2-4715-8819-DD0291CD8ADF}" dt="2022-05-18T06:01:30.640" v="45191"/>
            <ac:spMkLst>
              <pc:docMk/>
              <pc:sldMasterMk cId="0" sldId="2147483648"/>
              <pc:sldLayoutMk cId="1094579176" sldId="2147483653"/>
              <ac:spMk id="6" creationId="{00000000-0000-0000-0000-000000000000}"/>
            </ac:spMkLst>
          </pc:spChg>
        </pc:sldLayoutChg>
        <pc:sldLayoutChg chg="modSp">
          <pc:chgData name="Nông Văn Tình" userId="65f03aa13cf31854" providerId="LiveId" clId="{438CD9EA-72A2-4715-8819-DD0291CD8ADF}" dt="2022-05-18T06:01:30.640" v="45191"/>
          <pc:sldLayoutMkLst>
            <pc:docMk/>
            <pc:sldMasterMk cId="0" sldId="2147483648"/>
            <pc:sldLayoutMk cId="4287963775" sldId="2147483656"/>
          </pc:sldLayoutMkLst>
          <pc:spChg chg="mod">
            <ac:chgData name="Nông Văn Tình" userId="65f03aa13cf31854" providerId="LiveId" clId="{438CD9EA-72A2-4715-8819-DD0291CD8ADF}" dt="2022-05-18T06:01:30.640" v="45191"/>
            <ac:spMkLst>
              <pc:docMk/>
              <pc:sldMasterMk cId="0" sldId="2147483648"/>
              <pc:sldLayoutMk cId="4287963775" sldId="2147483656"/>
              <ac:spMk id="2" creationId="{00000000-0000-0000-0000-000000000000}"/>
            </ac:spMkLst>
          </pc:spChg>
          <pc:spChg chg="mod">
            <ac:chgData name="Nông Văn Tình" userId="65f03aa13cf31854" providerId="LiveId" clId="{438CD9EA-72A2-4715-8819-DD0291CD8ADF}" dt="2022-05-18T06:01:30.640" v="45191"/>
            <ac:spMkLst>
              <pc:docMk/>
              <pc:sldMasterMk cId="0" sldId="2147483648"/>
              <pc:sldLayoutMk cId="4287963775" sldId="2147483656"/>
              <ac:spMk id="3" creationId="{00000000-0000-0000-0000-000000000000}"/>
            </ac:spMkLst>
          </pc:spChg>
          <pc:spChg chg="mod">
            <ac:chgData name="Nông Văn Tình" userId="65f03aa13cf31854" providerId="LiveId" clId="{438CD9EA-72A2-4715-8819-DD0291CD8ADF}" dt="2022-05-18T06:01:30.640" v="45191"/>
            <ac:spMkLst>
              <pc:docMk/>
              <pc:sldMasterMk cId="0" sldId="2147483648"/>
              <pc:sldLayoutMk cId="4287963775" sldId="2147483656"/>
              <ac:spMk id="4" creationId="{00000000-0000-0000-0000-000000000000}"/>
            </ac:spMkLst>
          </pc:spChg>
        </pc:sldLayoutChg>
        <pc:sldLayoutChg chg="modSp">
          <pc:chgData name="Nông Văn Tình" userId="65f03aa13cf31854" providerId="LiveId" clId="{438CD9EA-72A2-4715-8819-DD0291CD8ADF}" dt="2022-05-18T06:01:30.640" v="45191"/>
          <pc:sldLayoutMkLst>
            <pc:docMk/>
            <pc:sldMasterMk cId="0" sldId="2147483648"/>
            <pc:sldLayoutMk cId="4031732195" sldId="2147483657"/>
          </pc:sldLayoutMkLst>
          <pc:spChg chg="mod">
            <ac:chgData name="Nông Văn Tình" userId="65f03aa13cf31854" providerId="LiveId" clId="{438CD9EA-72A2-4715-8819-DD0291CD8ADF}" dt="2022-05-18T06:01:30.640" v="45191"/>
            <ac:spMkLst>
              <pc:docMk/>
              <pc:sldMasterMk cId="0" sldId="2147483648"/>
              <pc:sldLayoutMk cId="4031732195" sldId="2147483657"/>
              <ac:spMk id="2" creationId="{00000000-0000-0000-0000-000000000000}"/>
            </ac:spMkLst>
          </pc:spChg>
          <pc:spChg chg="mod">
            <ac:chgData name="Nông Văn Tình" userId="65f03aa13cf31854" providerId="LiveId" clId="{438CD9EA-72A2-4715-8819-DD0291CD8ADF}" dt="2022-05-18T06:01:30.640" v="45191"/>
            <ac:spMkLst>
              <pc:docMk/>
              <pc:sldMasterMk cId="0" sldId="2147483648"/>
              <pc:sldLayoutMk cId="4031732195" sldId="2147483657"/>
              <ac:spMk id="3" creationId="{00000000-0000-0000-0000-000000000000}"/>
            </ac:spMkLst>
          </pc:spChg>
          <pc:spChg chg="mod">
            <ac:chgData name="Nông Văn Tình" userId="65f03aa13cf31854" providerId="LiveId" clId="{438CD9EA-72A2-4715-8819-DD0291CD8ADF}" dt="2022-05-18T06:01:30.640" v="45191"/>
            <ac:spMkLst>
              <pc:docMk/>
              <pc:sldMasterMk cId="0" sldId="2147483648"/>
              <pc:sldLayoutMk cId="4031732195" sldId="2147483657"/>
              <ac:spMk id="4" creationId="{00000000-0000-0000-0000-000000000000}"/>
            </ac:spMkLst>
          </pc:spChg>
        </pc:sldLayoutChg>
        <pc:sldLayoutChg chg="modSp">
          <pc:chgData name="Nông Văn Tình" userId="65f03aa13cf31854" providerId="LiveId" clId="{438CD9EA-72A2-4715-8819-DD0291CD8ADF}" dt="2022-05-18T06:01:30.640" v="45191"/>
          <pc:sldLayoutMkLst>
            <pc:docMk/>
            <pc:sldMasterMk cId="0" sldId="2147483648"/>
            <pc:sldLayoutMk cId="4292361570" sldId="2147483659"/>
          </pc:sldLayoutMkLst>
          <pc:spChg chg="mod">
            <ac:chgData name="Nông Văn Tình" userId="65f03aa13cf31854" providerId="LiveId" clId="{438CD9EA-72A2-4715-8819-DD0291CD8ADF}" dt="2022-05-18T06:01:30.640" v="45191"/>
            <ac:spMkLst>
              <pc:docMk/>
              <pc:sldMasterMk cId="0" sldId="2147483648"/>
              <pc:sldLayoutMk cId="4292361570" sldId="2147483659"/>
              <ac:spMk id="2" creationId="{00000000-0000-0000-0000-000000000000}"/>
            </ac:spMkLst>
          </pc:spChg>
          <pc:spChg chg="mod">
            <ac:chgData name="Nông Văn Tình" userId="65f03aa13cf31854" providerId="LiveId" clId="{438CD9EA-72A2-4715-8819-DD0291CD8ADF}" dt="2022-05-18T06:01:30.640" v="45191"/>
            <ac:spMkLst>
              <pc:docMk/>
              <pc:sldMasterMk cId="0" sldId="2147483648"/>
              <pc:sldLayoutMk cId="4292361570" sldId="2147483659"/>
              <ac:spMk id="3" creationId="{00000000-0000-0000-0000-000000000000}"/>
            </ac:spMkLst>
          </pc:spChg>
        </pc:sldLayoutChg>
      </pc:sldMasterChg>
    </pc:docChg>
  </pc:docChgLst>
  <pc:docChgLst>
    <pc:chgData name="Nông Văn Tình" userId="65f03aa13cf31854" providerId="LiveId" clId="{D307B703-989E-4B55-8930-2B3480A4776C}"/>
    <pc:docChg chg="undo custSel addSld delSld modSld sldOrd modMainMaster">
      <pc:chgData name="Nông Văn Tình" userId="65f03aa13cf31854" providerId="LiveId" clId="{D307B703-989E-4B55-8930-2B3480A4776C}" dt="2024-07-26T01:28:01.434" v="3757" actId="12788"/>
      <pc:docMkLst>
        <pc:docMk/>
      </pc:docMkLst>
      <pc:sldChg chg="addSp delSp modSp mod modTransition">
        <pc:chgData name="Nông Văn Tình" userId="65f03aa13cf31854" providerId="LiveId" clId="{D307B703-989E-4B55-8930-2B3480A4776C}" dt="2024-07-26T01:28:01.434" v="3757" actId="12788"/>
        <pc:sldMkLst>
          <pc:docMk/>
          <pc:sldMk cId="1880246075" sldId="309"/>
        </pc:sldMkLst>
        <pc:spChg chg="add mod">
          <ac:chgData name="Nông Văn Tình" userId="65f03aa13cf31854" providerId="LiveId" clId="{D307B703-989E-4B55-8930-2B3480A4776C}" dt="2024-07-23T16:16:17.024" v="3151" actId="2711"/>
          <ac:spMkLst>
            <pc:docMk/>
            <pc:sldMk cId="1880246075" sldId="309"/>
            <ac:spMk id="2" creationId="{12AD5178-DBBC-7C21-0DF9-A573C90D54B3}"/>
          </ac:spMkLst>
        </pc:spChg>
        <pc:spChg chg="add mod">
          <ac:chgData name="Nông Văn Tình" userId="65f03aa13cf31854" providerId="LiveId" clId="{D307B703-989E-4B55-8930-2B3480A4776C}" dt="2024-07-21T05:03:16.465" v="391"/>
          <ac:spMkLst>
            <pc:docMk/>
            <pc:sldMk cId="1880246075" sldId="309"/>
            <ac:spMk id="3" creationId="{0E70CABE-78D4-059B-D6AF-B9EF43B3EFCA}"/>
          </ac:spMkLst>
        </pc:spChg>
        <pc:spChg chg="add mod">
          <ac:chgData name="Nông Văn Tình" userId="65f03aa13cf31854" providerId="LiveId" clId="{D307B703-989E-4B55-8930-2B3480A4776C}" dt="2024-07-26T01:28:01.434" v="3757" actId="12788"/>
          <ac:spMkLst>
            <pc:docMk/>
            <pc:sldMk cId="1880246075" sldId="309"/>
            <ac:spMk id="3" creationId="{5D6F5FA2-ED04-0D6D-4404-F4C53BABB38F}"/>
          </ac:spMkLst>
        </pc:spChg>
        <pc:spChg chg="add mod">
          <ac:chgData name="Nông Văn Tình" userId="65f03aa13cf31854" providerId="LiveId" clId="{D307B703-989E-4B55-8930-2B3480A4776C}" dt="2024-07-23T16:16:17.024" v="3151" actId="2711"/>
          <ac:spMkLst>
            <pc:docMk/>
            <pc:sldMk cId="1880246075" sldId="309"/>
            <ac:spMk id="5" creationId="{D13A45CA-DEA3-D92F-9741-E3406AA6A872}"/>
          </ac:spMkLst>
        </pc:spChg>
        <pc:spChg chg="mod">
          <ac:chgData name="Nông Văn Tình" userId="65f03aa13cf31854" providerId="LiveId" clId="{D307B703-989E-4B55-8930-2B3480A4776C}" dt="2024-07-23T16:16:17.024" v="3151" actId="2711"/>
          <ac:spMkLst>
            <pc:docMk/>
            <pc:sldMk cId="1880246075" sldId="309"/>
            <ac:spMk id="7" creationId="{E08ECBEB-2701-062A-8BE6-363497690E6E}"/>
          </ac:spMkLst>
        </pc:spChg>
        <pc:spChg chg="mod">
          <ac:chgData name="Nông Văn Tình" userId="65f03aa13cf31854" providerId="LiveId" clId="{D307B703-989E-4B55-8930-2B3480A4776C}" dt="2024-07-26T00:37:28.227" v="3752" actId="1076"/>
          <ac:spMkLst>
            <pc:docMk/>
            <pc:sldMk cId="1880246075" sldId="309"/>
            <ac:spMk id="9" creationId="{E6D09290-4B65-42CD-89CB-0A95AD823EBF}"/>
          </ac:spMkLst>
        </pc:spChg>
        <pc:spChg chg="mod">
          <ac:chgData name="Nông Văn Tình" userId="65f03aa13cf31854" providerId="LiveId" clId="{D307B703-989E-4B55-8930-2B3480A4776C}" dt="2024-07-23T16:16:17.024" v="3151" actId="2711"/>
          <ac:spMkLst>
            <pc:docMk/>
            <pc:sldMk cId="1880246075" sldId="309"/>
            <ac:spMk id="16" creationId="{9CBE5CCF-6182-4AC7-862A-D62B8542752F}"/>
          </ac:spMkLst>
        </pc:spChg>
        <pc:picChg chg="add del mod">
          <ac:chgData name="Nông Văn Tình" userId="65f03aa13cf31854" providerId="LiveId" clId="{D307B703-989E-4B55-8930-2B3480A4776C}" dt="2024-07-21T05:06:45.285" v="410" actId="478"/>
          <ac:picMkLst>
            <pc:docMk/>
            <pc:sldMk cId="1880246075" sldId="309"/>
            <ac:picMk id="4" creationId="{EF68EEC9-4C97-4E5D-7D5E-5A9A070777CB}"/>
          </ac:picMkLst>
        </pc:picChg>
        <pc:picChg chg="add mod">
          <ac:chgData name="Nông Văn Tình" userId="65f03aa13cf31854" providerId="LiveId" clId="{D307B703-989E-4B55-8930-2B3480A4776C}" dt="2024-07-23T16:16:17.024" v="3151" actId="2711"/>
          <ac:picMkLst>
            <pc:docMk/>
            <pc:sldMk cId="1880246075" sldId="309"/>
            <ac:picMk id="1026" creationId="{18C9D27B-04A0-D5D5-B3F2-2AA06DC65851}"/>
          </ac:picMkLst>
        </pc:picChg>
      </pc:sldChg>
      <pc:sldChg chg="addSp delSp modSp mod modTransition modAnim">
        <pc:chgData name="Nông Văn Tình" userId="65f03aa13cf31854" providerId="LiveId" clId="{D307B703-989E-4B55-8930-2B3480A4776C}" dt="2024-07-26T00:37:39.626" v="3753" actId="14100"/>
        <pc:sldMkLst>
          <pc:docMk/>
          <pc:sldMk cId="594959915" sldId="311"/>
        </pc:sldMkLst>
        <pc:spChg chg="add del mod">
          <ac:chgData name="Nông Văn Tình" userId="65f03aa13cf31854" providerId="LiveId" clId="{D307B703-989E-4B55-8930-2B3480A4776C}" dt="2024-07-23T15:56:15.424" v="2999" actId="478"/>
          <ac:spMkLst>
            <pc:docMk/>
            <pc:sldMk cId="594959915" sldId="311"/>
            <ac:spMk id="2" creationId="{CE9762E5-E86A-BF1C-C0B4-5CF7E6476063}"/>
          </ac:spMkLst>
        </pc:spChg>
        <pc:spChg chg="del mod">
          <ac:chgData name="Nông Văn Tình" userId="65f03aa13cf31854" providerId="LiveId" clId="{D307B703-989E-4B55-8930-2B3480A4776C}" dt="2024-07-21T05:11:53.188" v="612" actId="478"/>
          <ac:spMkLst>
            <pc:docMk/>
            <pc:sldMk cId="594959915" sldId="311"/>
            <ac:spMk id="6" creationId="{F4E27029-6846-47CD-94D8-1062663D6C1C}"/>
          </ac:spMkLst>
        </pc:spChg>
        <pc:spChg chg="mod">
          <ac:chgData name="Nông Văn Tình" userId="65f03aa13cf31854" providerId="LiveId" clId="{D307B703-989E-4B55-8930-2B3480A4776C}" dt="2024-07-23T16:16:23.128" v="3152" actId="2711"/>
          <ac:spMkLst>
            <pc:docMk/>
            <pc:sldMk cId="594959915" sldId="311"/>
            <ac:spMk id="7" creationId="{E08ECBEB-2701-062A-8BE6-363497690E6E}"/>
          </ac:spMkLst>
        </pc:spChg>
        <pc:spChg chg="mod">
          <ac:chgData name="Nông Văn Tình" userId="65f03aa13cf31854" providerId="LiveId" clId="{D307B703-989E-4B55-8930-2B3480A4776C}" dt="2024-07-26T00:37:39.626" v="3753" actId="14100"/>
          <ac:spMkLst>
            <pc:docMk/>
            <pc:sldMk cId="594959915" sldId="311"/>
            <ac:spMk id="11" creationId="{71FBEBCE-54C9-42AF-A5E8-B020E18BE23F}"/>
          </ac:spMkLst>
        </pc:spChg>
        <pc:spChg chg="del">
          <ac:chgData name="Nông Văn Tình" userId="65f03aa13cf31854" providerId="LiveId" clId="{D307B703-989E-4B55-8930-2B3480A4776C}" dt="2024-07-23T15:56:07.488" v="2996" actId="21"/>
          <ac:spMkLst>
            <pc:docMk/>
            <pc:sldMk cId="594959915" sldId="311"/>
            <ac:spMk id="16" creationId="{9CBE5CCF-6182-4AC7-862A-D62B8542752F}"/>
          </ac:spMkLst>
        </pc:spChg>
      </pc:sldChg>
      <pc:sldChg chg="modSp del mod modTransition">
        <pc:chgData name="Nông Văn Tình" userId="65f03aa13cf31854" providerId="LiveId" clId="{D307B703-989E-4B55-8930-2B3480A4776C}" dt="2024-07-21T13:11:02.722" v="1251" actId="47"/>
        <pc:sldMkLst>
          <pc:docMk/>
          <pc:sldMk cId="3438259005" sldId="312"/>
        </pc:sldMkLst>
        <pc:spChg chg="mod">
          <ac:chgData name="Nông Văn Tình" userId="65f03aa13cf31854" providerId="LiveId" clId="{D307B703-989E-4B55-8930-2B3480A4776C}" dt="2024-07-16T13:29:11.263" v="11" actId="207"/>
          <ac:spMkLst>
            <pc:docMk/>
            <pc:sldMk cId="3438259005" sldId="312"/>
            <ac:spMk id="6" creationId="{F4E27029-6846-47CD-94D8-1062663D6C1C}"/>
          </ac:spMkLst>
        </pc:spChg>
        <pc:spChg chg="mod">
          <ac:chgData name="Nông Văn Tình" userId="65f03aa13cf31854" providerId="LiveId" clId="{D307B703-989E-4B55-8930-2B3480A4776C}" dt="2024-07-16T13:29:11.263" v="11" actId="207"/>
          <ac:spMkLst>
            <pc:docMk/>
            <pc:sldMk cId="3438259005" sldId="312"/>
            <ac:spMk id="7" creationId="{E08ECBEB-2701-062A-8BE6-363497690E6E}"/>
          </ac:spMkLst>
        </pc:spChg>
        <pc:spChg chg="mod">
          <ac:chgData name="Nông Văn Tình" userId="65f03aa13cf31854" providerId="LiveId" clId="{D307B703-989E-4B55-8930-2B3480A4776C}" dt="2024-07-16T13:29:11.263" v="11" actId="207"/>
          <ac:spMkLst>
            <pc:docMk/>
            <pc:sldMk cId="3438259005" sldId="312"/>
            <ac:spMk id="8" creationId="{92BACF9B-3C75-4D61-854B-FFE71D91CF6F}"/>
          </ac:spMkLst>
        </pc:spChg>
        <pc:spChg chg="mod">
          <ac:chgData name="Nông Văn Tình" userId="65f03aa13cf31854" providerId="LiveId" clId="{D307B703-989E-4B55-8930-2B3480A4776C}" dt="2024-07-16T13:29:11.263" v="11" actId="207"/>
          <ac:spMkLst>
            <pc:docMk/>
            <pc:sldMk cId="3438259005" sldId="312"/>
            <ac:spMk id="11" creationId="{71FBEBCE-54C9-42AF-A5E8-B020E18BE23F}"/>
          </ac:spMkLst>
        </pc:spChg>
        <pc:spChg chg="mod">
          <ac:chgData name="Nông Văn Tình" userId="65f03aa13cf31854" providerId="LiveId" clId="{D307B703-989E-4B55-8930-2B3480A4776C}" dt="2024-07-16T13:29:11.263" v="11" actId="207"/>
          <ac:spMkLst>
            <pc:docMk/>
            <pc:sldMk cId="3438259005" sldId="312"/>
            <ac:spMk id="16" creationId="{9CBE5CCF-6182-4AC7-862A-D62B8542752F}"/>
          </ac:spMkLst>
        </pc:spChg>
      </pc:sldChg>
      <pc:sldChg chg="addSp delSp modSp del mod">
        <pc:chgData name="Nông Văn Tình" userId="65f03aa13cf31854" providerId="LiveId" clId="{D307B703-989E-4B55-8930-2B3480A4776C}" dt="2024-07-21T13:21:49.344" v="1343" actId="47"/>
        <pc:sldMkLst>
          <pc:docMk/>
          <pc:sldMk cId="3648677462" sldId="313"/>
        </pc:sldMkLst>
        <pc:spChg chg="add mod">
          <ac:chgData name="Nông Văn Tình" userId="65f03aa13cf31854" providerId="LiveId" clId="{D307B703-989E-4B55-8930-2B3480A4776C}" dt="2024-07-20T16:21:15.605" v="205" actId="21"/>
          <ac:spMkLst>
            <pc:docMk/>
            <pc:sldMk cId="3648677462" sldId="313"/>
            <ac:spMk id="2" creationId="{CD21002B-7D3E-BD14-3996-2CE121242210}"/>
          </ac:spMkLst>
        </pc:spChg>
        <pc:spChg chg="add mod">
          <ac:chgData name="Nông Văn Tình" userId="65f03aa13cf31854" providerId="LiveId" clId="{D307B703-989E-4B55-8930-2B3480A4776C}" dt="2024-07-18T14:12:18.894" v="103" actId="571"/>
          <ac:spMkLst>
            <pc:docMk/>
            <pc:sldMk cId="3648677462" sldId="313"/>
            <ac:spMk id="4" creationId="{20921557-EF1B-C6AC-F30C-AD38530E924F}"/>
          </ac:spMkLst>
        </pc:spChg>
        <pc:spChg chg="add mod">
          <ac:chgData name="Nông Văn Tình" userId="65f03aa13cf31854" providerId="LiveId" clId="{D307B703-989E-4B55-8930-2B3480A4776C}" dt="2024-07-18T14:14:20.146" v="124"/>
          <ac:spMkLst>
            <pc:docMk/>
            <pc:sldMk cId="3648677462" sldId="313"/>
            <ac:spMk id="5" creationId="{AE18BE19-DBF0-8DE0-A655-93FDF2FDCCF4}"/>
          </ac:spMkLst>
        </pc:spChg>
        <pc:spChg chg="del mod">
          <ac:chgData name="Nông Văn Tình" userId="65f03aa13cf31854" providerId="LiveId" clId="{D307B703-989E-4B55-8930-2B3480A4776C}" dt="2024-07-18T14:09:13.090" v="77" actId="478"/>
          <ac:spMkLst>
            <pc:docMk/>
            <pc:sldMk cId="3648677462" sldId="313"/>
            <ac:spMk id="6" creationId="{F4E27029-6846-47CD-94D8-1062663D6C1C}"/>
          </ac:spMkLst>
        </pc:spChg>
        <pc:spChg chg="mod">
          <ac:chgData name="Nông Văn Tình" userId="65f03aa13cf31854" providerId="LiveId" clId="{D307B703-989E-4B55-8930-2B3480A4776C}" dt="2024-07-18T14:09:18.149" v="78" actId="1076"/>
          <ac:spMkLst>
            <pc:docMk/>
            <pc:sldMk cId="3648677462" sldId="313"/>
            <ac:spMk id="7" creationId="{E08ECBEB-2701-062A-8BE6-363497690E6E}"/>
          </ac:spMkLst>
        </pc:spChg>
        <pc:spChg chg="mod">
          <ac:chgData name="Nông Văn Tình" userId="65f03aa13cf31854" providerId="LiveId" clId="{D307B703-989E-4B55-8930-2B3480A4776C}" dt="2024-07-18T14:09:25.800" v="80" actId="1076"/>
          <ac:spMkLst>
            <pc:docMk/>
            <pc:sldMk cId="3648677462" sldId="313"/>
            <ac:spMk id="8" creationId="{0D3C3F1F-CE45-4E11-853C-F0EC1E135B60}"/>
          </ac:spMkLst>
        </pc:spChg>
        <pc:spChg chg="mod">
          <ac:chgData name="Nông Văn Tình" userId="65f03aa13cf31854" providerId="LiveId" clId="{D307B703-989E-4B55-8930-2B3480A4776C}" dt="2024-07-18T14:13:08.445" v="113" actId="1076"/>
          <ac:spMkLst>
            <pc:docMk/>
            <pc:sldMk cId="3648677462" sldId="313"/>
            <ac:spMk id="10" creationId="{E4B5B175-3DB1-4A92-A388-488A40590B34}"/>
          </ac:spMkLst>
        </pc:spChg>
        <pc:spChg chg="mod">
          <ac:chgData name="Nông Văn Tình" userId="65f03aa13cf31854" providerId="LiveId" clId="{D307B703-989E-4B55-8930-2B3480A4776C}" dt="2024-07-16T13:29:54.877" v="19" actId="207"/>
          <ac:spMkLst>
            <pc:docMk/>
            <pc:sldMk cId="3648677462" sldId="313"/>
            <ac:spMk id="16" creationId="{9CBE5CCF-6182-4AC7-862A-D62B8542752F}"/>
          </ac:spMkLst>
        </pc:spChg>
        <pc:picChg chg="add mod">
          <ac:chgData name="Nông Văn Tình" userId="65f03aa13cf31854" providerId="LiveId" clId="{D307B703-989E-4B55-8930-2B3480A4776C}" dt="2024-07-18T14:12:58.099" v="111" actId="1076"/>
          <ac:picMkLst>
            <pc:docMk/>
            <pc:sldMk cId="3648677462" sldId="313"/>
            <ac:picMk id="3" creationId="{F12517EE-4C57-55C5-A578-79F2CCE0B157}"/>
          </ac:picMkLst>
        </pc:picChg>
        <pc:picChg chg="del mod">
          <ac:chgData name="Nông Văn Tình" userId="65f03aa13cf31854" providerId="LiveId" clId="{D307B703-989E-4B55-8930-2B3480A4776C}" dt="2024-07-18T14:06:17.150" v="23" actId="478"/>
          <ac:picMkLst>
            <pc:docMk/>
            <pc:sldMk cId="3648677462" sldId="313"/>
            <ac:picMk id="9" creationId="{4F020CA4-913B-4D54-BD49-1F4B3BC8F71C}"/>
          </ac:picMkLst>
        </pc:picChg>
        <pc:picChg chg="add del mod">
          <ac:chgData name="Nông Văn Tình" userId="65f03aa13cf31854" providerId="LiveId" clId="{D307B703-989E-4B55-8930-2B3480A4776C}" dt="2024-07-18T14:11:42.419" v="91" actId="478"/>
          <ac:picMkLst>
            <pc:docMk/>
            <pc:sldMk cId="3648677462" sldId="313"/>
            <ac:picMk id="1026" creationId="{C3C2BCB6-7439-275D-D7E8-66C8B262A723}"/>
          </ac:picMkLst>
        </pc:picChg>
      </pc:sldChg>
      <pc:sldChg chg="addSp delSp modSp del mod">
        <pc:chgData name="Nông Văn Tình" userId="65f03aa13cf31854" providerId="LiveId" clId="{D307B703-989E-4B55-8930-2B3480A4776C}" dt="2024-07-21T13:25:15.733" v="1389" actId="47"/>
        <pc:sldMkLst>
          <pc:docMk/>
          <pc:sldMk cId="3723100967" sldId="314"/>
        </pc:sldMkLst>
        <pc:spChg chg="mod">
          <ac:chgData name="Nông Văn Tình" userId="65f03aa13cf31854" providerId="LiveId" clId="{D307B703-989E-4B55-8930-2B3480A4776C}" dt="2024-07-16T13:30:09.223" v="22" actId="207"/>
          <ac:spMkLst>
            <pc:docMk/>
            <pc:sldMk cId="3723100967" sldId="314"/>
            <ac:spMk id="6" creationId="{F4E27029-6846-47CD-94D8-1062663D6C1C}"/>
          </ac:spMkLst>
        </pc:spChg>
        <pc:spChg chg="mod">
          <ac:chgData name="Nông Văn Tình" userId="65f03aa13cf31854" providerId="LiveId" clId="{D307B703-989E-4B55-8930-2B3480A4776C}" dt="2024-07-16T13:30:09.223" v="22" actId="207"/>
          <ac:spMkLst>
            <pc:docMk/>
            <pc:sldMk cId="3723100967" sldId="314"/>
            <ac:spMk id="7" creationId="{E08ECBEB-2701-062A-8BE6-363497690E6E}"/>
          </ac:spMkLst>
        </pc:spChg>
        <pc:spChg chg="mod">
          <ac:chgData name="Nông Văn Tình" userId="65f03aa13cf31854" providerId="LiveId" clId="{D307B703-989E-4B55-8930-2B3480A4776C}" dt="2024-07-16T13:30:09.223" v="22" actId="207"/>
          <ac:spMkLst>
            <pc:docMk/>
            <pc:sldMk cId="3723100967" sldId="314"/>
            <ac:spMk id="10" creationId="{707A8CCF-A63C-4756-8D0F-627560C182F5}"/>
          </ac:spMkLst>
        </pc:spChg>
        <pc:spChg chg="mod">
          <ac:chgData name="Nông Văn Tình" userId="65f03aa13cf31854" providerId="LiveId" clId="{D307B703-989E-4B55-8930-2B3480A4776C}" dt="2024-07-16T13:30:09.223" v="22" actId="207"/>
          <ac:spMkLst>
            <pc:docMk/>
            <pc:sldMk cId="3723100967" sldId="314"/>
            <ac:spMk id="16" creationId="{9CBE5CCF-6182-4AC7-862A-D62B8542752F}"/>
          </ac:spMkLst>
        </pc:spChg>
        <pc:graphicFrameChg chg="add del mod modGraphic">
          <ac:chgData name="Nông Văn Tình" userId="65f03aa13cf31854" providerId="LiveId" clId="{D307B703-989E-4B55-8930-2B3480A4776C}" dt="2024-07-18T15:10:50.737" v="189" actId="478"/>
          <ac:graphicFrameMkLst>
            <pc:docMk/>
            <pc:sldMk cId="3723100967" sldId="314"/>
            <ac:graphicFrameMk id="2" creationId="{BDEB2B33-553D-D782-7B01-626831D84549}"/>
          </ac:graphicFrameMkLst>
        </pc:graphicFrameChg>
        <pc:graphicFrameChg chg="del mod modGraphic">
          <ac:chgData name="Nông Văn Tình" userId="65f03aa13cf31854" providerId="LiveId" clId="{D307B703-989E-4B55-8930-2B3480A4776C}" dt="2024-07-18T15:10:41.893" v="186" actId="478"/>
          <ac:graphicFrameMkLst>
            <pc:docMk/>
            <pc:sldMk cId="3723100967" sldId="314"/>
            <ac:graphicFrameMk id="3" creationId="{BFA473F0-8FDB-4874-B29D-DC8D6B974911}"/>
          </ac:graphicFrameMkLst>
        </pc:graphicFrameChg>
        <pc:graphicFrameChg chg="add mod modGraphic">
          <ac:chgData name="Nông Văn Tình" userId="65f03aa13cf31854" providerId="LiveId" clId="{D307B703-989E-4B55-8930-2B3480A4776C}" dt="2024-07-18T15:11:51.045" v="201" actId="403"/>
          <ac:graphicFrameMkLst>
            <pc:docMk/>
            <pc:sldMk cId="3723100967" sldId="314"/>
            <ac:graphicFrameMk id="4" creationId="{456A58F6-6391-B499-9892-05F2B1E80C30}"/>
          </ac:graphicFrameMkLst>
        </pc:graphicFrameChg>
      </pc:sldChg>
      <pc:sldChg chg="modSp del mod">
        <pc:chgData name="Nông Văn Tình" userId="65f03aa13cf31854" providerId="LiveId" clId="{D307B703-989E-4B55-8930-2B3480A4776C}" dt="2024-07-21T13:15:03.159" v="1267" actId="47"/>
        <pc:sldMkLst>
          <pc:docMk/>
          <pc:sldMk cId="3858565662" sldId="316"/>
        </pc:sldMkLst>
        <pc:spChg chg="mod">
          <ac:chgData name="Nông Văn Tình" userId="65f03aa13cf31854" providerId="LiveId" clId="{D307B703-989E-4B55-8930-2B3480A4776C}" dt="2024-07-16T13:29:16.448" v="12" actId="207"/>
          <ac:spMkLst>
            <pc:docMk/>
            <pc:sldMk cId="3858565662" sldId="316"/>
            <ac:spMk id="6" creationId="{F4E27029-6846-47CD-94D8-1062663D6C1C}"/>
          </ac:spMkLst>
        </pc:spChg>
        <pc:spChg chg="mod">
          <ac:chgData name="Nông Văn Tình" userId="65f03aa13cf31854" providerId="LiveId" clId="{D307B703-989E-4B55-8930-2B3480A4776C}" dt="2024-07-16T13:29:16.448" v="12" actId="207"/>
          <ac:spMkLst>
            <pc:docMk/>
            <pc:sldMk cId="3858565662" sldId="316"/>
            <ac:spMk id="7" creationId="{E08ECBEB-2701-062A-8BE6-363497690E6E}"/>
          </ac:spMkLst>
        </pc:spChg>
        <pc:spChg chg="mod">
          <ac:chgData name="Nông Văn Tình" userId="65f03aa13cf31854" providerId="LiveId" clId="{D307B703-989E-4B55-8930-2B3480A4776C}" dt="2024-07-16T13:29:16.448" v="12" actId="207"/>
          <ac:spMkLst>
            <pc:docMk/>
            <pc:sldMk cId="3858565662" sldId="316"/>
            <ac:spMk id="9" creationId="{B501C60B-4274-4A40-A8D9-4F39BC28D1C0}"/>
          </ac:spMkLst>
        </pc:spChg>
        <pc:spChg chg="mod">
          <ac:chgData name="Nông Văn Tình" userId="65f03aa13cf31854" providerId="LiveId" clId="{D307B703-989E-4B55-8930-2B3480A4776C}" dt="2024-07-16T13:29:16.448" v="12" actId="207"/>
          <ac:spMkLst>
            <pc:docMk/>
            <pc:sldMk cId="3858565662" sldId="316"/>
            <ac:spMk id="11" creationId="{71FBEBCE-54C9-42AF-A5E8-B020E18BE23F}"/>
          </ac:spMkLst>
        </pc:spChg>
        <pc:spChg chg="mod">
          <ac:chgData name="Nông Văn Tình" userId="65f03aa13cf31854" providerId="LiveId" clId="{D307B703-989E-4B55-8930-2B3480A4776C}" dt="2024-07-16T13:29:16.448" v="12" actId="207"/>
          <ac:spMkLst>
            <pc:docMk/>
            <pc:sldMk cId="3858565662" sldId="316"/>
            <ac:spMk id="16" creationId="{9CBE5CCF-6182-4AC7-862A-D62B8542752F}"/>
          </ac:spMkLst>
        </pc:spChg>
        <pc:spChg chg="mod">
          <ac:chgData name="Nông Văn Tình" userId="65f03aa13cf31854" providerId="LiveId" clId="{D307B703-989E-4B55-8930-2B3480A4776C}" dt="2024-07-16T13:29:16.448" v="12" actId="207"/>
          <ac:spMkLst>
            <pc:docMk/>
            <pc:sldMk cId="3858565662" sldId="316"/>
            <ac:spMk id="18" creationId="{E3D85359-3A84-48DB-B37C-5557602618C7}"/>
          </ac:spMkLst>
        </pc:spChg>
        <pc:picChg chg="mod">
          <ac:chgData name="Nông Văn Tình" userId="65f03aa13cf31854" providerId="LiveId" clId="{D307B703-989E-4B55-8930-2B3480A4776C}" dt="2024-07-21T13:14:06.784" v="1261" actId="1076"/>
          <ac:picMkLst>
            <pc:docMk/>
            <pc:sldMk cId="3858565662" sldId="316"/>
            <ac:picMk id="8" creationId="{D007C5D1-00EB-48DD-8FF9-73777109F780}"/>
          </ac:picMkLst>
        </pc:picChg>
      </pc:sldChg>
      <pc:sldChg chg="delSp modSp del mod">
        <pc:chgData name="Nông Văn Tình" userId="65f03aa13cf31854" providerId="LiveId" clId="{D307B703-989E-4B55-8930-2B3480A4776C}" dt="2024-07-21T13:16:34.020" v="1287" actId="47"/>
        <pc:sldMkLst>
          <pc:docMk/>
          <pc:sldMk cId="3968644868" sldId="318"/>
        </pc:sldMkLst>
        <pc:spChg chg="del mod">
          <ac:chgData name="Nông Văn Tình" userId="65f03aa13cf31854" providerId="LiveId" clId="{D307B703-989E-4B55-8930-2B3480A4776C}" dt="2024-07-21T13:15:16.406" v="1270" actId="478"/>
          <ac:spMkLst>
            <pc:docMk/>
            <pc:sldMk cId="3968644868" sldId="318"/>
            <ac:spMk id="6" creationId="{F4E27029-6846-47CD-94D8-1062663D6C1C}"/>
          </ac:spMkLst>
        </pc:spChg>
        <pc:spChg chg="del mod">
          <ac:chgData name="Nông Văn Tình" userId="65f03aa13cf31854" providerId="LiveId" clId="{D307B703-989E-4B55-8930-2B3480A4776C}" dt="2024-07-21T13:15:13.053" v="1268" actId="478"/>
          <ac:spMkLst>
            <pc:docMk/>
            <pc:sldMk cId="3968644868" sldId="318"/>
            <ac:spMk id="7" creationId="{E08ECBEB-2701-062A-8BE6-363497690E6E}"/>
          </ac:spMkLst>
        </pc:spChg>
        <pc:spChg chg="mod">
          <ac:chgData name="Nông Văn Tình" userId="65f03aa13cf31854" providerId="LiveId" clId="{D307B703-989E-4B55-8930-2B3480A4776C}" dt="2024-07-16T13:29:23.127" v="13" actId="207"/>
          <ac:spMkLst>
            <pc:docMk/>
            <pc:sldMk cId="3968644868" sldId="318"/>
            <ac:spMk id="9" creationId="{E762840E-FBF3-4FE2-BBF3-839C4ECE9595}"/>
          </ac:spMkLst>
        </pc:spChg>
        <pc:spChg chg="mod">
          <ac:chgData name="Nông Văn Tình" userId="65f03aa13cf31854" providerId="LiveId" clId="{D307B703-989E-4B55-8930-2B3480A4776C}" dt="2024-07-16T13:29:23.127" v="13" actId="207"/>
          <ac:spMkLst>
            <pc:docMk/>
            <pc:sldMk cId="3968644868" sldId="318"/>
            <ac:spMk id="11" creationId="{71FBEBCE-54C9-42AF-A5E8-B020E18BE23F}"/>
          </ac:spMkLst>
        </pc:spChg>
        <pc:spChg chg="del mod">
          <ac:chgData name="Nông Văn Tình" userId="65f03aa13cf31854" providerId="LiveId" clId="{D307B703-989E-4B55-8930-2B3480A4776C}" dt="2024-07-21T13:15:21.098" v="1271" actId="478"/>
          <ac:spMkLst>
            <pc:docMk/>
            <pc:sldMk cId="3968644868" sldId="318"/>
            <ac:spMk id="16" creationId="{9CBE5CCF-6182-4AC7-862A-D62B8542752F}"/>
          </ac:spMkLst>
        </pc:spChg>
        <pc:spChg chg="mod">
          <ac:chgData name="Nông Văn Tình" userId="65f03aa13cf31854" providerId="LiveId" clId="{D307B703-989E-4B55-8930-2B3480A4776C}" dt="2024-07-16T13:29:23.127" v="13" actId="207"/>
          <ac:spMkLst>
            <pc:docMk/>
            <pc:sldMk cId="3968644868" sldId="318"/>
            <ac:spMk id="18" creationId="{E3D85359-3A84-48DB-B37C-5557602618C7}"/>
          </ac:spMkLst>
        </pc:spChg>
        <pc:picChg chg="mod">
          <ac:chgData name="Nông Văn Tình" userId="65f03aa13cf31854" providerId="LiveId" clId="{D307B703-989E-4B55-8930-2B3480A4776C}" dt="2024-07-16T13:29:23.127" v="13" actId="207"/>
          <ac:picMkLst>
            <pc:docMk/>
            <pc:sldMk cId="3968644868" sldId="318"/>
            <ac:picMk id="8" creationId="{97F3F26D-B95D-4EFE-978C-BFCD60D5C49B}"/>
          </ac:picMkLst>
        </pc:picChg>
      </pc:sldChg>
      <pc:sldChg chg="modSp del mod">
        <pc:chgData name="Nông Văn Tình" userId="65f03aa13cf31854" providerId="LiveId" clId="{D307B703-989E-4B55-8930-2B3480A4776C}" dt="2024-07-21T13:19:44.165" v="1325" actId="47"/>
        <pc:sldMkLst>
          <pc:docMk/>
          <pc:sldMk cId="1789565831" sldId="320"/>
        </pc:sldMkLst>
        <pc:spChg chg="mod">
          <ac:chgData name="Nông Văn Tình" userId="65f03aa13cf31854" providerId="LiveId" clId="{D307B703-989E-4B55-8930-2B3480A4776C}" dt="2024-07-16T13:29:49.959" v="18" actId="207"/>
          <ac:spMkLst>
            <pc:docMk/>
            <pc:sldMk cId="1789565831" sldId="320"/>
            <ac:spMk id="6" creationId="{F4E27029-6846-47CD-94D8-1062663D6C1C}"/>
          </ac:spMkLst>
        </pc:spChg>
        <pc:spChg chg="mod">
          <ac:chgData name="Nông Văn Tình" userId="65f03aa13cf31854" providerId="LiveId" clId="{D307B703-989E-4B55-8930-2B3480A4776C}" dt="2024-07-16T13:29:49.959" v="18" actId="207"/>
          <ac:spMkLst>
            <pc:docMk/>
            <pc:sldMk cId="1789565831" sldId="320"/>
            <ac:spMk id="7" creationId="{E08ECBEB-2701-062A-8BE6-363497690E6E}"/>
          </ac:spMkLst>
        </pc:spChg>
        <pc:spChg chg="mod">
          <ac:chgData name="Nông Văn Tình" userId="65f03aa13cf31854" providerId="LiveId" clId="{D307B703-989E-4B55-8930-2B3480A4776C}" dt="2024-07-16T13:29:49.959" v="18" actId="207"/>
          <ac:spMkLst>
            <pc:docMk/>
            <pc:sldMk cId="1789565831" sldId="320"/>
            <ac:spMk id="11" creationId="{71FBEBCE-54C9-42AF-A5E8-B020E18BE23F}"/>
          </ac:spMkLst>
        </pc:spChg>
        <pc:spChg chg="mod">
          <ac:chgData name="Nông Văn Tình" userId="65f03aa13cf31854" providerId="LiveId" clId="{D307B703-989E-4B55-8930-2B3480A4776C}" dt="2024-07-16T13:29:49.959" v="18" actId="207"/>
          <ac:spMkLst>
            <pc:docMk/>
            <pc:sldMk cId="1789565831" sldId="320"/>
            <ac:spMk id="16" creationId="{9CBE5CCF-6182-4AC7-862A-D62B8542752F}"/>
          </ac:spMkLst>
        </pc:spChg>
        <pc:spChg chg="mod">
          <ac:chgData name="Nông Văn Tình" userId="65f03aa13cf31854" providerId="LiveId" clId="{D307B703-989E-4B55-8930-2B3480A4776C}" dt="2024-07-20T16:20:47.567" v="204" actId="20577"/>
          <ac:spMkLst>
            <pc:docMk/>
            <pc:sldMk cId="1789565831" sldId="320"/>
            <ac:spMk id="18" creationId="{E3D85359-3A84-48DB-B37C-5557602618C7}"/>
          </ac:spMkLst>
        </pc:spChg>
      </pc:sldChg>
      <pc:sldChg chg="addSp delSp modSp del mod">
        <pc:chgData name="Nông Văn Tình" userId="65f03aa13cf31854" providerId="LiveId" clId="{D307B703-989E-4B55-8930-2B3480A4776C}" dt="2024-07-21T13:22:58.155" v="1357" actId="47"/>
        <pc:sldMkLst>
          <pc:docMk/>
          <pc:sldMk cId="622132215" sldId="321"/>
        </pc:sldMkLst>
        <pc:spChg chg="add mod">
          <ac:chgData name="Nông Văn Tình" userId="65f03aa13cf31854" providerId="LiveId" clId="{D307B703-989E-4B55-8930-2B3480A4776C}" dt="2024-07-18T14:16:16.750" v="143"/>
          <ac:spMkLst>
            <pc:docMk/>
            <pc:sldMk cId="622132215" sldId="321"/>
            <ac:spMk id="3" creationId="{F58F412B-8D90-133F-3783-5C0D2733F663}"/>
          </ac:spMkLst>
        </pc:spChg>
        <pc:spChg chg="del mod">
          <ac:chgData name="Nông Văn Tình" userId="65f03aa13cf31854" providerId="LiveId" clId="{D307B703-989E-4B55-8930-2B3480A4776C}" dt="2024-07-18T14:14:54.557" v="127" actId="478"/>
          <ac:spMkLst>
            <pc:docMk/>
            <pc:sldMk cId="622132215" sldId="321"/>
            <ac:spMk id="6" creationId="{F4E27029-6846-47CD-94D8-1062663D6C1C}"/>
          </ac:spMkLst>
        </pc:spChg>
        <pc:spChg chg="mod">
          <ac:chgData name="Nông Văn Tình" userId="65f03aa13cf31854" providerId="LiveId" clId="{D307B703-989E-4B55-8930-2B3480A4776C}" dt="2024-07-18T14:15:02.379" v="128" actId="1076"/>
          <ac:spMkLst>
            <pc:docMk/>
            <pc:sldMk cId="622132215" sldId="321"/>
            <ac:spMk id="7" creationId="{E08ECBEB-2701-062A-8BE6-363497690E6E}"/>
          </ac:spMkLst>
        </pc:spChg>
        <pc:spChg chg="mod">
          <ac:chgData name="Nông Văn Tình" userId="65f03aa13cf31854" providerId="LiveId" clId="{D307B703-989E-4B55-8930-2B3480A4776C}" dt="2024-07-18T14:15:07.498" v="129" actId="1076"/>
          <ac:spMkLst>
            <pc:docMk/>
            <pc:sldMk cId="622132215" sldId="321"/>
            <ac:spMk id="8" creationId="{0D3C3F1F-CE45-4E11-853C-F0EC1E135B60}"/>
          </ac:spMkLst>
        </pc:spChg>
        <pc:spChg chg="mod">
          <ac:chgData name="Nông Văn Tình" userId="65f03aa13cf31854" providerId="LiveId" clId="{D307B703-989E-4B55-8930-2B3480A4776C}" dt="2024-07-16T13:30:00.605" v="20" actId="207"/>
          <ac:spMkLst>
            <pc:docMk/>
            <pc:sldMk cId="622132215" sldId="321"/>
            <ac:spMk id="10" creationId="{E4B5B175-3DB1-4A92-A388-488A40590B34}"/>
          </ac:spMkLst>
        </pc:spChg>
        <pc:spChg chg="mod">
          <ac:chgData name="Nông Văn Tình" userId="65f03aa13cf31854" providerId="LiveId" clId="{D307B703-989E-4B55-8930-2B3480A4776C}" dt="2024-07-16T13:30:00.605" v="20" actId="207"/>
          <ac:spMkLst>
            <pc:docMk/>
            <pc:sldMk cId="622132215" sldId="321"/>
            <ac:spMk id="16" creationId="{9CBE5CCF-6182-4AC7-862A-D62B8542752F}"/>
          </ac:spMkLst>
        </pc:spChg>
        <pc:picChg chg="mod">
          <ac:chgData name="Nông Văn Tình" userId="65f03aa13cf31854" providerId="LiveId" clId="{D307B703-989E-4B55-8930-2B3480A4776C}" dt="2024-07-16T13:30:00.605" v="20" actId="207"/>
          <ac:picMkLst>
            <pc:docMk/>
            <pc:sldMk cId="622132215" sldId="321"/>
            <ac:picMk id="11" creationId="{FE844A86-5BED-4C73-8287-460FF49F0282}"/>
          </ac:picMkLst>
        </pc:picChg>
      </pc:sldChg>
      <pc:sldChg chg="modSp del">
        <pc:chgData name="Nông Văn Tình" userId="65f03aa13cf31854" providerId="LiveId" clId="{D307B703-989E-4B55-8930-2B3480A4776C}" dt="2024-07-18T15:10:16.261" v="184" actId="47"/>
        <pc:sldMkLst>
          <pc:docMk/>
          <pc:sldMk cId="2182142561" sldId="322"/>
        </pc:sldMkLst>
        <pc:spChg chg="mod">
          <ac:chgData name="Nông Văn Tình" userId="65f03aa13cf31854" providerId="LiveId" clId="{D307B703-989E-4B55-8930-2B3480A4776C}" dt="2024-07-16T13:30:04.598" v="21" actId="207"/>
          <ac:spMkLst>
            <pc:docMk/>
            <pc:sldMk cId="2182142561" sldId="322"/>
            <ac:spMk id="6" creationId="{F4E27029-6846-47CD-94D8-1062663D6C1C}"/>
          </ac:spMkLst>
        </pc:spChg>
        <pc:spChg chg="mod">
          <ac:chgData name="Nông Văn Tình" userId="65f03aa13cf31854" providerId="LiveId" clId="{D307B703-989E-4B55-8930-2B3480A4776C}" dt="2024-07-16T13:30:04.598" v="21" actId="207"/>
          <ac:spMkLst>
            <pc:docMk/>
            <pc:sldMk cId="2182142561" sldId="322"/>
            <ac:spMk id="7" creationId="{E08ECBEB-2701-062A-8BE6-363497690E6E}"/>
          </ac:spMkLst>
        </pc:spChg>
        <pc:spChg chg="mod">
          <ac:chgData name="Nông Văn Tình" userId="65f03aa13cf31854" providerId="LiveId" clId="{D307B703-989E-4B55-8930-2B3480A4776C}" dt="2024-07-16T13:30:04.598" v="21" actId="207"/>
          <ac:spMkLst>
            <pc:docMk/>
            <pc:sldMk cId="2182142561" sldId="322"/>
            <ac:spMk id="8" creationId="{0D3C3F1F-CE45-4E11-853C-F0EC1E135B60}"/>
          </ac:spMkLst>
        </pc:spChg>
        <pc:spChg chg="mod">
          <ac:chgData name="Nông Văn Tình" userId="65f03aa13cf31854" providerId="LiveId" clId="{D307B703-989E-4B55-8930-2B3480A4776C}" dt="2024-07-16T13:30:04.598" v="21" actId="207"/>
          <ac:spMkLst>
            <pc:docMk/>
            <pc:sldMk cId="2182142561" sldId="322"/>
            <ac:spMk id="10" creationId="{E4B5B175-3DB1-4A92-A388-488A40590B34}"/>
          </ac:spMkLst>
        </pc:spChg>
        <pc:spChg chg="mod">
          <ac:chgData name="Nông Văn Tình" userId="65f03aa13cf31854" providerId="LiveId" clId="{D307B703-989E-4B55-8930-2B3480A4776C}" dt="2024-07-16T13:30:04.598" v="21" actId="207"/>
          <ac:spMkLst>
            <pc:docMk/>
            <pc:sldMk cId="2182142561" sldId="322"/>
            <ac:spMk id="12" creationId="{533F2986-E099-4B2C-A54B-ACE5E7410B65}"/>
          </ac:spMkLst>
        </pc:spChg>
        <pc:spChg chg="mod">
          <ac:chgData name="Nông Văn Tình" userId="65f03aa13cf31854" providerId="LiveId" clId="{D307B703-989E-4B55-8930-2B3480A4776C}" dt="2024-07-16T13:30:04.598" v="21" actId="207"/>
          <ac:spMkLst>
            <pc:docMk/>
            <pc:sldMk cId="2182142561" sldId="322"/>
            <ac:spMk id="16" creationId="{9CBE5CCF-6182-4AC7-862A-D62B8542752F}"/>
          </ac:spMkLst>
        </pc:spChg>
        <pc:picChg chg="mod">
          <ac:chgData name="Nông Văn Tình" userId="65f03aa13cf31854" providerId="LiveId" clId="{D307B703-989E-4B55-8930-2B3480A4776C}" dt="2024-07-16T13:30:04.598" v="21" actId="207"/>
          <ac:picMkLst>
            <pc:docMk/>
            <pc:sldMk cId="2182142561" sldId="322"/>
            <ac:picMk id="9" creationId="{335A8D96-4E00-429C-98C7-33FEE8ACC360}"/>
          </ac:picMkLst>
        </pc:picChg>
      </pc:sldChg>
      <pc:sldChg chg="modSp del">
        <pc:chgData name="Nông Văn Tình" userId="65f03aa13cf31854" providerId="LiveId" clId="{D307B703-989E-4B55-8930-2B3480A4776C}" dt="2024-07-21T13:18:13.190" v="1309" actId="47"/>
        <pc:sldMkLst>
          <pc:docMk/>
          <pc:sldMk cId="3219391181" sldId="323"/>
        </pc:sldMkLst>
        <pc:spChg chg="mod">
          <ac:chgData name="Nông Văn Tình" userId="65f03aa13cf31854" providerId="LiveId" clId="{D307B703-989E-4B55-8930-2B3480A4776C}" dt="2024-07-16T13:29:32.685" v="15" actId="207"/>
          <ac:spMkLst>
            <pc:docMk/>
            <pc:sldMk cId="3219391181" sldId="323"/>
            <ac:spMk id="6" creationId="{F4E27029-6846-47CD-94D8-1062663D6C1C}"/>
          </ac:spMkLst>
        </pc:spChg>
        <pc:spChg chg="mod">
          <ac:chgData name="Nông Văn Tình" userId="65f03aa13cf31854" providerId="LiveId" clId="{D307B703-989E-4B55-8930-2B3480A4776C}" dt="2024-07-16T13:29:32.685" v="15" actId="207"/>
          <ac:spMkLst>
            <pc:docMk/>
            <pc:sldMk cId="3219391181" sldId="323"/>
            <ac:spMk id="7" creationId="{E08ECBEB-2701-062A-8BE6-363497690E6E}"/>
          </ac:spMkLst>
        </pc:spChg>
        <pc:spChg chg="mod">
          <ac:chgData name="Nông Văn Tình" userId="65f03aa13cf31854" providerId="LiveId" clId="{D307B703-989E-4B55-8930-2B3480A4776C}" dt="2024-07-16T13:29:32.685" v="15" actId="207"/>
          <ac:spMkLst>
            <pc:docMk/>
            <pc:sldMk cId="3219391181" sldId="323"/>
            <ac:spMk id="8" creationId="{60649187-95EA-4520-B3A0-D43FA43662F5}"/>
          </ac:spMkLst>
        </pc:spChg>
        <pc:spChg chg="mod">
          <ac:chgData name="Nông Văn Tình" userId="65f03aa13cf31854" providerId="LiveId" clId="{D307B703-989E-4B55-8930-2B3480A4776C}" dt="2024-07-16T13:29:32.685" v="15" actId="207"/>
          <ac:spMkLst>
            <pc:docMk/>
            <pc:sldMk cId="3219391181" sldId="323"/>
            <ac:spMk id="11" creationId="{71FBEBCE-54C9-42AF-A5E8-B020E18BE23F}"/>
          </ac:spMkLst>
        </pc:spChg>
        <pc:spChg chg="mod">
          <ac:chgData name="Nông Văn Tình" userId="65f03aa13cf31854" providerId="LiveId" clId="{D307B703-989E-4B55-8930-2B3480A4776C}" dt="2024-07-16T13:29:32.685" v="15" actId="207"/>
          <ac:spMkLst>
            <pc:docMk/>
            <pc:sldMk cId="3219391181" sldId="323"/>
            <ac:spMk id="16" creationId="{9CBE5CCF-6182-4AC7-862A-D62B8542752F}"/>
          </ac:spMkLst>
        </pc:spChg>
        <pc:graphicFrameChg chg="mod">
          <ac:chgData name="Nông Văn Tình" userId="65f03aa13cf31854" providerId="LiveId" clId="{D307B703-989E-4B55-8930-2B3480A4776C}" dt="2024-07-16T13:29:32.685" v="15" actId="207"/>
          <ac:graphicFrameMkLst>
            <pc:docMk/>
            <pc:sldMk cId="3219391181" sldId="323"/>
            <ac:graphicFrameMk id="2" creationId="{9489D9B3-F7E3-435D-B36D-010133F22A4D}"/>
          </ac:graphicFrameMkLst>
        </pc:graphicFrameChg>
      </pc:sldChg>
      <pc:sldChg chg="modSp del">
        <pc:chgData name="Nông Văn Tình" userId="65f03aa13cf31854" providerId="LiveId" clId="{D307B703-989E-4B55-8930-2B3480A4776C}" dt="2024-07-21T13:18:45.396" v="1315" actId="47"/>
        <pc:sldMkLst>
          <pc:docMk/>
          <pc:sldMk cId="1647321274" sldId="324"/>
        </pc:sldMkLst>
        <pc:spChg chg="mod">
          <ac:chgData name="Nông Văn Tình" userId="65f03aa13cf31854" providerId="LiveId" clId="{D307B703-989E-4B55-8930-2B3480A4776C}" dt="2024-07-16T13:29:39.321" v="16" actId="207"/>
          <ac:spMkLst>
            <pc:docMk/>
            <pc:sldMk cId="1647321274" sldId="324"/>
            <ac:spMk id="6" creationId="{F4E27029-6846-47CD-94D8-1062663D6C1C}"/>
          </ac:spMkLst>
        </pc:spChg>
        <pc:spChg chg="mod">
          <ac:chgData name="Nông Văn Tình" userId="65f03aa13cf31854" providerId="LiveId" clId="{D307B703-989E-4B55-8930-2B3480A4776C}" dt="2024-07-16T13:29:39.321" v="16" actId="207"/>
          <ac:spMkLst>
            <pc:docMk/>
            <pc:sldMk cId="1647321274" sldId="324"/>
            <ac:spMk id="7" creationId="{E08ECBEB-2701-062A-8BE6-363497690E6E}"/>
          </ac:spMkLst>
        </pc:spChg>
        <pc:spChg chg="mod">
          <ac:chgData name="Nông Văn Tình" userId="65f03aa13cf31854" providerId="LiveId" clId="{D307B703-989E-4B55-8930-2B3480A4776C}" dt="2024-07-16T13:29:39.321" v="16" actId="207"/>
          <ac:spMkLst>
            <pc:docMk/>
            <pc:sldMk cId="1647321274" sldId="324"/>
            <ac:spMk id="8" creationId="{60649187-95EA-4520-B3A0-D43FA43662F5}"/>
          </ac:spMkLst>
        </pc:spChg>
        <pc:spChg chg="mod">
          <ac:chgData name="Nông Văn Tình" userId="65f03aa13cf31854" providerId="LiveId" clId="{D307B703-989E-4B55-8930-2B3480A4776C}" dt="2024-07-16T13:29:39.321" v="16" actId="207"/>
          <ac:spMkLst>
            <pc:docMk/>
            <pc:sldMk cId="1647321274" sldId="324"/>
            <ac:spMk id="11" creationId="{71FBEBCE-54C9-42AF-A5E8-B020E18BE23F}"/>
          </ac:spMkLst>
        </pc:spChg>
        <pc:spChg chg="mod">
          <ac:chgData name="Nông Văn Tình" userId="65f03aa13cf31854" providerId="LiveId" clId="{D307B703-989E-4B55-8930-2B3480A4776C}" dt="2024-07-16T13:29:39.321" v="16" actId="207"/>
          <ac:spMkLst>
            <pc:docMk/>
            <pc:sldMk cId="1647321274" sldId="324"/>
            <ac:spMk id="16" creationId="{9CBE5CCF-6182-4AC7-862A-D62B8542752F}"/>
          </ac:spMkLst>
        </pc:spChg>
        <pc:picChg chg="mod">
          <ac:chgData name="Nông Văn Tình" userId="65f03aa13cf31854" providerId="LiveId" clId="{D307B703-989E-4B55-8930-2B3480A4776C}" dt="2024-07-16T13:29:39.321" v="16" actId="207"/>
          <ac:picMkLst>
            <pc:docMk/>
            <pc:sldMk cId="1647321274" sldId="324"/>
            <ac:picMk id="9" creationId="{7C3EF911-A25D-44DA-B39C-2A6AEA052CD3}"/>
          </ac:picMkLst>
        </pc:picChg>
      </pc:sldChg>
      <pc:sldChg chg="modSp del">
        <pc:chgData name="Nông Văn Tình" userId="65f03aa13cf31854" providerId="LiveId" clId="{D307B703-989E-4B55-8930-2B3480A4776C}" dt="2024-07-21T13:19:02.847" v="1319" actId="47"/>
        <pc:sldMkLst>
          <pc:docMk/>
          <pc:sldMk cId="2176096089" sldId="325"/>
        </pc:sldMkLst>
        <pc:spChg chg="mod">
          <ac:chgData name="Nông Văn Tình" userId="65f03aa13cf31854" providerId="LiveId" clId="{D307B703-989E-4B55-8930-2B3480A4776C}" dt="2024-07-16T13:29:44.317" v="17" actId="207"/>
          <ac:spMkLst>
            <pc:docMk/>
            <pc:sldMk cId="2176096089" sldId="325"/>
            <ac:spMk id="6" creationId="{F4E27029-6846-47CD-94D8-1062663D6C1C}"/>
          </ac:spMkLst>
        </pc:spChg>
        <pc:spChg chg="mod">
          <ac:chgData name="Nông Văn Tình" userId="65f03aa13cf31854" providerId="LiveId" clId="{D307B703-989E-4B55-8930-2B3480A4776C}" dt="2024-07-16T13:29:44.317" v="17" actId="207"/>
          <ac:spMkLst>
            <pc:docMk/>
            <pc:sldMk cId="2176096089" sldId="325"/>
            <ac:spMk id="7" creationId="{E08ECBEB-2701-062A-8BE6-363497690E6E}"/>
          </ac:spMkLst>
        </pc:spChg>
        <pc:spChg chg="mod">
          <ac:chgData name="Nông Văn Tình" userId="65f03aa13cf31854" providerId="LiveId" clId="{D307B703-989E-4B55-8930-2B3480A4776C}" dt="2024-07-16T13:29:44.317" v="17" actId="207"/>
          <ac:spMkLst>
            <pc:docMk/>
            <pc:sldMk cId="2176096089" sldId="325"/>
            <ac:spMk id="8" creationId="{60649187-95EA-4520-B3A0-D43FA43662F5}"/>
          </ac:spMkLst>
        </pc:spChg>
        <pc:spChg chg="mod">
          <ac:chgData name="Nông Văn Tình" userId="65f03aa13cf31854" providerId="LiveId" clId="{D307B703-989E-4B55-8930-2B3480A4776C}" dt="2024-07-16T13:29:44.317" v="17" actId="207"/>
          <ac:spMkLst>
            <pc:docMk/>
            <pc:sldMk cId="2176096089" sldId="325"/>
            <ac:spMk id="11" creationId="{71FBEBCE-54C9-42AF-A5E8-B020E18BE23F}"/>
          </ac:spMkLst>
        </pc:spChg>
        <pc:spChg chg="mod">
          <ac:chgData name="Nông Văn Tình" userId="65f03aa13cf31854" providerId="LiveId" clId="{D307B703-989E-4B55-8930-2B3480A4776C}" dt="2024-07-16T13:29:44.317" v="17" actId="207"/>
          <ac:spMkLst>
            <pc:docMk/>
            <pc:sldMk cId="2176096089" sldId="325"/>
            <ac:spMk id="16" creationId="{9CBE5CCF-6182-4AC7-862A-D62B8542752F}"/>
          </ac:spMkLst>
        </pc:spChg>
        <pc:picChg chg="mod">
          <ac:chgData name="Nông Văn Tình" userId="65f03aa13cf31854" providerId="LiveId" clId="{D307B703-989E-4B55-8930-2B3480A4776C}" dt="2024-07-16T13:29:44.317" v="17" actId="207"/>
          <ac:picMkLst>
            <pc:docMk/>
            <pc:sldMk cId="2176096089" sldId="325"/>
            <ac:picMk id="10" creationId="{AF513782-973A-4312-AAFB-672D0579C86D}"/>
          </ac:picMkLst>
        </pc:picChg>
      </pc:sldChg>
      <pc:sldChg chg="modSp del">
        <pc:chgData name="Nông Văn Tình" userId="65f03aa13cf31854" providerId="LiveId" clId="{D307B703-989E-4B55-8930-2B3480A4776C}" dt="2024-07-21T13:17:43.962" v="1303" actId="47"/>
        <pc:sldMkLst>
          <pc:docMk/>
          <pc:sldMk cId="277370757" sldId="326"/>
        </pc:sldMkLst>
        <pc:spChg chg="mod">
          <ac:chgData name="Nông Văn Tình" userId="65f03aa13cf31854" providerId="LiveId" clId="{D307B703-989E-4B55-8930-2B3480A4776C}" dt="2024-07-16T13:29:27.649" v="14" actId="207"/>
          <ac:spMkLst>
            <pc:docMk/>
            <pc:sldMk cId="277370757" sldId="326"/>
            <ac:spMk id="6" creationId="{F4E27029-6846-47CD-94D8-1062663D6C1C}"/>
          </ac:spMkLst>
        </pc:spChg>
        <pc:spChg chg="mod">
          <ac:chgData name="Nông Văn Tình" userId="65f03aa13cf31854" providerId="LiveId" clId="{D307B703-989E-4B55-8930-2B3480A4776C}" dt="2024-07-16T13:29:27.649" v="14" actId="207"/>
          <ac:spMkLst>
            <pc:docMk/>
            <pc:sldMk cId="277370757" sldId="326"/>
            <ac:spMk id="7" creationId="{E08ECBEB-2701-062A-8BE6-363497690E6E}"/>
          </ac:spMkLst>
        </pc:spChg>
        <pc:spChg chg="mod">
          <ac:chgData name="Nông Văn Tình" userId="65f03aa13cf31854" providerId="LiveId" clId="{D307B703-989E-4B55-8930-2B3480A4776C}" dt="2024-07-16T13:29:27.649" v="14" actId="207"/>
          <ac:spMkLst>
            <pc:docMk/>
            <pc:sldMk cId="277370757" sldId="326"/>
            <ac:spMk id="10" creationId="{3C92ED1F-B4BA-446D-86DD-8484EFC0A84F}"/>
          </ac:spMkLst>
        </pc:spChg>
        <pc:spChg chg="mod">
          <ac:chgData name="Nông Văn Tình" userId="65f03aa13cf31854" providerId="LiveId" clId="{D307B703-989E-4B55-8930-2B3480A4776C}" dt="2024-07-16T13:29:27.649" v="14" actId="207"/>
          <ac:spMkLst>
            <pc:docMk/>
            <pc:sldMk cId="277370757" sldId="326"/>
            <ac:spMk id="11" creationId="{71FBEBCE-54C9-42AF-A5E8-B020E18BE23F}"/>
          </ac:spMkLst>
        </pc:spChg>
        <pc:spChg chg="mod">
          <ac:chgData name="Nông Văn Tình" userId="65f03aa13cf31854" providerId="LiveId" clId="{D307B703-989E-4B55-8930-2B3480A4776C}" dt="2024-07-16T13:29:27.649" v="14" actId="207"/>
          <ac:spMkLst>
            <pc:docMk/>
            <pc:sldMk cId="277370757" sldId="326"/>
            <ac:spMk id="16" creationId="{9CBE5CCF-6182-4AC7-862A-D62B8542752F}"/>
          </ac:spMkLst>
        </pc:spChg>
        <pc:spChg chg="mod">
          <ac:chgData name="Nông Văn Tình" userId="65f03aa13cf31854" providerId="LiveId" clId="{D307B703-989E-4B55-8930-2B3480A4776C}" dt="2024-07-16T13:29:27.649" v="14" actId="207"/>
          <ac:spMkLst>
            <pc:docMk/>
            <pc:sldMk cId="277370757" sldId="326"/>
            <ac:spMk id="18" creationId="{E3D85359-3A84-48DB-B37C-5557602618C7}"/>
          </ac:spMkLst>
        </pc:spChg>
      </pc:sldChg>
      <pc:sldChg chg="modSp add del mod">
        <pc:chgData name="Nông Văn Tình" userId="65f03aa13cf31854" providerId="LiveId" clId="{D307B703-989E-4B55-8930-2B3480A4776C}" dt="2024-07-21T13:24:27.517" v="1377" actId="47"/>
        <pc:sldMkLst>
          <pc:docMk/>
          <pc:sldMk cId="1149871490" sldId="327"/>
        </pc:sldMkLst>
        <pc:spChg chg="mod">
          <ac:chgData name="Nông Văn Tình" userId="65f03aa13cf31854" providerId="LiveId" clId="{D307B703-989E-4B55-8930-2B3480A4776C}" dt="2024-07-18T14:16:53.305" v="149" actId="20577"/>
          <ac:spMkLst>
            <pc:docMk/>
            <pc:sldMk cId="1149871490" sldId="327"/>
            <ac:spMk id="8" creationId="{0D3C3F1F-CE45-4E11-853C-F0EC1E135B60}"/>
          </ac:spMkLst>
        </pc:spChg>
      </pc:sldChg>
      <pc:sldChg chg="addSp delSp modSp add del mod modAnim">
        <pc:chgData name="Nông Văn Tình" userId="65f03aa13cf31854" providerId="LiveId" clId="{D307B703-989E-4B55-8930-2B3480A4776C}" dt="2024-07-21T13:24:29.761" v="1378" actId="47"/>
        <pc:sldMkLst>
          <pc:docMk/>
          <pc:sldMk cId="1153237413" sldId="328"/>
        </pc:sldMkLst>
        <pc:spChg chg="add mod">
          <ac:chgData name="Nông Văn Tình" userId="65f03aa13cf31854" providerId="LiveId" clId="{D307B703-989E-4B55-8930-2B3480A4776C}" dt="2024-07-18T15:08:14.308" v="153"/>
          <ac:spMkLst>
            <pc:docMk/>
            <pc:sldMk cId="1153237413" sldId="328"/>
            <ac:spMk id="2" creationId="{855CC090-9601-BE44-0ECD-C7BFAEA2D9A1}"/>
          </ac:spMkLst>
        </pc:spChg>
        <pc:spChg chg="mod">
          <ac:chgData name="Nông Văn Tình" userId="65f03aa13cf31854" providerId="LiveId" clId="{D307B703-989E-4B55-8930-2B3480A4776C}" dt="2024-07-20T16:22:01.515" v="211" actId="20577"/>
          <ac:spMkLst>
            <pc:docMk/>
            <pc:sldMk cId="1153237413" sldId="328"/>
            <ac:spMk id="3" creationId="{F58F412B-8D90-133F-3783-5C0D2733F663}"/>
          </ac:spMkLst>
        </pc:spChg>
        <pc:spChg chg="add mod">
          <ac:chgData name="Nông Văn Tình" userId="65f03aa13cf31854" providerId="LiveId" clId="{D307B703-989E-4B55-8930-2B3480A4776C}" dt="2024-07-18T15:10:01.259" v="182" actId="1076"/>
          <ac:spMkLst>
            <pc:docMk/>
            <pc:sldMk cId="1153237413" sldId="328"/>
            <ac:spMk id="5" creationId="{FBDD16DA-DBDA-3C4C-7E8A-EE0297E120F4}"/>
          </ac:spMkLst>
        </pc:spChg>
        <pc:spChg chg="mod">
          <ac:chgData name="Nông Văn Tình" userId="65f03aa13cf31854" providerId="LiveId" clId="{D307B703-989E-4B55-8930-2B3480A4776C}" dt="2024-07-18T15:07:59.274" v="151"/>
          <ac:spMkLst>
            <pc:docMk/>
            <pc:sldMk cId="1153237413" sldId="328"/>
            <ac:spMk id="7" creationId="{E08ECBEB-2701-062A-8BE6-363497690E6E}"/>
          </ac:spMkLst>
        </pc:spChg>
        <pc:spChg chg="mod">
          <ac:chgData name="Nông Văn Tình" userId="65f03aa13cf31854" providerId="LiveId" clId="{D307B703-989E-4B55-8930-2B3480A4776C}" dt="2024-07-18T15:08:34.440" v="173" actId="20577"/>
          <ac:spMkLst>
            <pc:docMk/>
            <pc:sldMk cId="1153237413" sldId="328"/>
            <ac:spMk id="8" creationId="{0D3C3F1F-CE45-4E11-853C-F0EC1E135B60}"/>
          </ac:spMkLst>
        </pc:spChg>
        <pc:spChg chg="add mod">
          <ac:chgData name="Nông Văn Tình" userId="65f03aa13cf31854" providerId="LiveId" clId="{D307B703-989E-4B55-8930-2B3480A4776C}" dt="2024-07-18T15:09:08.893" v="175"/>
          <ac:spMkLst>
            <pc:docMk/>
            <pc:sldMk cId="1153237413" sldId="328"/>
            <ac:spMk id="9" creationId="{E10F9B12-560E-795D-AF5A-3F40EAA7B8A0}"/>
          </ac:spMkLst>
        </pc:spChg>
        <pc:spChg chg="del mod">
          <ac:chgData name="Nông Văn Tình" userId="65f03aa13cf31854" providerId="LiveId" clId="{D307B703-989E-4B55-8930-2B3480A4776C}" dt="2024-07-18T15:08:18.704" v="156" actId="478"/>
          <ac:spMkLst>
            <pc:docMk/>
            <pc:sldMk cId="1153237413" sldId="328"/>
            <ac:spMk id="10" creationId="{E4B5B175-3DB1-4A92-A388-488A40590B34}"/>
          </ac:spMkLst>
        </pc:spChg>
        <pc:spChg chg="add mod">
          <ac:chgData name="Nông Văn Tình" userId="65f03aa13cf31854" providerId="LiveId" clId="{D307B703-989E-4B55-8930-2B3480A4776C}" dt="2024-07-18T15:09:08.893" v="175"/>
          <ac:spMkLst>
            <pc:docMk/>
            <pc:sldMk cId="1153237413" sldId="328"/>
            <ac:spMk id="12" creationId="{84241603-8EB2-B379-50B6-B136CBF5F48D}"/>
          </ac:spMkLst>
        </pc:spChg>
        <pc:spChg chg="add mod">
          <ac:chgData name="Nông Văn Tình" userId="65f03aa13cf31854" providerId="LiveId" clId="{D307B703-989E-4B55-8930-2B3480A4776C}" dt="2024-07-18T15:09:08.893" v="175"/>
          <ac:spMkLst>
            <pc:docMk/>
            <pc:sldMk cId="1153237413" sldId="328"/>
            <ac:spMk id="13" creationId="{B98151FF-6F55-367F-0DB8-685467271AFC}"/>
          </ac:spMkLst>
        </pc:spChg>
        <pc:spChg chg="add mod">
          <ac:chgData name="Nông Văn Tình" userId="65f03aa13cf31854" providerId="LiveId" clId="{D307B703-989E-4B55-8930-2B3480A4776C}" dt="2024-07-18T15:09:08.893" v="175"/>
          <ac:spMkLst>
            <pc:docMk/>
            <pc:sldMk cId="1153237413" sldId="328"/>
            <ac:spMk id="14" creationId="{8681D882-0C7C-BBAE-C2CD-879453D00252}"/>
          </ac:spMkLst>
        </pc:spChg>
        <pc:picChg chg="add mod">
          <ac:chgData name="Nông Văn Tình" userId="65f03aa13cf31854" providerId="LiveId" clId="{D307B703-989E-4B55-8930-2B3480A4776C}" dt="2024-07-18T15:08:14.308" v="153"/>
          <ac:picMkLst>
            <pc:docMk/>
            <pc:sldMk cId="1153237413" sldId="328"/>
            <ac:picMk id="4" creationId="{EE4288D2-6691-2F53-06B2-B3CAE6CC43AA}"/>
          </ac:picMkLst>
        </pc:picChg>
        <pc:picChg chg="add mod">
          <ac:chgData name="Nông Văn Tình" userId="65f03aa13cf31854" providerId="LiveId" clId="{D307B703-989E-4B55-8930-2B3480A4776C}" dt="2024-07-18T15:09:55.546" v="180" actId="1076"/>
          <ac:picMkLst>
            <pc:docMk/>
            <pc:sldMk cId="1153237413" sldId="328"/>
            <ac:picMk id="6" creationId="{307E5691-CCC8-7571-7D9C-F0301D0BBA1C}"/>
          </ac:picMkLst>
        </pc:picChg>
        <pc:picChg chg="del">
          <ac:chgData name="Nông Văn Tình" userId="65f03aa13cf31854" providerId="LiveId" clId="{D307B703-989E-4B55-8930-2B3480A4776C}" dt="2024-07-18T15:08:13.475" v="152" actId="478"/>
          <ac:picMkLst>
            <pc:docMk/>
            <pc:sldMk cId="1153237413" sldId="328"/>
            <ac:picMk id="11" creationId="{FE844A86-5BED-4C73-8287-460FF49F0282}"/>
          </ac:picMkLst>
        </pc:picChg>
        <pc:picChg chg="add mod">
          <ac:chgData name="Nông Văn Tình" userId="65f03aa13cf31854" providerId="LiveId" clId="{D307B703-989E-4B55-8930-2B3480A4776C}" dt="2024-07-18T15:09:08.893" v="175"/>
          <ac:picMkLst>
            <pc:docMk/>
            <pc:sldMk cId="1153237413" sldId="328"/>
            <ac:picMk id="2050" creationId="{5FD6ABCB-0653-2B17-8650-72083DFF9E7A}"/>
          </ac:picMkLst>
        </pc:picChg>
      </pc:sldChg>
      <pc:sldChg chg="delSp modSp add mod modTransition modAnim">
        <pc:chgData name="Nông Văn Tình" userId="65f03aa13cf31854" providerId="LiveId" clId="{D307B703-989E-4B55-8930-2B3480A4776C}" dt="2024-07-23T16:21:40.304" v="3202" actId="2711"/>
        <pc:sldMkLst>
          <pc:docMk/>
          <pc:sldMk cId="162423157" sldId="329"/>
        </pc:sldMkLst>
        <pc:spChg chg="mod">
          <ac:chgData name="Nông Văn Tình" userId="65f03aa13cf31854" providerId="LiveId" clId="{D307B703-989E-4B55-8930-2B3480A4776C}" dt="2024-07-23T16:21:40.304" v="3202" actId="2711"/>
          <ac:spMkLst>
            <pc:docMk/>
            <pc:sldMk cId="162423157" sldId="329"/>
            <ac:spMk id="2" creationId="{CE9762E5-E86A-BF1C-C0B4-5CF7E6476063}"/>
          </ac:spMkLst>
        </pc:spChg>
        <pc:spChg chg="del">
          <ac:chgData name="Nông Văn Tình" userId="65f03aa13cf31854" providerId="LiveId" clId="{D307B703-989E-4B55-8930-2B3480A4776C}" dt="2024-07-21T05:22:01.945" v="981" actId="478"/>
          <ac:spMkLst>
            <pc:docMk/>
            <pc:sldMk cId="162423157" sldId="329"/>
            <ac:spMk id="7" creationId="{E08ECBEB-2701-062A-8BE6-363497690E6E}"/>
          </ac:spMkLst>
        </pc:spChg>
        <pc:spChg chg="mod">
          <ac:chgData name="Nông Văn Tình" userId="65f03aa13cf31854" providerId="LiveId" clId="{D307B703-989E-4B55-8930-2B3480A4776C}" dt="2024-07-23T16:21:40.304" v="3202" actId="2711"/>
          <ac:spMkLst>
            <pc:docMk/>
            <pc:sldMk cId="162423157" sldId="329"/>
            <ac:spMk id="11" creationId="{71FBEBCE-54C9-42AF-A5E8-B020E18BE23F}"/>
          </ac:spMkLst>
        </pc:spChg>
        <pc:spChg chg="del mod">
          <ac:chgData name="Nông Văn Tình" userId="65f03aa13cf31854" providerId="LiveId" clId="{D307B703-989E-4B55-8930-2B3480A4776C}" dt="2024-07-23T15:57:02.140" v="3014" actId="21"/>
          <ac:spMkLst>
            <pc:docMk/>
            <pc:sldMk cId="162423157" sldId="329"/>
            <ac:spMk id="16" creationId="{9CBE5CCF-6182-4AC7-862A-D62B8542752F}"/>
          </ac:spMkLst>
        </pc:spChg>
      </pc:sldChg>
      <pc:sldChg chg="delSp modSp add mod modTransition modAnim">
        <pc:chgData name="Nông Văn Tình" userId="65f03aa13cf31854" providerId="LiveId" clId="{D307B703-989E-4B55-8930-2B3480A4776C}" dt="2024-07-23T16:21:49.772" v="3203" actId="2711"/>
        <pc:sldMkLst>
          <pc:docMk/>
          <pc:sldMk cId="105993505" sldId="330"/>
        </pc:sldMkLst>
        <pc:spChg chg="del">
          <ac:chgData name="Nông Văn Tình" userId="65f03aa13cf31854" providerId="LiveId" clId="{D307B703-989E-4B55-8930-2B3480A4776C}" dt="2024-07-21T05:24:54.415" v="1153" actId="478"/>
          <ac:spMkLst>
            <pc:docMk/>
            <pc:sldMk cId="105993505" sldId="330"/>
            <ac:spMk id="2" creationId="{CE9762E5-E86A-BF1C-C0B4-5CF7E6476063}"/>
          </ac:spMkLst>
        </pc:spChg>
        <pc:spChg chg="mod">
          <ac:chgData name="Nông Văn Tình" userId="65f03aa13cf31854" providerId="LiveId" clId="{D307B703-989E-4B55-8930-2B3480A4776C}" dt="2024-07-23T16:21:49.772" v="3203" actId="2711"/>
          <ac:spMkLst>
            <pc:docMk/>
            <pc:sldMk cId="105993505" sldId="330"/>
            <ac:spMk id="11" creationId="{71FBEBCE-54C9-42AF-A5E8-B020E18BE23F}"/>
          </ac:spMkLst>
        </pc:spChg>
        <pc:spChg chg="del mod">
          <ac:chgData name="Nông Văn Tình" userId="65f03aa13cf31854" providerId="LiveId" clId="{D307B703-989E-4B55-8930-2B3480A4776C}" dt="2024-07-23T15:57:05.035" v="3015" actId="21"/>
          <ac:spMkLst>
            <pc:docMk/>
            <pc:sldMk cId="105993505" sldId="330"/>
            <ac:spMk id="16" creationId="{9CBE5CCF-6182-4AC7-862A-D62B8542752F}"/>
          </ac:spMkLst>
        </pc:spChg>
      </pc:sldChg>
      <pc:sldChg chg="addSp delSp modSp add mod modTransition addAnim delAnim modAnim">
        <pc:chgData name="Nông Văn Tình" userId="65f03aa13cf31854" providerId="LiveId" clId="{D307B703-989E-4B55-8930-2B3480A4776C}" dt="2024-07-26T00:38:08.670" v="3754" actId="1076"/>
        <pc:sldMkLst>
          <pc:docMk/>
          <pc:sldMk cId="1291199453" sldId="331"/>
        </pc:sldMkLst>
        <pc:spChg chg="del mod">
          <ac:chgData name="Nông Văn Tình" userId="65f03aa13cf31854" providerId="LiveId" clId="{D307B703-989E-4B55-8930-2B3480A4776C}" dt="2024-07-23T15:57:14.577" v="3016" actId="478"/>
          <ac:spMkLst>
            <pc:docMk/>
            <pc:sldMk cId="1291199453" sldId="331"/>
            <ac:spMk id="2" creationId="{CE9762E5-E86A-BF1C-C0B4-5CF7E6476063}"/>
          </ac:spMkLst>
        </pc:spChg>
        <pc:spChg chg="add del mod">
          <ac:chgData name="Nông Văn Tình" userId="65f03aa13cf31854" providerId="LiveId" clId="{D307B703-989E-4B55-8930-2B3480A4776C}" dt="2024-07-21T13:33:16.071" v="1421" actId="478"/>
          <ac:spMkLst>
            <pc:docMk/>
            <pc:sldMk cId="1291199453" sldId="331"/>
            <ac:spMk id="4" creationId="{3BC0017E-E2CF-5611-5B13-E20D3A438695}"/>
          </ac:spMkLst>
        </pc:spChg>
        <pc:spChg chg="add del mod">
          <ac:chgData name="Nông Văn Tình" userId="65f03aa13cf31854" providerId="LiveId" clId="{D307B703-989E-4B55-8930-2B3480A4776C}" dt="2024-07-21T13:30:00.018" v="1402" actId="478"/>
          <ac:spMkLst>
            <pc:docMk/>
            <pc:sldMk cId="1291199453" sldId="331"/>
            <ac:spMk id="6" creationId="{AA49C59A-FB11-AC8B-9391-4A47212DD010}"/>
          </ac:spMkLst>
        </pc:spChg>
        <pc:spChg chg="mod">
          <ac:chgData name="Nông Văn Tình" userId="65f03aa13cf31854" providerId="LiveId" clId="{D307B703-989E-4B55-8930-2B3480A4776C}" dt="2024-07-23T16:00:46.236" v="3045" actId="1076"/>
          <ac:spMkLst>
            <pc:docMk/>
            <pc:sldMk cId="1291199453" sldId="331"/>
            <ac:spMk id="7" creationId="{E08ECBEB-2701-062A-8BE6-363497690E6E}"/>
          </ac:spMkLst>
        </pc:spChg>
        <pc:spChg chg="add mod">
          <ac:chgData name="Nông Văn Tình" userId="65f03aa13cf31854" providerId="LiveId" clId="{D307B703-989E-4B55-8930-2B3480A4776C}" dt="2024-07-23T16:04:55.903" v="3062" actId="1076"/>
          <ac:spMkLst>
            <pc:docMk/>
            <pc:sldMk cId="1291199453" sldId="331"/>
            <ac:spMk id="10" creationId="{42FEC4FC-F488-4BA5-1DB1-53C341583486}"/>
          </ac:spMkLst>
        </pc:spChg>
        <pc:spChg chg="add del mod">
          <ac:chgData name="Nông Văn Tình" userId="65f03aa13cf31854" providerId="LiveId" clId="{D307B703-989E-4B55-8930-2B3480A4776C}" dt="2024-07-26T00:38:08.670" v="3754" actId="1076"/>
          <ac:spMkLst>
            <pc:docMk/>
            <pc:sldMk cId="1291199453" sldId="331"/>
            <ac:spMk id="11" creationId="{71FBEBCE-54C9-42AF-A5E8-B020E18BE23F}"/>
          </ac:spMkLst>
        </pc:spChg>
        <pc:spChg chg="add del mod">
          <ac:chgData name="Nông Văn Tình" userId="65f03aa13cf31854" providerId="LiveId" clId="{D307B703-989E-4B55-8930-2B3480A4776C}" dt="2024-07-21T13:33:20.989" v="1424" actId="478"/>
          <ac:spMkLst>
            <pc:docMk/>
            <pc:sldMk cId="1291199453" sldId="331"/>
            <ac:spMk id="12" creationId="{6889DFBB-0B82-A6B1-1EBE-C44DF44391AC}"/>
          </ac:spMkLst>
        </pc:spChg>
        <pc:spChg chg="add mod">
          <ac:chgData name="Nông Văn Tình" userId="65f03aa13cf31854" providerId="LiveId" clId="{D307B703-989E-4B55-8930-2B3480A4776C}" dt="2024-07-23T16:05:30.696" v="3066" actId="1076"/>
          <ac:spMkLst>
            <pc:docMk/>
            <pc:sldMk cId="1291199453" sldId="331"/>
            <ac:spMk id="14" creationId="{96C96E17-1226-0F35-BB60-257357B34691}"/>
          </ac:spMkLst>
        </pc:spChg>
        <pc:spChg chg="add mod">
          <ac:chgData name="Nông Văn Tình" userId="65f03aa13cf31854" providerId="LiveId" clId="{D307B703-989E-4B55-8930-2B3480A4776C}" dt="2024-07-21T13:35:07.701" v="1551" actId="571"/>
          <ac:spMkLst>
            <pc:docMk/>
            <pc:sldMk cId="1291199453" sldId="331"/>
            <ac:spMk id="15" creationId="{30826C01-F31D-1E15-0BB4-351550F2E519}"/>
          </ac:spMkLst>
        </pc:spChg>
        <pc:spChg chg="del mod">
          <ac:chgData name="Nông Văn Tình" userId="65f03aa13cf31854" providerId="LiveId" clId="{D307B703-989E-4B55-8930-2B3480A4776C}" dt="2024-07-23T15:56:22.603" v="3000" actId="21"/>
          <ac:spMkLst>
            <pc:docMk/>
            <pc:sldMk cId="1291199453" sldId="331"/>
            <ac:spMk id="16" creationId="{9CBE5CCF-6182-4AC7-862A-D62B8542752F}"/>
          </ac:spMkLst>
        </pc:spChg>
        <pc:spChg chg="add del mod">
          <ac:chgData name="Nông Văn Tình" userId="65f03aa13cf31854" providerId="LiveId" clId="{D307B703-989E-4B55-8930-2B3480A4776C}" dt="2024-07-21T13:36:08.635" v="1615" actId="21"/>
          <ac:spMkLst>
            <pc:docMk/>
            <pc:sldMk cId="1291199453" sldId="331"/>
            <ac:spMk id="17" creationId="{0E5F7583-0930-2984-1062-DC780D5E2FDC}"/>
          </ac:spMkLst>
        </pc:spChg>
        <pc:picChg chg="add del mod">
          <ac:chgData name="Nông Văn Tình" userId="65f03aa13cf31854" providerId="LiveId" clId="{D307B703-989E-4B55-8930-2B3480A4776C}" dt="2024-07-21T13:29:55.754" v="1401" actId="478"/>
          <ac:picMkLst>
            <pc:docMk/>
            <pc:sldMk cId="1291199453" sldId="331"/>
            <ac:picMk id="5" creationId="{4154FF0E-F573-1E71-6F47-6A7C51E3C629}"/>
          </ac:picMkLst>
        </pc:picChg>
        <pc:picChg chg="add mod">
          <ac:chgData name="Nông Văn Tình" userId="65f03aa13cf31854" providerId="LiveId" clId="{D307B703-989E-4B55-8930-2B3480A4776C}" dt="2024-07-23T16:02:53.843" v="3060" actId="1076"/>
          <ac:picMkLst>
            <pc:docMk/>
            <pc:sldMk cId="1291199453" sldId="331"/>
            <ac:picMk id="9" creationId="{767D2D4D-245E-3796-A30E-F23F3D050F5E}"/>
          </ac:picMkLst>
        </pc:picChg>
      </pc:sldChg>
      <pc:sldChg chg="addSp modSp add del mod modTransition modAnim">
        <pc:chgData name="Nông Văn Tình" userId="65f03aa13cf31854" providerId="LiveId" clId="{D307B703-989E-4B55-8930-2B3480A4776C}" dt="2024-07-21T13:44:32.469" v="1762" actId="47"/>
        <pc:sldMkLst>
          <pc:docMk/>
          <pc:sldMk cId="3114274087" sldId="332"/>
        </pc:sldMkLst>
        <pc:spChg chg="add mod">
          <ac:chgData name="Nông Văn Tình" userId="65f03aa13cf31854" providerId="LiveId" clId="{D307B703-989E-4B55-8930-2B3480A4776C}" dt="2024-07-21T13:10:39.409" v="1250" actId="403"/>
          <ac:spMkLst>
            <pc:docMk/>
            <pc:sldMk cId="3114274087" sldId="332"/>
            <ac:spMk id="3" creationId="{981B944D-C7A9-2D8E-4683-6091F2185CE2}"/>
          </ac:spMkLst>
        </pc:spChg>
        <pc:spChg chg="mod">
          <ac:chgData name="Nông Văn Tình" userId="65f03aa13cf31854" providerId="LiveId" clId="{D307B703-989E-4B55-8930-2B3480A4776C}" dt="2024-07-21T13:09:36.821" v="1228" actId="20577"/>
          <ac:spMkLst>
            <pc:docMk/>
            <pc:sldMk cId="3114274087" sldId="332"/>
            <ac:spMk id="7" creationId="{E08ECBEB-2701-062A-8BE6-363497690E6E}"/>
          </ac:spMkLst>
        </pc:spChg>
        <pc:spChg chg="mod">
          <ac:chgData name="Nông Văn Tình" userId="65f03aa13cf31854" providerId="LiveId" clId="{D307B703-989E-4B55-8930-2B3480A4776C}" dt="2024-07-21T13:10:16.798" v="1241"/>
          <ac:spMkLst>
            <pc:docMk/>
            <pc:sldMk cId="3114274087" sldId="332"/>
            <ac:spMk id="11" creationId="{71FBEBCE-54C9-42AF-A5E8-B020E18BE23F}"/>
          </ac:spMkLst>
        </pc:spChg>
      </pc:sldChg>
      <pc:sldChg chg="addSp delSp modSp add mod ord modTransition delAnim modAnim">
        <pc:chgData name="Nông Văn Tình" userId="65f03aa13cf31854" providerId="LiveId" clId="{D307B703-989E-4B55-8930-2B3480A4776C}" dt="2024-07-23T16:24:45.917" v="3215" actId="1076"/>
        <pc:sldMkLst>
          <pc:docMk/>
          <pc:sldMk cId="88694043" sldId="333"/>
        </pc:sldMkLst>
        <pc:spChg chg="del">
          <ac:chgData name="Nông Văn Tình" userId="65f03aa13cf31854" providerId="LiveId" clId="{D307B703-989E-4B55-8930-2B3480A4776C}" dt="2024-07-23T15:57:31.218" v="3020" actId="478"/>
          <ac:spMkLst>
            <pc:docMk/>
            <pc:sldMk cId="88694043" sldId="333"/>
            <ac:spMk id="2" creationId="{CE9762E5-E86A-BF1C-C0B4-5CF7E6476063}"/>
          </ac:spMkLst>
        </pc:spChg>
        <pc:spChg chg="add mod">
          <ac:chgData name="Nông Văn Tình" userId="65f03aa13cf31854" providerId="LiveId" clId="{D307B703-989E-4B55-8930-2B3480A4776C}" dt="2024-07-23T16:18:34.798" v="3174" actId="2711"/>
          <ac:spMkLst>
            <pc:docMk/>
            <pc:sldMk cId="88694043" sldId="333"/>
            <ac:spMk id="3" creationId="{E34591D9-9E35-52CC-2B93-504E66169804}"/>
          </ac:spMkLst>
        </pc:spChg>
        <pc:spChg chg="del mod">
          <ac:chgData name="Nông Văn Tình" userId="65f03aa13cf31854" providerId="LiveId" clId="{D307B703-989E-4B55-8930-2B3480A4776C}" dt="2024-07-21T13:15:32.783" v="1275" actId="478"/>
          <ac:spMkLst>
            <pc:docMk/>
            <pc:sldMk cId="88694043" sldId="333"/>
            <ac:spMk id="4" creationId="{3BC0017E-E2CF-5611-5B13-E20D3A438695}"/>
          </ac:spMkLst>
        </pc:spChg>
        <pc:spChg chg="del">
          <ac:chgData name="Nông Văn Tình" userId="65f03aa13cf31854" providerId="LiveId" clId="{D307B703-989E-4B55-8930-2B3480A4776C}" dt="2024-07-21T13:15:35.302" v="1277" actId="478"/>
          <ac:spMkLst>
            <pc:docMk/>
            <pc:sldMk cId="88694043" sldId="333"/>
            <ac:spMk id="6" creationId="{AA49C59A-FB11-AC8B-9391-4A47212DD010}"/>
          </ac:spMkLst>
        </pc:spChg>
        <pc:spChg chg="del">
          <ac:chgData name="Nông Văn Tình" userId="65f03aa13cf31854" providerId="LiveId" clId="{D307B703-989E-4B55-8930-2B3480A4776C}" dt="2024-07-21T13:41:08.741" v="1727" actId="478"/>
          <ac:spMkLst>
            <pc:docMk/>
            <pc:sldMk cId="88694043" sldId="333"/>
            <ac:spMk id="7" creationId="{E08ECBEB-2701-062A-8BE6-363497690E6E}"/>
          </ac:spMkLst>
        </pc:spChg>
        <pc:spChg chg="add mod">
          <ac:chgData name="Nông Văn Tình" userId="65f03aa13cf31854" providerId="LiveId" clId="{D307B703-989E-4B55-8930-2B3480A4776C}" dt="2024-07-23T16:18:34.798" v="3174" actId="2711"/>
          <ac:spMkLst>
            <pc:docMk/>
            <pc:sldMk cId="88694043" sldId="333"/>
            <ac:spMk id="8" creationId="{AADF9C56-B2BB-6B7C-90AC-33A3DF35ED4E}"/>
          </ac:spMkLst>
        </pc:spChg>
        <pc:spChg chg="add del mod">
          <ac:chgData name="Nông Văn Tình" userId="65f03aa13cf31854" providerId="LiveId" clId="{D307B703-989E-4B55-8930-2B3480A4776C}" dt="2024-07-21T13:30:24.560" v="1403" actId="21"/>
          <ac:spMkLst>
            <pc:docMk/>
            <pc:sldMk cId="88694043" sldId="333"/>
            <ac:spMk id="10" creationId="{42FEC4FC-F488-4BA5-1DB1-53C341583486}"/>
          </ac:spMkLst>
        </pc:spChg>
        <pc:spChg chg="del">
          <ac:chgData name="Nông Văn Tình" userId="65f03aa13cf31854" providerId="LiveId" clId="{D307B703-989E-4B55-8930-2B3480A4776C}" dt="2024-07-21T13:15:33.761" v="1276" actId="478"/>
          <ac:spMkLst>
            <pc:docMk/>
            <pc:sldMk cId="88694043" sldId="333"/>
            <ac:spMk id="11" creationId="{71FBEBCE-54C9-42AF-A5E8-B020E18BE23F}"/>
          </ac:spMkLst>
        </pc:spChg>
        <pc:spChg chg="add mod">
          <ac:chgData name="Nông Văn Tình" userId="65f03aa13cf31854" providerId="LiveId" clId="{D307B703-989E-4B55-8930-2B3480A4776C}" dt="2024-07-23T16:18:34.798" v="3174" actId="2711"/>
          <ac:spMkLst>
            <pc:docMk/>
            <pc:sldMk cId="88694043" sldId="333"/>
            <ac:spMk id="12" creationId="{BBF3B67F-A989-C7C4-4F4E-51B9DB402D78}"/>
          </ac:spMkLst>
        </pc:spChg>
        <pc:spChg chg="del">
          <ac:chgData name="Nông Văn Tình" userId="65f03aa13cf31854" providerId="LiveId" clId="{D307B703-989E-4B55-8930-2B3480A4776C}" dt="2024-07-23T15:56:35.048" v="3004" actId="21"/>
          <ac:spMkLst>
            <pc:docMk/>
            <pc:sldMk cId="88694043" sldId="333"/>
            <ac:spMk id="16" creationId="{9CBE5CCF-6182-4AC7-862A-D62B8542752F}"/>
          </ac:spMkLst>
        </pc:spChg>
        <pc:picChg chg="del">
          <ac:chgData name="Nông Văn Tình" userId="65f03aa13cf31854" providerId="LiveId" clId="{D307B703-989E-4B55-8930-2B3480A4776C}" dt="2024-07-21T13:15:29.393" v="1273" actId="478"/>
          <ac:picMkLst>
            <pc:docMk/>
            <pc:sldMk cId="88694043" sldId="333"/>
            <ac:picMk id="5" creationId="{4154FF0E-F573-1E71-6F47-6A7C51E3C629}"/>
          </ac:picMkLst>
        </pc:picChg>
        <pc:picChg chg="add del mod">
          <ac:chgData name="Nông Văn Tình" userId="65f03aa13cf31854" providerId="LiveId" clId="{D307B703-989E-4B55-8930-2B3480A4776C}" dt="2024-07-21T13:30:24.560" v="1403" actId="21"/>
          <ac:picMkLst>
            <pc:docMk/>
            <pc:sldMk cId="88694043" sldId="333"/>
            <ac:picMk id="9" creationId="{767D2D4D-245E-3796-A30E-F23F3D050F5E}"/>
          </ac:picMkLst>
        </pc:picChg>
        <pc:picChg chg="add mod">
          <ac:chgData name="Nông Văn Tình" userId="65f03aa13cf31854" providerId="LiveId" clId="{D307B703-989E-4B55-8930-2B3480A4776C}" dt="2024-07-23T16:24:45.917" v="3215" actId="1076"/>
          <ac:picMkLst>
            <pc:docMk/>
            <pc:sldMk cId="88694043" sldId="333"/>
            <ac:picMk id="1026" creationId="{34D6B67E-89DB-D75C-4C9C-4AC0704E243D}"/>
          </ac:picMkLst>
        </pc:picChg>
      </pc:sldChg>
      <pc:sldChg chg="addSp delSp modSp add mod ord modTransition modAnim">
        <pc:chgData name="Nông Văn Tình" userId="65f03aa13cf31854" providerId="LiveId" clId="{D307B703-989E-4B55-8930-2B3480A4776C}" dt="2024-07-23T16:23:23.505" v="3213" actId="21"/>
        <pc:sldMkLst>
          <pc:docMk/>
          <pc:sldMk cId="977846404" sldId="334"/>
        </pc:sldMkLst>
        <pc:spChg chg="del">
          <ac:chgData name="Nông Văn Tình" userId="65f03aa13cf31854" providerId="LiveId" clId="{D307B703-989E-4B55-8930-2B3480A4776C}" dt="2024-07-23T15:57:27.254" v="3019" actId="478"/>
          <ac:spMkLst>
            <pc:docMk/>
            <pc:sldMk cId="977846404" sldId="334"/>
            <ac:spMk id="2" creationId="{CE9762E5-E86A-BF1C-C0B4-5CF7E6476063}"/>
          </ac:spMkLst>
        </pc:spChg>
        <pc:spChg chg="mod">
          <ac:chgData name="Nông Văn Tình" userId="65f03aa13cf31854" providerId="LiveId" clId="{D307B703-989E-4B55-8930-2B3480A4776C}" dt="2024-07-23T16:17:12.200" v="3157" actId="14100"/>
          <ac:spMkLst>
            <pc:docMk/>
            <pc:sldMk cId="977846404" sldId="334"/>
            <ac:spMk id="3" creationId="{E34591D9-9E35-52CC-2B93-504E66169804}"/>
          </ac:spMkLst>
        </pc:spChg>
        <pc:spChg chg="add del mod">
          <ac:chgData name="Nông Văn Tình" userId="65f03aa13cf31854" providerId="LiveId" clId="{D307B703-989E-4B55-8930-2B3480A4776C}" dt="2024-07-21T13:17:14.479" v="1292" actId="478"/>
          <ac:spMkLst>
            <pc:docMk/>
            <pc:sldMk cId="977846404" sldId="334"/>
            <ac:spMk id="4" creationId="{4F324167-EBE4-526A-00F8-C0EE85E313BC}"/>
          </ac:spMkLst>
        </pc:spChg>
        <pc:spChg chg="add del mod">
          <ac:chgData name="Nông Văn Tình" userId="65f03aa13cf31854" providerId="LiveId" clId="{D307B703-989E-4B55-8930-2B3480A4776C}" dt="2024-07-21T13:17:18.045" v="1293" actId="478"/>
          <ac:spMkLst>
            <pc:docMk/>
            <pc:sldMk cId="977846404" sldId="334"/>
            <ac:spMk id="5" creationId="{4DABD8E4-3442-3E5A-BD0D-868DE4A37616}"/>
          </ac:spMkLst>
        </pc:spChg>
        <pc:spChg chg="add del mod">
          <ac:chgData name="Nông Văn Tình" userId="65f03aa13cf31854" providerId="LiveId" clId="{D307B703-989E-4B55-8930-2B3480A4776C}" dt="2024-07-21T13:17:34.866" v="1302" actId="478"/>
          <ac:spMkLst>
            <pc:docMk/>
            <pc:sldMk cId="977846404" sldId="334"/>
            <ac:spMk id="6" creationId="{50F80D51-D8B1-BDEC-9ED2-1381FBA26FB7}"/>
          </ac:spMkLst>
        </pc:spChg>
        <pc:spChg chg="del">
          <ac:chgData name="Nông Văn Tình" userId="65f03aa13cf31854" providerId="LiveId" clId="{D307B703-989E-4B55-8930-2B3480A4776C}" dt="2024-07-21T13:42:56.301" v="1744" actId="478"/>
          <ac:spMkLst>
            <pc:docMk/>
            <pc:sldMk cId="977846404" sldId="334"/>
            <ac:spMk id="7" creationId="{E08ECBEB-2701-062A-8BE6-363497690E6E}"/>
          </ac:spMkLst>
        </pc:spChg>
        <pc:spChg chg="add del mod">
          <ac:chgData name="Nông Văn Tình" userId="65f03aa13cf31854" providerId="LiveId" clId="{D307B703-989E-4B55-8930-2B3480A4776C}" dt="2024-07-23T16:23:23.505" v="3213" actId="21"/>
          <ac:spMkLst>
            <pc:docMk/>
            <pc:sldMk cId="977846404" sldId="334"/>
            <ac:spMk id="8" creationId="{AADF9C56-B2BB-6B7C-90AC-33A3DF35ED4E}"/>
          </ac:spMkLst>
        </pc:spChg>
        <pc:spChg chg="del">
          <ac:chgData name="Nông Văn Tình" userId="65f03aa13cf31854" providerId="LiveId" clId="{D307B703-989E-4B55-8930-2B3480A4776C}" dt="2024-07-21T13:17:03.236" v="1289" actId="478"/>
          <ac:spMkLst>
            <pc:docMk/>
            <pc:sldMk cId="977846404" sldId="334"/>
            <ac:spMk id="10" creationId="{42FEC4FC-F488-4BA5-1DB1-53C341583486}"/>
          </ac:spMkLst>
        </pc:spChg>
        <pc:spChg chg="add del">
          <ac:chgData name="Nông Văn Tình" userId="65f03aa13cf31854" providerId="LiveId" clId="{D307B703-989E-4B55-8930-2B3480A4776C}" dt="2024-07-21T13:42:36.710" v="1741" actId="22"/>
          <ac:spMkLst>
            <pc:docMk/>
            <pc:sldMk cId="977846404" sldId="334"/>
            <ac:spMk id="12" creationId="{EAEB1143-01B4-EF7B-88EA-5FE96A2143AF}"/>
          </ac:spMkLst>
        </pc:spChg>
        <pc:spChg chg="add mod">
          <ac:chgData name="Nông Văn Tình" userId="65f03aa13cf31854" providerId="LiveId" clId="{D307B703-989E-4B55-8930-2B3480A4776C}" dt="2024-07-23T16:17:06.429" v="3156" actId="2711"/>
          <ac:spMkLst>
            <pc:docMk/>
            <pc:sldMk cId="977846404" sldId="334"/>
            <ac:spMk id="13" creationId="{9CED1F7E-D83A-78D1-94EA-09A509BF39EF}"/>
          </ac:spMkLst>
        </pc:spChg>
        <pc:spChg chg="del">
          <ac:chgData name="Nông Văn Tình" userId="65f03aa13cf31854" providerId="LiveId" clId="{D307B703-989E-4B55-8930-2B3480A4776C}" dt="2024-07-23T15:56:31.988" v="3003" actId="21"/>
          <ac:spMkLst>
            <pc:docMk/>
            <pc:sldMk cId="977846404" sldId="334"/>
            <ac:spMk id="16" creationId="{9CBE5CCF-6182-4AC7-862A-D62B8542752F}"/>
          </ac:spMkLst>
        </pc:spChg>
        <pc:picChg chg="del">
          <ac:chgData name="Nông Văn Tình" userId="65f03aa13cf31854" providerId="LiveId" clId="{D307B703-989E-4B55-8930-2B3480A4776C}" dt="2024-07-21T13:17:03.236" v="1289" actId="478"/>
          <ac:picMkLst>
            <pc:docMk/>
            <pc:sldMk cId="977846404" sldId="334"/>
            <ac:picMk id="9" creationId="{767D2D4D-245E-3796-A30E-F23F3D050F5E}"/>
          </ac:picMkLst>
        </pc:picChg>
      </pc:sldChg>
      <pc:sldChg chg="addSp delSp modSp add mod modTransition modAnim">
        <pc:chgData name="Nông Văn Tình" userId="65f03aa13cf31854" providerId="LiveId" clId="{D307B703-989E-4B55-8930-2B3480A4776C}" dt="2024-07-23T16:25:26.241" v="3224" actId="1076"/>
        <pc:sldMkLst>
          <pc:docMk/>
          <pc:sldMk cId="1707873830" sldId="335"/>
        </pc:sldMkLst>
        <pc:spChg chg="del">
          <ac:chgData name="Nông Văn Tình" userId="65f03aa13cf31854" providerId="LiveId" clId="{D307B703-989E-4B55-8930-2B3480A4776C}" dt="2024-07-23T15:57:37.164" v="3022" actId="478"/>
          <ac:spMkLst>
            <pc:docMk/>
            <pc:sldMk cId="1707873830" sldId="335"/>
            <ac:spMk id="2" creationId="{CE9762E5-E86A-BF1C-C0B4-5CF7E6476063}"/>
          </ac:spMkLst>
        </pc:spChg>
        <pc:spChg chg="mod">
          <ac:chgData name="Nông Văn Tình" userId="65f03aa13cf31854" providerId="LiveId" clId="{D307B703-989E-4B55-8930-2B3480A4776C}" dt="2024-07-23T16:18:20.257" v="3171" actId="2711"/>
          <ac:spMkLst>
            <pc:docMk/>
            <pc:sldMk cId="1707873830" sldId="335"/>
            <ac:spMk id="3" creationId="{E34591D9-9E35-52CC-2B93-504E66169804}"/>
          </ac:spMkLst>
        </pc:spChg>
        <pc:spChg chg="add mod">
          <ac:chgData name="Nông Văn Tình" userId="65f03aa13cf31854" providerId="LiveId" clId="{D307B703-989E-4B55-8930-2B3480A4776C}" dt="2024-07-23T16:18:20.257" v="3171" actId="2711"/>
          <ac:spMkLst>
            <pc:docMk/>
            <pc:sldMk cId="1707873830" sldId="335"/>
            <ac:spMk id="5" creationId="{34C82600-1524-649F-8BF3-D24E128CFFB1}"/>
          </ac:spMkLst>
        </pc:spChg>
        <pc:spChg chg="mod">
          <ac:chgData name="Nông Văn Tình" userId="65f03aa13cf31854" providerId="LiveId" clId="{D307B703-989E-4B55-8930-2B3480A4776C}" dt="2024-07-23T16:18:20.257" v="3171" actId="2711"/>
          <ac:spMkLst>
            <pc:docMk/>
            <pc:sldMk cId="1707873830" sldId="335"/>
            <ac:spMk id="7" creationId="{E08ECBEB-2701-062A-8BE6-363497690E6E}"/>
          </ac:spMkLst>
        </pc:spChg>
        <pc:spChg chg="del mod">
          <ac:chgData name="Nông Văn Tình" userId="65f03aa13cf31854" providerId="LiveId" clId="{D307B703-989E-4B55-8930-2B3480A4776C}" dt="2024-07-21T13:18:06.596" v="1307" actId="478"/>
          <ac:spMkLst>
            <pc:docMk/>
            <pc:sldMk cId="1707873830" sldId="335"/>
            <ac:spMk id="8" creationId="{AADF9C56-B2BB-6B7C-90AC-33A3DF35ED4E}"/>
          </ac:spMkLst>
        </pc:spChg>
        <pc:spChg chg="add mod">
          <ac:chgData name="Nông Văn Tình" userId="65f03aa13cf31854" providerId="LiveId" clId="{D307B703-989E-4B55-8930-2B3480A4776C}" dt="2024-07-23T16:18:20.257" v="3171" actId="2711"/>
          <ac:spMkLst>
            <pc:docMk/>
            <pc:sldMk cId="1707873830" sldId="335"/>
            <ac:spMk id="8" creationId="{DA49437E-FEFC-62E0-BA37-31DA2F30D793}"/>
          </ac:spMkLst>
        </pc:spChg>
        <pc:spChg chg="del">
          <ac:chgData name="Nông Văn Tình" userId="65f03aa13cf31854" providerId="LiveId" clId="{D307B703-989E-4B55-8930-2B3480A4776C}" dt="2024-07-23T15:56:40.295" v="3006" actId="21"/>
          <ac:spMkLst>
            <pc:docMk/>
            <pc:sldMk cId="1707873830" sldId="335"/>
            <ac:spMk id="16" creationId="{9CBE5CCF-6182-4AC7-862A-D62B8542752F}"/>
          </ac:spMkLst>
        </pc:spChg>
        <pc:graphicFrameChg chg="add mod modGraphic">
          <ac:chgData name="Nông Văn Tình" userId="65f03aa13cf31854" providerId="LiveId" clId="{D307B703-989E-4B55-8930-2B3480A4776C}" dt="2024-07-23T16:25:26.241" v="3224" actId="1076"/>
          <ac:graphicFrameMkLst>
            <pc:docMk/>
            <pc:sldMk cId="1707873830" sldId="335"/>
            <ac:graphicFrameMk id="4" creationId="{B3906B4D-D79B-BC16-7901-B02A771E989D}"/>
          </ac:graphicFrameMkLst>
        </pc:graphicFrameChg>
      </pc:sldChg>
      <pc:sldChg chg="addSp delSp modSp add mod modTransition modAnim">
        <pc:chgData name="Nông Văn Tình" userId="65f03aa13cf31854" providerId="LiveId" clId="{D307B703-989E-4B55-8930-2B3480A4776C}" dt="2024-07-23T16:18:46.325" v="3175" actId="2711"/>
        <pc:sldMkLst>
          <pc:docMk/>
          <pc:sldMk cId="214536502" sldId="336"/>
        </pc:sldMkLst>
        <pc:spChg chg="del">
          <ac:chgData name="Nông Văn Tình" userId="65f03aa13cf31854" providerId="LiveId" clId="{D307B703-989E-4B55-8930-2B3480A4776C}" dt="2024-07-23T15:57:40.755" v="3023" actId="478"/>
          <ac:spMkLst>
            <pc:docMk/>
            <pc:sldMk cId="214536502" sldId="336"/>
            <ac:spMk id="2" creationId="{CE9762E5-E86A-BF1C-C0B4-5CF7E6476063}"/>
          </ac:spMkLst>
        </pc:spChg>
        <pc:spChg chg="mod">
          <ac:chgData name="Nông Văn Tình" userId="65f03aa13cf31854" providerId="LiveId" clId="{D307B703-989E-4B55-8930-2B3480A4776C}" dt="2024-07-23T16:18:46.325" v="3175" actId="2711"/>
          <ac:spMkLst>
            <pc:docMk/>
            <pc:sldMk cId="214536502" sldId="336"/>
            <ac:spMk id="3" creationId="{E34591D9-9E35-52CC-2B93-504E66169804}"/>
          </ac:spMkLst>
        </pc:spChg>
        <pc:spChg chg="del">
          <ac:chgData name="Nông Văn Tình" userId="65f03aa13cf31854" providerId="LiveId" clId="{D307B703-989E-4B55-8930-2B3480A4776C}" dt="2024-07-21T13:18:30.393" v="1311" actId="478"/>
          <ac:spMkLst>
            <pc:docMk/>
            <pc:sldMk cId="214536502" sldId="336"/>
            <ac:spMk id="5" creationId="{34C82600-1524-649F-8BF3-D24E128CFFB1}"/>
          </ac:spMkLst>
        </pc:spChg>
        <pc:spChg chg="add del mod">
          <ac:chgData name="Nông Văn Tình" userId="65f03aa13cf31854" providerId="LiveId" clId="{D307B703-989E-4B55-8930-2B3480A4776C}" dt="2024-07-21T13:18:39.278" v="1314" actId="478"/>
          <ac:spMkLst>
            <pc:docMk/>
            <pc:sldMk cId="214536502" sldId="336"/>
            <ac:spMk id="6" creationId="{D868CC89-9A09-5CAE-FA2F-AFAB4BAB0A0A}"/>
          </ac:spMkLst>
        </pc:spChg>
        <pc:spChg chg="mod">
          <ac:chgData name="Nông Văn Tình" userId="65f03aa13cf31854" providerId="LiveId" clId="{D307B703-989E-4B55-8930-2B3480A4776C}" dt="2024-07-23T16:18:46.325" v="3175" actId="2711"/>
          <ac:spMkLst>
            <pc:docMk/>
            <pc:sldMk cId="214536502" sldId="336"/>
            <ac:spMk id="7" creationId="{E08ECBEB-2701-062A-8BE6-363497690E6E}"/>
          </ac:spMkLst>
        </pc:spChg>
        <pc:spChg chg="add mod">
          <ac:chgData name="Nông Văn Tình" userId="65f03aa13cf31854" providerId="LiveId" clId="{D307B703-989E-4B55-8930-2B3480A4776C}" dt="2024-07-23T16:18:46.325" v="3175" actId="2711"/>
          <ac:spMkLst>
            <pc:docMk/>
            <pc:sldMk cId="214536502" sldId="336"/>
            <ac:spMk id="8" creationId="{B7F629A8-45BB-274C-DA73-CFABE55F06ED}"/>
          </ac:spMkLst>
        </pc:spChg>
        <pc:spChg chg="del">
          <ac:chgData name="Nông Văn Tình" userId="65f03aa13cf31854" providerId="LiveId" clId="{D307B703-989E-4B55-8930-2B3480A4776C}" dt="2024-07-23T15:56:42.452" v="3007" actId="21"/>
          <ac:spMkLst>
            <pc:docMk/>
            <pc:sldMk cId="214536502" sldId="336"/>
            <ac:spMk id="16" creationId="{9CBE5CCF-6182-4AC7-862A-D62B8542752F}"/>
          </ac:spMkLst>
        </pc:spChg>
        <pc:graphicFrameChg chg="del">
          <ac:chgData name="Nông Văn Tình" userId="65f03aa13cf31854" providerId="LiveId" clId="{D307B703-989E-4B55-8930-2B3480A4776C}" dt="2024-07-21T13:18:30.393" v="1311" actId="478"/>
          <ac:graphicFrameMkLst>
            <pc:docMk/>
            <pc:sldMk cId="214536502" sldId="336"/>
            <ac:graphicFrameMk id="4" creationId="{B3906B4D-D79B-BC16-7901-B02A771E989D}"/>
          </ac:graphicFrameMkLst>
        </pc:graphicFrameChg>
        <pc:picChg chg="add mod">
          <ac:chgData name="Nông Văn Tình" userId="65f03aa13cf31854" providerId="LiveId" clId="{D307B703-989E-4B55-8930-2B3480A4776C}" dt="2024-07-23T16:18:46.325" v="3175" actId="2711"/>
          <ac:picMkLst>
            <pc:docMk/>
            <pc:sldMk cId="214536502" sldId="336"/>
            <ac:picMk id="9" creationId="{FEE88F0E-768B-F75C-1E5B-04C85F7EC592}"/>
          </ac:picMkLst>
        </pc:picChg>
      </pc:sldChg>
      <pc:sldChg chg="addSp delSp modSp add mod ord modTransition modAnim">
        <pc:chgData name="Nông Văn Tình" userId="65f03aa13cf31854" providerId="LiveId" clId="{D307B703-989E-4B55-8930-2B3480A4776C}" dt="2024-07-23T16:19:40.974" v="3186" actId="1076"/>
        <pc:sldMkLst>
          <pc:docMk/>
          <pc:sldMk cId="3529422866" sldId="337"/>
        </pc:sldMkLst>
        <pc:spChg chg="del">
          <ac:chgData name="Nông Văn Tình" userId="65f03aa13cf31854" providerId="LiveId" clId="{D307B703-989E-4B55-8930-2B3480A4776C}" dt="2024-07-23T15:57:46.494" v="3025" actId="478"/>
          <ac:spMkLst>
            <pc:docMk/>
            <pc:sldMk cId="3529422866" sldId="337"/>
            <ac:spMk id="2" creationId="{CE9762E5-E86A-BF1C-C0B4-5CF7E6476063}"/>
          </ac:spMkLst>
        </pc:spChg>
        <pc:spChg chg="del">
          <ac:chgData name="Nông Văn Tình" userId="65f03aa13cf31854" providerId="LiveId" clId="{D307B703-989E-4B55-8930-2B3480A4776C}" dt="2024-07-21T13:45:54.484" v="1784" actId="478"/>
          <ac:spMkLst>
            <pc:docMk/>
            <pc:sldMk cId="3529422866" sldId="337"/>
            <ac:spMk id="3" creationId="{E34591D9-9E35-52CC-2B93-504E66169804}"/>
          </ac:spMkLst>
        </pc:spChg>
        <pc:spChg chg="add del mod">
          <ac:chgData name="Nông Văn Tình" userId="65f03aa13cf31854" providerId="LiveId" clId="{D307B703-989E-4B55-8930-2B3480A4776C}" dt="2024-07-21T13:45:58.269" v="1786" actId="478"/>
          <ac:spMkLst>
            <pc:docMk/>
            <pc:sldMk cId="3529422866" sldId="337"/>
            <ac:spMk id="4" creationId="{E8FDC48F-A672-0E44-83FF-3F6AB0519E36}"/>
          </ac:spMkLst>
        </pc:spChg>
        <pc:spChg chg="add mod">
          <ac:chgData name="Nông Văn Tình" userId="65f03aa13cf31854" providerId="LiveId" clId="{D307B703-989E-4B55-8930-2B3480A4776C}" dt="2024-07-23T16:19:27.270" v="3184" actId="14100"/>
          <ac:spMkLst>
            <pc:docMk/>
            <pc:sldMk cId="3529422866" sldId="337"/>
            <ac:spMk id="6" creationId="{F77D4766-0D69-915F-11BF-44948C5EE691}"/>
          </ac:spMkLst>
        </pc:spChg>
        <pc:spChg chg="mod">
          <ac:chgData name="Nông Văn Tình" userId="65f03aa13cf31854" providerId="LiveId" clId="{D307B703-989E-4B55-8930-2B3480A4776C}" dt="2024-07-23T16:19:22.589" v="3183" actId="14100"/>
          <ac:spMkLst>
            <pc:docMk/>
            <pc:sldMk cId="3529422866" sldId="337"/>
            <ac:spMk id="7" creationId="{E08ECBEB-2701-062A-8BE6-363497690E6E}"/>
          </ac:spMkLst>
        </pc:spChg>
        <pc:spChg chg="del">
          <ac:chgData name="Nông Văn Tình" userId="65f03aa13cf31854" providerId="LiveId" clId="{D307B703-989E-4B55-8930-2B3480A4776C}" dt="2024-07-21T13:18:58.260" v="1317" actId="478"/>
          <ac:spMkLst>
            <pc:docMk/>
            <pc:sldMk cId="3529422866" sldId="337"/>
            <ac:spMk id="8" creationId="{B7F629A8-45BB-274C-DA73-CFABE55F06ED}"/>
          </ac:spMkLst>
        </pc:spChg>
        <pc:spChg chg="add mod">
          <ac:chgData name="Nông Văn Tình" userId="65f03aa13cf31854" providerId="LiveId" clId="{D307B703-989E-4B55-8930-2B3480A4776C}" dt="2024-07-23T16:19:40.974" v="3186" actId="1076"/>
          <ac:spMkLst>
            <pc:docMk/>
            <pc:sldMk cId="3529422866" sldId="337"/>
            <ac:spMk id="11" creationId="{AB4A5D2F-C29B-506F-F966-D1F4910F0D62}"/>
          </ac:spMkLst>
        </pc:spChg>
        <pc:spChg chg="add mod">
          <ac:chgData name="Nông Văn Tình" userId="65f03aa13cf31854" providerId="LiveId" clId="{D307B703-989E-4B55-8930-2B3480A4776C}" dt="2024-07-23T16:19:35.668" v="3185" actId="14100"/>
          <ac:spMkLst>
            <pc:docMk/>
            <pc:sldMk cId="3529422866" sldId="337"/>
            <ac:spMk id="12" creationId="{0346ABF7-8359-850D-C9A9-6A9998AC2C58}"/>
          </ac:spMkLst>
        </pc:spChg>
        <pc:spChg chg="del">
          <ac:chgData name="Nông Văn Tình" userId="65f03aa13cf31854" providerId="LiveId" clId="{D307B703-989E-4B55-8930-2B3480A4776C}" dt="2024-07-23T15:56:47.608" v="3009" actId="21"/>
          <ac:spMkLst>
            <pc:docMk/>
            <pc:sldMk cId="3529422866" sldId="337"/>
            <ac:spMk id="16" creationId="{9CBE5CCF-6182-4AC7-862A-D62B8542752F}"/>
          </ac:spMkLst>
        </pc:spChg>
        <pc:picChg chg="add del mod">
          <ac:chgData name="Nông Văn Tình" userId="65f03aa13cf31854" providerId="LiveId" clId="{D307B703-989E-4B55-8930-2B3480A4776C}" dt="2024-07-21T13:45:52.813" v="1783" actId="478"/>
          <ac:picMkLst>
            <pc:docMk/>
            <pc:sldMk cId="3529422866" sldId="337"/>
            <ac:picMk id="5" creationId="{9B9D1D49-0FAF-A787-3CB4-59D6BC9C5F95}"/>
          </ac:picMkLst>
        </pc:picChg>
        <pc:picChg chg="del">
          <ac:chgData name="Nông Văn Tình" userId="65f03aa13cf31854" providerId="LiveId" clId="{D307B703-989E-4B55-8930-2B3480A4776C}" dt="2024-07-21T13:18:58.260" v="1317" actId="478"/>
          <ac:picMkLst>
            <pc:docMk/>
            <pc:sldMk cId="3529422866" sldId="337"/>
            <ac:picMk id="9" creationId="{FEE88F0E-768B-F75C-1E5B-04C85F7EC592}"/>
          </ac:picMkLst>
        </pc:picChg>
        <pc:picChg chg="add mod">
          <ac:chgData name="Nông Văn Tình" userId="65f03aa13cf31854" providerId="LiveId" clId="{D307B703-989E-4B55-8930-2B3480A4776C}" dt="2024-07-23T16:19:18.401" v="3182" actId="14100"/>
          <ac:picMkLst>
            <pc:docMk/>
            <pc:sldMk cId="3529422866" sldId="337"/>
            <ac:picMk id="10" creationId="{29066640-BD36-AD58-8EA7-1FABEE27FF96}"/>
          </ac:picMkLst>
        </pc:picChg>
      </pc:sldChg>
      <pc:sldChg chg="addSp delSp modSp add del mod modTransition modAnim">
        <pc:chgData name="Nông Văn Tình" userId="65f03aa13cf31854" providerId="LiveId" clId="{D307B703-989E-4B55-8930-2B3480A4776C}" dt="2024-07-23T16:09:15.572" v="3096" actId="47"/>
        <pc:sldMkLst>
          <pc:docMk/>
          <pc:sldMk cId="1133709440" sldId="338"/>
        </pc:sldMkLst>
        <pc:spChg chg="del">
          <ac:chgData name="Nông Văn Tình" userId="65f03aa13cf31854" providerId="LiveId" clId="{D307B703-989E-4B55-8930-2B3480A4776C}" dt="2024-07-23T15:57:34.295" v="3021" actId="478"/>
          <ac:spMkLst>
            <pc:docMk/>
            <pc:sldMk cId="1133709440" sldId="338"/>
            <ac:spMk id="2" creationId="{CE9762E5-E86A-BF1C-C0B4-5CF7E6476063}"/>
          </ac:spMkLst>
        </pc:spChg>
        <pc:spChg chg="add del mod">
          <ac:chgData name="Nông Văn Tình" userId="65f03aa13cf31854" providerId="LiveId" clId="{D307B703-989E-4B55-8930-2B3480A4776C}" dt="2024-07-21T13:19:35.387" v="1324" actId="478"/>
          <ac:spMkLst>
            <pc:docMk/>
            <pc:sldMk cId="1133709440" sldId="338"/>
            <ac:spMk id="3" creationId="{0F7FB2AC-8F2E-E30D-CF0E-5BB64F568F3A}"/>
          </ac:spMkLst>
        </pc:spChg>
        <pc:spChg chg="del">
          <ac:chgData name="Nông Văn Tình" userId="65f03aa13cf31854" providerId="LiveId" clId="{D307B703-989E-4B55-8930-2B3480A4776C}" dt="2024-07-21T13:19:28.106" v="1321" actId="478"/>
          <ac:spMkLst>
            <pc:docMk/>
            <pc:sldMk cId="1133709440" sldId="338"/>
            <ac:spMk id="4" creationId="{3BC0017E-E2CF-5611-5B13-E20D3A438695}"/>
          </ac:spMkLst>
        </pc:spChg>
        <pc:spChg chg="del">
          <ac:chgData name="Nông Văn Tình" userId="65f03aa13cf31854" providerId="LiveId" clId="{D307B703-989E-4B55-8930-2B3480A4776C}" dt="2024-07-21T13:19:28.106" v="1321" actId="478"/>
          <ac:spMkLst>
            <pc:docMk/>
            <pc:sldMk cId="1133709440" sldId="338"/>
            <ac:spMk id="6" creationId="{AA49C59A-FB11-AC8B-9391-4A47212DD010}"/>
          </ac:spMkLst>
        </pc:spChg>
        <pc:spChg chg="del">
          <ac:chgData name="Nông Văn Tình" userId="65f03aa13cf31854" providerId="LiveId" clId="{D307B703-989E-4B55-8930-2B3480A4776C}" dt="2024-07-21T13:37:29.098" v="1625" actId="478"/>
          <ac:spMkLst>
            <pc:docMk/>
            <pc:sldMk cId="1133709440" sldId="338"/>
            <ac:spMk id="7" creationId="{E08ECBEB-2701-062A-8BE6-363497690E6E}"/>
          </ac:spMkLst>
        </pc:spChg>
        <pc:spChg chg="add mod">
          <ac:chgData name="Nông Văn Tình" userId="65f03aa13cf31854" providerId="LiveId" clId="{D307B703-989E-4B55-8930-2B3480A4776C}" dt="2024-07-23T15:27:57.579" v="2979" actId="20577"/>
          <ac:spMkLst>
            <pc:docMk/>
            <pc:sldMk cId="1133709440" sldId="338"/>
            <ac:spMk id="8" creationId="{B44A824D-2E11-4824-4F14-8F7B9F83EF38}"/>
          </ac:spMkLst>
        </pc:spChg>
        <pc:spChg chg="add mod">
          <ac:chgData name="Nông Văn Tình" userId="65f03aa13cf31854" providerId="LiveId" clId="{D307B703-989E-4B55-8930-2B3480A4776C}" dt="2024-07-23T16:08:43.021" v="3087" actId="1076"/>
          <ac:spMkLst>
            <pc:docMk/>
            <pc:sldMk cId="1133709440" sldId="338"/>
            <ac:spMk id="9" creationId="{4414A7ED-1D61-175D-E7B7-5E54630BAF92}"/>
          </ac:spMkLst>
        </pc:spChg>
        <pc:spChg chg="mod">
          <ac:chgData name="Nông Văn Tình" userId="65f03aa13cf31854" providerId="LiveId" clId="{D307B703-989E-4B55-8930-2B3480A4776C}" dt="2024-07-21T13:19:32.613" v="1323"/>
          <ac:spMkLst>
            <pc:docMk/>
            <pc:sldMk cId="1133709440" sldId="338"/>
            <ac:spMk id="11" creationId="{71FBEBCE-54C9-42AF-A5E8-B020E18BE23F}"/>
          </ac:spMkLst>
        </pc:spChg>
        <pc:spChg chg="del">
          <ac:chgData name="Nông Văn Tình" userId="65f03aa13cf31854" providerId="LiveId" clId="{D307B703-989E-4B55-8930-2B3480A4776C}" dt="2024-07-23T15:56:37.387" v="3005" actId="21"/>
          <ac:spMkLst>
            <pc:docMk/>
            <pc:sldMk cId="1133709440" sldId="338"/>
            <ac:spMk id="16" creationId="{9CBE5CCF-6182-4AC7-862A-D62B8542752F}"/>
          </ac:spMkLst>
        </pc:spChg>
        <pc:picChg chg="del">
          <ac:chgData name="Nông Văn Tình" userId="65f03aa13cf31854" providerId="LiveId" clId="{D307B703-989E-4B55-8930-2B3480A4776C}" dt="2024-07-21T13:19:28.106" v="1321" actId="478"/>
          <ac:picMkLst>
            <pc:docMk/>
            <pc:sldMk cId="1133709440" sldId="338"/>
            <ac:picMk id="5" creationId="{4154FF0E-F573-1E71-6F47-6A7C51E3C629}"/>
          </ac:picMkLst>
        </pc:picChg>
      </pc:sldChg>
      <pc:sldChg chg="addSp delSp modSp add del mod modTransition modAnim">
        <pc:chgData name="Nông Văn Tình" userId="65f03aa13cf31854" providerId="LiveId" clId="{D307B703-989E-4B55-8930-2B3480A4776C}" dt="2024-07-21T13:46:24.852" v="1793" actId="47"/>
        <pc:sldMkLst>
          <pc:docMk/>
          <pc:sldMk cId="2932688164" sldId="339"/>
        </pc:sldMkLst>
        <pc:spChg chg="mod">
          <ac:chgData name="Nông Văn Tình" userId="65f03aa13cf31854" providerId="LiveId" clId="{D307B703-989E-4B55-8930-2B3480A4776C}" dt="2024-07-21T13:45:06.403" v="1771" actId="1076"/>
          <ac:spMkLst>
            <pc:docMk/>
            <pc:sldMk cId="2932688164" sldId="339"/>
            <ac:spMk id="2" creationId="{CE9762E5-E86A-BF1C-C0B4-5CF7E6476063}"/>
          </ac:spMkLst>
        </pc:spChg>
        <pc:spChg chg="del">
          <ac:chgData name="Nông Văn Tình" userId="65f03aa13cf31854" providerId="LiveId" clId="{D307B703-989E-4B55-8930-2B3480A4776C}" dt="2024-07-21T13:20:40.079" v="1332" actId="478"/>
          <ac:spMkLst>
            <pc:docMk/>
            <pc:sldMk cId="2932688164" sldId="339"/>
            <ac:spMk id="3" creationId="{981B944D-C7A9-2D8E-4683-6091F2185CE2}"/>
          </ac:spMkLst>
        </pc:spChg>
        <pc:spChg chg="add mod">
          <ac:chgData name="Nông Văn Tình" userId="65f03aa13cf31854" providerId="LiveId" clId="{D307B703-989E-4B55-8930-2B3480A4776C}" dt="2024-07-21T13:20:08.454" v="1327"/>
          <ac:spMkLst>
            <pc:docMk/>
            <pc:sldMk cId="2932688164" sldId="339"/>
            <ac:spMk id="4" creationId="{E727B74E-7209-298D-24C6-F175596D83DD}"/>
          </ac:spMkLst>
        </pc:spChg>
        <pc:spChg chg="add mod">
          <ac:chgData name="Nông Văn Tình" userId="65f03aa13cf31854" providerId="LiveId" clId="{D307B703-989E-4B55-8930-2B3480A4776C}" dt="2024-07-21T13:20:08.454" v="1327"/>
          <ac:spMkLst>
            <pc:docMk/>
            <pc:sldMk cId="2932688164" sldId="339"/>
            <ac:spMk id="5" creationId="{768FB251-E367-B413-50BA-BA63F9C21D11}"/>
          </ac:spMkLst>
        </pc:spChg>
        <pc:spChg chg="add mod">
          <ac:chgData name="Nông Văn Tình" userId="65f03aa13cf31854" providerId="LiveId" clId="{D307B703-989E-4B55-8930-2B3480A4776C}" dt="2024-07-21T13:20:08.454" v="1327"/>
          <ac:spMkLst>
            <pc:docMk/>
            <pc:sldMk cId="2932688164" sldId="339"/>
            <ac:spMk id="6" creationId="{B7785319-CC1E-A19A-0D1C-6A8B68F66594}"/>
          </ac:spMkLst>
        </pc:spChg>
        <pc:spChg chg="mod">
          <ac:chgData name="Nông Văn Tình" userId="65f03aa13cf31854" providerId="LiveId" clId="{D307B703-989E-4B55-8930-2B3480A4776C}" dt="2024-07-21T13:45:08.935" v="1772" actId="1076"/>
          <ac:spMkLst>
            <pc:docMk/>
            <pc:sldMk cId="2932688164" sldId="339"/>
            <ac:spMk id="7" creationId="{E08ECBEB-2701-062A-8BE6-363497690E6E}"/>
          </ac:spMkLst>
        </pc:spChg>
        <pc:spChg chg="add mod">
          <ac:chgData name="Nông Văn Tình" userId="65f03aa13cf31854" providerId="LiveId" clId="{D307B703-989E-4B55-8930-2B3480A4776C}" dt="2024-07-21T13:20:08.454" v="1327"/>
          <ac:spMkLst>
            <pc:docMk/>
            <pc:sldMk cId="2932688164" sldId="339"/>
            <ac:spMk id="8" creationId="{F9D837D9-030C-946D-1481-269BA2593037}"/>
          </ac:spMkLst>
        </pc:spChg>
        <pc:spChg chg="add mod">
          <ac:chgData name="Nông Văn Tình" userId="65f03aa13cf31854" providerId="LiveId" clId="{D307B703-989E-4B55-8930-2B3480A4776C}" dt="2024-07-21T13:20:08.454" v="1327"/>
          <ac:spMkLst>
            <pc:docMk/>
            <pc:sldMk cId="2932688164" sldId="339"/>
            <ac:spMk id="10" creationId="{AE02C9DC-9F13-6A33-58CD-A5C440617831}"/>
          </ac:spMkLst>
        </pc:spChg>
        <pc:spChg chg="del mod">
          <ac:chgData name="Nông Văn Tình" userId="65f03aa13cf31854" providerId="LiveId" clId="{D307B703-989E-4B55-8930-2B3480A4776C}" dt="2024-07-21T13:20:36.298" v="1331" actId="478"/>
          <ac:spMkLst>
            <pc:docMk/>
            <pc:sldMk cId="2932688164" sldId="339"/>
            <ac:spMk id="11" creationId="{71FBEBCE-54C9-42AF-A5E8-B020E18BE23F}"/>
          </ac:spMkLst>
        </pc:spChg>
        <pc:spChg chg="add mod">
          <ac:chgData name="Nông Văn Tình" userId="65f03aa13cf31854" providerId="LiveId" clId="{D307B703-989E-4B55-8930-2B3480A4776C}" dt="2024-07-21T13:45:42.362" v="1781" actId="1076"/>
          <ac:spMkLst>
            <pc:docMk/>
            <pc:sldMk cId="2932688164" sldId="339"/>
            <ac:spMk id="12" creationId="{C88D988F-A3E3-019A-013A-ABEBA74F01AF}"/>
          </ac:spMkLst>
        </pc:spChg>
        <pc:spChg chg="add mod">
          <ac:chgData name="Nông Văn Tình" userId="65f03aa13cf31854" providerId="LiveId" clId="{D307B703-989E-4B55-8930-2B3480A4776C}" dt="2024-07-21T13:21:18.040" v="1338" actId="1076"/>
          <ac:spMkLst>
            <pc:docMk/>
            <pc:sldMk cId="2932688164" sldId="339"/>
            <ac:spMk id="13" creationId="{6A943E6B-153A-FDEB-5FDF-5B1ABFB520CB}"/>
          </ac:spMkLst>
        </pc:spChg>
        <pc:spChg chg="add mod">
          <ac:chgData name="Nông Văn Tình" userId="65f03aa13cf31854" providerId="LiveId" clId="{D307B703-989E-4B55-8930-2B3480A4776C}" dt="2024-07-21T13:21:43.760" v="1342" actId="14100"/>
          <ac:spMkLst>
            <pc:docMk/>
            <pc:sldMk cId="2932688164" sldId="339"/>
            <ac:spMk id="15" creationId="{D49A7E3C-89DD-60CF-E83B-1CB2B7A8E495}"/>
          </ac:spMkLst>
        </pc:spChg>
        <pc:spChg chg="add del mod">
          <ac:chgData name="Nông Văn Tình" userId="65f03aa13cf31854" providerId="LiveId" clId="{D307B703-989E-4B55-8930-2B3480A4776C}" dt="2024-07-21T13:45:37.242" v="1780" actId="478"/>
          <ac:spMkLst>
            <pc:docMk/>
            <pc:sldMk cId="2932688164" sldId="339"/>
            <ac:spMk id="17" creationId="{C13F4E8F-15AA-36BD-1E2A-5EC0B2ED6A85}"/>
          </ac:spMkLst>
        </pc:spChg>
        <pc:picChg chg="add mod">
          <ac:chgData name="Nông Văn Tình" userId="65f03aa13cf31854" providerId="LiveId" clId="{D307B703-989E-4B55-8930-2B3480A4776C}" dt="2024-07-21T13:20:08.454" v="1327"/>
          <ac:picMkLst>
            <pc:docMk/>
            <pc:sldMk cId="2932688164" sldId="339"/>
            <ac:picMk id="9" creationId="{9C6DB9B9-258C-D973-9E02-442A853B48BE}"/>
          </ac:picMkLst>
        </pc:picChg>
        <pc:picChg chg="add mod">
          <ac:chgData name="Nông Văn Tình" userId="65f03aa13cf31854" providerId="LiveId" clId="{D307B703-989E-4B55-8930-2B3480A4776C}" dt="2024-07-21T13:21:33.127" v="1340" actId="1076"/>
          <ac:picMkLst>
            <pc:docMk/>
            <pc:sldMk cId="2932688164" sldId="339"/>
            <ac:picMk id="14" creationId="{DFC716F2-E669-E701-8029-818C09C83F9F}"/>
          </ac:picMkLst>
        </pc:picChg>
      </pc:sldChg>
      <pc:sldChg chg="addSp delSp modSp add del mod modTransition modAnim">
        <pc:chgData name="Nông Văn Tình" userId="65f03aa13cf31854" providerId="LiveId" clId="{D307B703-989E-4B55-8930-2B3480A4776C}" dt="2024-07-21T13:46:54.226" v="1798" actId="47"/>
        <pc:sldMkLst>
          <pc:docMk/>
          <pc:sldMk cId="3319117815" sldId="340"/>
        </pc:sldMkLst>
        <pc:spChg chg="mod">
          <ac:chgData name="Nông Văn Tình" userId="65f03aa13cf31854" providerId="LiveId" clId="{D307B703-989E-4B55-8930-2B3480A4776C}" dt="2024-07-21T13:22:06.367" v="1348" actId="1076"/>
          <ac:spMkLst>
            <pc:docMk/>
            <pc:sldMk cId="3319117815" sldId="340"/>
            <ac:spMk id="2" creationId="{CE9762E5-E86A-BF1C-C0B4-5CF7E6476063}"/>
          </ac:spMkLst>
        </pc:spChg>
        <pc:spChg chg="add mod">
          <ac:chgData name="Nông Văn Tình" userId="65f03aa13cf31854" providerId="LiveId" clId="{D307B703-989E-4B55-8930-2B3480A4776C}" dt="2024-07-21T13:22:51.037" v="1355" actId="1076"/>
          <ac:spMkLst>
            <pc:docMk/>
            <pc:sldMk cId="3319117815" sldId="340"/>
            <ac:spMk id="3" creationId="{7716BE3C-5ABF-FB41-7082-9F67A965EB21}"/>
          </ac:spMkLst>
        </pc:spChg>
        <pc:spChg chg="add mod">
          <ac:chgData name="Nông Văn Tình" userId="65f03aa13cf31854" providerId="LiveId" clId="{D307B703-989E-4B55-8930-2B3480A4776C}" dt="2024-07-21T13:22:40.738" v="1352" actId="1076"/>
          <ac:spMkLst>
            <pc:docMk/>
            <pc:sldMk cId="3319117815" sldId="340"/>
            <ac:spMk id="5" creationId="{3EB5348E-0A61-0A57-6A2A-554BBBF38BA5}"/>
          </ac:spMkLst>
        </pc:spChg>
        <pc:spChg chg="mod">
          <ac:chgData name="Nông Văn Tình" userId="65f03aa13cf31854" providerId="LiveId" clId="{D307B703-989E-4B55-8930-2B3480A4776C}" dt="2024-07-21T13:22:20.429" v="1350"/>
          <ac:spMkLst>
            <pc:docMk/>
            <pc:sldMk cId="3319117815" sldId="340"/>
            <ac:spMk id="12" creationId="{C88D988F-A3E3-019A-013A-ABEBA74F01AF}"/>
          </ac:spMkLst>
        </pc:spChg>
        <pc:spChg chg="del">
          <ac:chgData name="Nông Văn Tình" userId="65f03aa13cf31854" providerId="LiveId" clId="{D307B703-989E-4B55-8930-2B3480A4776C}" dt="2024-07-21T13:22:02.835" v="1345" actId="478"/>
          <ac:spMkLst>
            <pc:docMk/>
            <pc:sldMk cId="3319117815" sldId="340"/>
            <ac:spMk id="13" creationId="{6A943E6B-153A-FDEB-5FDF-5B1ABFB520CB}"/>
          </ac:spMkLst>
        </pc:spChg>
        <pc:spChg chg="del">
          <ac:chgData name="Nông Văn Tình" userId="65f03aa13cf31854" providerId="LiveId" clId="{D307B703-989E-4B55-8930-2B3480A4776C}" dt="2024-07-21T13:22:02.835" v="1345" actId="478"/>
          <ac:spMkLst>
            <pc:docMk/>
            <pc:sldMk cId="3319117815" sldId="340"/>
            <ac:spMk id="15" creationId="{D49A7E3C-89DD-60CF-E83B-1CB2B7A8E495}"/>
          </ac:spMkLst>
        </pc:spChg>
        <pc:picChg chg="add mod">
          <ac:chgData name="Nông Văn Tình" userId="65f03aa13cf31854" providerId="LiveId" clId="{D307B703-989E-4B55-8930-2B3480A4776C}" dt="2024-07-21T13:22:52.962" v="1356" actId="1076"/>
          <ac:picMkLst>
            <pc:docMk/>
            <pc:sldMk cId="3319117815" sldId="340"/>
            <ac:picMk id="4" creationId="{90F356F8-01AE-BF22-0FB3-8755858F5DDB}"/>
          </ac:picMkLst>
        </pc:picChg>
        <pc:picChg chg="del">
          <ac:chgData name="Nông Văn Tình" userId="65f03aa13cf31854" providerId="LiveId" clId="{D307B703-989E-4B55-8930-2B3480A4776C}" dt="2024-07-21T13:22:02.835" v="1345" actId="478"/>
          <ac:picMkLst>
            <pc:docMk/>
            <pc:sldMk cId="3319117815" sldId="340"/>
            <ac:picMk id="14" creationId="{DFC716F2-E669-E701-8029-818C09C83F9F}"/>
          </ac:picMkLst>
        </pc:picChg>
      </pc:sldChg>
      <pc:sldChg chg="addSp delSp modSp add mod modTransition modAnim">
        <pc:chgData name="Nông Văn Tình" userId="65f03aa13cf31854" providerId="LiveId" clId="{D307B703-989E-4B55-8930-2B3480A4776C}" dt="2024-07-23T16:20:59.970" v="3197" actId="14100"/>
        <pc:sldMkLst>
          <pc:docMk/>
          <pc:sldMk cId="816139595" sldId="341"/>
        </pc:sldMkLst>
        <pc:spChg chg="del">
          <ac:chgData name="Nông Văn Tình" userId="65f03aa13cf31854" providerId="LiveId" clId="{D307B703-989E-4B55-8930-2B3480A4776C}" dt="2024-07-23T15:57:58.691" v="3029" actId="478"/>
          <ac:spMkLst>
            <pc:docMk/>
            <pc:sldMk cId="816139595" sldId="341"/>
            <ac:spMk id="2" creationId="{CE9762E5-E86A-BF1C-C0B4-5CF7E6476063}"/>
          </ac:spMkLst>
        </pc:spChg>
        <pc:spChg chg="del mod">
          <ac:chgData name="Nông Văn Tình" userId="65f03aa13cf31854" providerId="LiveId" clId="{D307B703-989E-4B55-8930-2B3480A4776C}" dt="2024-07-21T13:23:34.790" v="1363" actId="478"/>
          <ac:spMkLst>
            <pc:docMk/>
            <pc:sldMk cId="816139595" sldId="341"/>
            <ac:spMk id="3" creationId="{7716BE3C-5ABF-FB41-7082-9F67A965EB21}"/>
          </ac:spMkLst>
        </pc:spChg>
        <pc:spChg chg="del">
          <ac:chgData name="Nông Văn Tình" userId="65f03aa13cf31854" providerId="LiveId" clId="{D307B703-989E-4B55-8930-2B3480A4776C}" dt="2024-07-21T13:23:37.706" v="1364" actId="478"/>
          <ac:spMkLst>
            <pc:docMk/>
            <pc:sldMk cId="816139595" sldId="341"/>
            <ac:spMk id="5" creationId="{3EB5348E-0A61-0A57-6A2A-554BBBF38BA5}"/>
          </ac:spMkLst>
        </pc:spChg>
        <pc:spChg chg="add del mod">
          <ac:chgData name="Nông Văn Tình" userId="65f03aa13cf31854" providerId="LiveId" clId="{D307B703-989E-4B55-8930-2B3480A4776C}" dt="2024-07-21T13:24:23.545" v="1376"/>
          <ac:spMkLst>
            <pc:docMk/>
            <pc:sldMk cId="816139595" sldId="341"/>
            <ac:spMk id="6" creationId="{E720FC01-C436-2B91-6C98-36EA28EE3AAE}"/>
          </ac:spMkLst>
        </pc:spChg>
        <pc:spChg chg="mod">
          <ac:chgData name="Nông Văn Tình" userId="65f03aa13cf31854" providerId="LiveId" clId="{D307B703-989E-4B55-8930-2B3480A4776C}" dt="2024-07-23T16:20:47.811" v="3195" actId="2711"/>
          <ac:spMkLst>
            <pc:docMk/>
            <pc:sldMk cId="816139595" sldId="341"/>
            <ac:spMk id="7" creationId="{E08ECBEB-2701-062A-8BE6-363497690E6E}"/>
          </ac:spMkLst>
        </pc:spChg>
        <pc:spChg chg="add mod">
          <ac:chgData name="Nông Văn Tình" userId="65f03aa13cf31854" providerId="LiveId" clId="{D307B703-989E-4B55-8930-2B3480A4776C}" dt="2024-07-23T16:20:59.970" v="3197" actId="14100"/>
          <ac:spMkLst>
            <pc:docMk/>
            <pc:sldMk cId="816139595" sldId="341"/>
            <ac:spMk id="8" creationId="{CE4315ED-1225-90FB-1459-D443F1E2D8B6}"/>
          </ac:spMkLst>
        </pc:spChg>
        <pc:spChg chg="add mod">
          <ac:chgData name="Nông Văn Tình" userId="65f03aa13cf31854" providerId="LiveId" clId="{D307B703-989E-4B55-8930-2B3480A4776C}" dt="2024-07-23T16:20:47.811" v="3195" actId="2711"/>
          <ac:spMkLst>
            <pc:docMk/>
            <pc:sldMk cId="816139595" sldId="341"/>
            <ac:spMk id="9" creationId="{1C6D09EE-7464-071A-0119-B86E5656FCC3}"/>
          </ac:spMkLst>
        </pc:spChg>
        <pc:spChg chg="del">
          <ac:chgData name="Nông Văn Tình" userId="65f03aa13cf31854" providerId="LiveId" clId="{D307B703-989E-4B55-8930-2B3480A4776C}" dt="2024-07-21T13:23:29.354" v="1361" actId="478"/>
          <ac:spMkLst>
            <pc:docMk/>
            <pc:sldMk cId="816139595" sldId="341"/>
            <ac:spMk id="12" creationId="{C88D988F-A3E3-019A-013A-ABEBA74F01AF}"/>
          </ac:spMkLst>
        </pc:spChg>
        <pc:spChg chg="del">
          <ac:chgData name="Nông Văn Tình" userId="65f03aa13cf31854" providerId="LiveId" clId="{D307B703-989E-4B55-8930-2B3480A4776C}" dt="2024-07-23T15:56:54.455" v="3012" actId="21"/>
          <ac:spMkLst>
            <pc:docMk/>
            <pc:sldMk cId="816139595" sldId="341"/>
            <ac:spMk id="16" creationId="{9CBE5CCF-6182-4AC7-862A-D62B8542752F}"/>
          </ac:spMkLst>
        </pc:spChg>
        <pc:picChg chg="del">
          <ac:chgData name="Nông Văn Tình" userId="65f03aa13cf31854" providerId="LiveId" clId="{D307B703-989E-4B55-8930-2B3480A4776C}" dt="2024-07-21T13:23:29.354" v="1361" actId="478"/>
          <ac:picMkLst>
            <pc:docMk/>
            <pc:sldMk cId="816139595" sldId="341"/>
            <ac:picMk id="4" creationId="{90F356F8-01AE-BF22-0FB3-8755858F5DDB}"/>
          </ac:picMkLst>
        </pc:picChg>
        <pc:picChg chg="add mod">
          <ac:chgData name="Nông Văn Tình" userId="65f03aa13cf31854" providerId="LiveId" clId="{D307B703-989E-4B55-8930-2B3480A4776C}" dt="2024-07-23T16:20:53.418" v="3196" actId="1076"/>
          <ac:picMkLst>
            <pc:docMk/>
            <pc:sldMk cId="816139595" sldId="341"/>
            <ac:picMk id="10" creationId="{341CBAC5-D274-9141-C1BD-8A37CFE6D1F9}"/>
          </ac:picMkLst>
        </pc:picChg>
      </pc:sldChg>
      <pc:sldChg chg="add del">
        <pc:chgData name="Nông Văn Tình" userId="65f03aa13cf31854" providerId="LiveId" clId="{D307B703-989E-4B55-8930-2B3480A4776C}" dt="2024-07-21T13:23:23.224" v="1359" actId="2890"/>
        <pc:sldMkLst>
          <pc:docMk/>
          <pc:sldMk cId="1044478406" sldId="341"/>
        </pc:sldMkLst>
      </pc:sldChg>
      <pc:sldChg chg="addSp delSp modSp add mod modTransition modAnim">
        <pc:chgData name="Nông Văn Tình" userId="65f03aa13cf31854" providerId="LiveId" clId="{D307B703-989E-4B55-8930-2B3480A4776C}" dt="2024-07-23T16:20:40.316" v="3194" actId="2711"/>
        <pc:sldMkLst>
          <pc:docMk/>
          <pc:sldMk cId="942551607" sldId="342"/>
        </pc:sldMkLst>
        <pc:spChg chg="del mod">
          <ac:chgData name="Nông Văn Tình" userId="65f03aa13cf31854" providerId="LiveId" clId="{D307B703-989E-4B55-8930-2B3480A4776C}" dt="2024-07-23T15:58:01.598" v="3030" actId="478"/>
          <ac:spMkLst>
            <pc:docMk/>
            <pc:sldMk cId="942551607" sldId="342"/>
            <ac:spMk id="2" creationId="{CE9762E5-E86A-BF1C-C0B4-5CF7E6476063}"/>
          </ac:spMkLst>
        </pc:spChg>
        <pc:spChg chg="add del mod">
          <ac:chgData name="Nông Văn Tình" userId="65f03aa13cf31854" providerId="LiveId" clId="{D307B703-989E-4B55-8930-2B3480A4776C}" dt="2024-07-21T13:24:51.323" v="1384" actId="478"/>
          <ac:spMkLst>
            <pc:docMk/>
            <pc:sldMk cId="942551607" sldId="342"/>
            <ac:spMk id="3" creationId="{361FB47D-928F-06F4-7ADC-2C7726ECAE71}"/>
          </ac:spMkLst>
        </pc:spChg>
        <pc:spChg chg="add mod">
          <ac:chgData name="Nông Văn Tình" userId="65f03aa13cf31854" providerId="LiveId" clId="{D307B703-989E-4B55-8930-2B3480A4776C}" dt="2024-07-23T16:20:40.316" v="3194" actId="2711"/>
          <ac:spMkLst>
            <pc:docMk/>
            <pc:sldMk cId="942551607" sldId="342"/>
            <ac:spMk id="4" creationId="{29785328-16A5-1F10-A28A-9631EDC99652}"/>
          </ac:spMkLst>
        </pc:spChg>
        <pc:spChg chg="mod">
          <ac:chgData name="Nông Văn Tình" userId="65f03aa13cf31854" providerId="LiveId" clId="{D307B703-989E-4B55-8930-2B3480A4776C}" dt="2024-07-23T16:20:40.316" v="3194" actId="2711"/>
          <ac:spMkLst>
            <pc:docMk/>
            <pc:sldMk cId="942551607" sldId="342"/>
            <ac:spMk id="7" creationId="{E08ECBEB-2701-062A-8BE6-363497690E6E}"/>
          </ac:spMkLst>
        </pc:spChg>
        <pc:spChg chg="del">
          <ac:chgData name="Nông Văn Tình" userId="65f03aa13cf31854" providerId="LiveId" clId="{D307B703-989E-4B55-8930-2B3480A4776C}" dt="2024-07-21T13:24:41.697" v="1380" actId="478"/>
          <ac:spMkLst>
            <pc:docMk/>
            <pc:sldMk cId="942551607" sldId="342"/>
            <ac:spMk id="8" creationId="{CE4315ED-1225-90FB-1459-D443F1E2D8B6}"/>
          </ac:spMkLst>
        </pc:spChg>
        <pc:spChg chg="del">
          <ac:chgData name="Nông Văn Tình" userId="65f03aa13cf31854" providerId="LiveId" clId="{D307B703-989E-4B55-8930-2B3480A4776C}" dt="2024-07-21T13:24:45.187" v="1381" actId="478"/>
          <ac:spMkLst>
            <pc:docMk/>
            <pc:sldMk cId="942551607" sldId="342"/>
            <ac:spMk id="9" creationId="{1C6D09EE-7464-071A-0119-B86E5656FCC3}"/>
          </ac:spMkLst>
        </pc:spChg>
        <pc:spChg chg="del mod">
          <ac:chgData name="Nông Văn Tình" userId="65f03aa13cf31854" providerId="LiveId" clId="{D307B703-989E-4B55-8930-2B3480A4776C}" dt="2024-07-23T15:56:57.224" v="3013" actId="21"/>
          <ac:spMkLst>
            <pc:docMk/>
            <pc:sldMk cId="942551607" sldId="342"/>
            <ac:spMk id="16" creationId="{9CBE5CCF-6182-4AC7-862A-D62B8542752F}"/>
          </ac:spMkLst>
        </pc:spChg>
        <pc:graphicFrameChg chg="add mod modGraphic">
          <ac:chgData name="Nông Văn Tình" userId="65f03aa13cf31854" providerId="LiveId" clId="{D307B703-989E-4B55-8930-2B3480A4776C}" dt="2024-07-23T16:20:40.316" v="3194" actId="2711"/>
          <ac:graphicFrameMkLst>
            <pc:docMk/>
            <pc:sldMk cId="942551607" sldId="342"/>
            <ac:graphicFrameMk id="5" creationId="{B44C67FF-994A-86C7-4D38-832BB4C532BC}"/>
          </ac:graphicFrameMkLst>
        </pc:graphicFrameChg>
        <pc:picChg chg="del">
          <ac:chgData name="Nông Văn Tình" userId="65f03aa13cf31854" providerId="LiveId" clId="{D307B703-989E-4B55-8930-2B3480A4776C}" dt="2024-07-21T13:24:41.697" v="1380" actId="478"/>
          <ac:picMkLst>
            <pc:docMk/>
            <pc:sldMk cId="942551607" sldId="342"/>
            <ac:picMk id="10" creationId="{341CBAC5-D274-9141-C1BD-8A37CFE6D1F9}"/>
          </ac:picMkLst>
        </pc:picChg>
      </pc:sldChg>
      <pc:sldChg chg="addSp delSp modSp add del mod">
        <pc:chgData name="Nông Văn Tình" userId="65f03aa13cf31854" providerId="LiveId" clId="{D307B703-989E-4B55-8930-2B3480A4776C}" dt="2024-07-21T13:37:25.671" v="1624" actId="47"/>
        <pc:sldMkLst>
          <pc:docMk/>
          <pc:sldMk cId="3222700177" sldId="343"/>
        </pc:sldMkLst>
        <pc:spChg chg="add mod">
          <ac:chgData name="Nông Văn Tình" userId="65f03aa13cf31854" providerId="LiveId" clId="{D307B703-989E-4B55-8930-2B3480A4776C}" dt="2024-07-21T13:36:59.041" v="1623"/>
          <ac:spMkLst>
            <pc:docMk/>
            <pc:sldMk cId="3222700177" sldId="343"/>
            <ac:spMk id="3" creationId="{2D4B203C-49EE-52E6-1F38-CB274FB36A45}"/>
          </ac:spMkLst>
        </pc:spChg>
        <pc:spChg chg="del mod">
          <ac:chgData name="Nông Văn Tình" userId="65f03aa13cf31854" providerId="LiveId" clId="{D307B703-989E-4B55-8930-2B3480A4776C}" dt="2024-07-21T13:36:54.998" v="1622" actId="478"/>
          <ac:spMkLst>
            <pc:docMk/>
            <pc:sldMk cId="3222700177" sldId="343"/>
            <ac:spMk id="7" creationId="{E08ECBEB-2701-062A-8BE6-363497690E6E}"/>
          </ac:spMkLst>
        </pc:spChg>
      </pc:sldChg>
      <pc:sldChg chg="addSp delSp modSp add mod delAnim modAnim">
        <pc:chgData name="Nông Văn Tình" userId="65f03aa13cf31854" providerId="LiveId" clId="{D307B703-989E-4B55-8930-2B3480A4776C}" dt="2024-07-23T16:16:33.015" v="3153" actId="2711"/>
        <pc:sldMkLst>
          <pc:docMk/>
          <pc:sldMk cId="66143045" sldId="344"/>
        </pc:sldMkLst>
        <pc:spChg chg="del mod">
          <ac:chgData name="Nông Văn Tình" userId="65f03aa13cf31854" providerId="LiveId" clId="{D307B703-989E-4B55-8930-2B3480A4776C}" dt="2024-07-23T15:57:18.615" v="3017" actId="478"/>
          <ac:spMkLst>
            <pc:docMk/>
            <pc:sldMk cId="66143045" sldId="344"/>
            <ac:spMk id="2" creationId="{CE9762E5-E86A-BF1C-C0B4-5CF7E6476063}"/>
          </ac:spMkLst>
        </pc:spChg>
        <pc:spChg chg="del">
          <ac:chgData name="Nông Văn Tình" userId="65f03aa13cf31854" providerId="LiveId" clId="{D307B703-989E-4B55-8930-2B3480A4776C}" dt="2024-07-21T13:44:07.114" v="1755" actId="478"/>
          <ac:spMkLst>
            <pc:docMk/>
            <pc:sldMk cId="66143045" sldId="344"/>
            <ac:spMk id="4" creationId="{3BC0017E-E2CF-5611-5B13-E20D3A438695}"/>
          </ac:spMkLst>
        </pc:spChg>
        <pc:spChg chg="del mod">
          <ac:chgData name="Nông Văn Tình" userId="65f03aa13cf31854" providerId="LiveId" clId="{D307B703-989E-4B55-8930-2B3480A4776C}" dt="2024-07-21T13:35:56.127" v="1598" actId="478"/>
          <ac:spMkLst>
            <pc:docMk/>
            <pc:sldMk cId="66143045" sldId="344"/>
            <ac:spMk id="6" creationId="{AA49C59A-FB11-AC8B-9391-4A47212DD010}"/>
          </ac:spMkLst>
        </pc:spChg>
        <pc:spChg chg="mod">
          <ac:chgData name="Nông Văn Tình" userId="65f03aa13cf31854" providerId="LiveId" clId="{D307B703-989E-4B55-8930-2B3480A4776C}" dt="2024-07-23T16:16:33.015" v="3153" actId="2711"/>
          <ac:spMkLst>
            <pc:docMk/>
            <pc:sldMk cId="66143045" sldId="344"/>
            <ac:spMk id="7" creationId="{E08ECBEB-2701-062A-8BE6-363497690E6E}"/>
          </ac:spMkLst>
        </pc:spChg>
        <pc:spChg chg="add del mod">
          <ac:chgData name="Nông Văn Tình" userId="65f03aa13cf31854" providerId="LiveId" clId="{D307B703-989E-4B55-8930-2B3480A4776C}" dt="2024-07-21T13:42:30.410" v="1739" actId="22"/>
          <ac:spMkLst>
            <pc:docMk/>
            <pc:sldMk cId="66143045" sldId="344"/>
            <ac:spMk id="8" creationId="{72104B70-2002-011F-92EA-212BB3DF35B6}"/>
          </ac:spMkLst>
        </pc:spChg>
        <pc:spChg chg="add mod">
          <ac:chgData name="Nông Văn Tình" userId="65f03aa13cf31854" providerId="LiveId" clId="{D307B703-989E-4B55-8930-2B3480A4776C}" dt="2024-07-21T13:44:08.676" v="1756"/>
          <ac:spMkLst>
            <pc:docMk/>
            <pc:sldMk cId="66143045" sldId="344"/>
            <ac:spMk id="9" creationId="{8D1152A0-586C-F1B8-6A53-8FAD3D2EA241}"/>
          </ac:spMkLst>
        </pc:spChg>
        <pc:spChg chg="add mod">
          <ac:chgData name="Nông Văn Tình" userId="65f03aa13cf31854" providerId="LiveId" clId="{D307B703-989E-4B55-8930-2B3480A4776C}" dt="2024-07-21T13:44:08.676" v="1756"/>
          <ac:spMkLst>
            <pc:docMk/>
            <pc:sldMk cId="66143045" sldId="344"/>
            <ac:spMk id="10" creationId="{271811B7-8A45-B092-557A-126E12FC337F}"/>
          </ac:spMkLst>
        </pc:spChg>
        <pc:spChg chg="del mod">
          <ac:chgData name="Nông Văn Tình" userId="65f03aa13cf31854" providerId="LiveId" clId="{D307B703-989E-4B55-8930-2B3480A4776C}" dt="2024-07-21T13:44:13.766" v="1759" actId="478"/>
          <ac:spMkLst>
            <pc:docMk/>
            <pc:sldMk cId="66143045" sldId="344"/>
            <ac:spMk id="11" creationId="{71FBEBCE-54C9-42AF-A5E8-B020E18BE23F}"/>
          </ac:spMkLst>
        </pc:spChg>
        <pc:spChg chg="add mod">
          <ac:chgData name="Nông Văn Tình" userId="65f03aa13cf31854" providerId="LiveId" clId="{D307B703-989E-4B55-8930-2B3480A4776C}" dt="2024-07-23T16:16:33.015" v="3153" actId="2711"/>
          <ac:spMkLst>
            <pc:docMk/>
            <pc:sldMk cId="66143045" sldId="344"/>
            <ac:spMk id="12" creationId="{F33490C3-2B1B-8878-BC10-9A3F6321D47F}"/>
          </ac:spMkLst>
        </pc:spChg>
        <pc:spChg chg="add mod">
          <ac:chgData name="Nông Văn Tình" userId="65f03aa13cf31854" providerId="LiveId" clId="{D307B703-989E-4B55-8930-2B3480A4776C}" dt="2024-07-23T16:16:33.015" v="3153" actId="2711"/>
          <ac:spMkLst>
            <pc:docMk/>
            <pc:sldMk cId="66143045" sldId="344"/>
            <ac:spMk id="13" creationId="{2B108667-9C19-B7F6-F32C-91D595EB3F6D}"/>
          </ac:spMkLst>
        </pc:spChg>
        <pc:spChg chg="del mod">
          <ac:chgData name="Nông Văn Tình" userId="65f03aa13cf31854" providerId="LiveId" clId="{D307B703-989E-4B55-8930-2B3480A4776C}" dt="2024-07-23T15:56:25.896" v="3001" actId="21"/>
          <ac:spMkLst>
            <pc:docMk/>
            <pc:sldMk cId="66143045" sldId="344"/>
            <ac:spMk id="16" creationId="{9CBE5CCF-6182-4AC7-862A-D62B8542752F}"/>
          </ac:spMkLst>
        </pc:spChg>
        <pc:spChg chg="add del mod">
          <ac:chgData name="Nông Văn Tình" userId="65f03aa13cf31854" providerId="LiveId" clId="{D307B703-989E-4B55-8930-2B3480A4776C}" dt="2024-07-21T13:44:19.305" v="1761" actId="478"/>
          <ac:spMkLst>
            <pc:docMk/>
            <pc:sldMk cId="66143045" sldId="344"/>
            <ac:spMk id="17" creationId="{0E5F7583-0930-2984-1062-DC780D5E2FDC}"/>
          </ac:spMkLst>
        </pc:spChg>
        <pc:picChg chg="del">
          <ac:chgData name="Nông Văn Tình" userId="65f03aa13cf31854" providerId="LiveId" clId="{D307B703-989E-4B55-8930-2B3480A4776C}" dt="2024-07-21T13:44:07.114" v="1755" actId="478"/>
          <ac:picMkLst>
            <pc:docMk/>
            <pc:sldMk cId="66143045" sldId="344"/>
            <ac:picMk id="5" creationId="{4154FF0E-F573-1E71-6F47-6A7C51E3C629}"/>
          </ac:picMkLst>
        </pc:picChg>
      </pc:sldChg>
      <pc:sldChg chg="delSp modSp add mod">
        <pc:chgData name="Nông Văn Tình" userId="65f03aa13cf31854" providerId="LiveId" clId="{D307B703-989E-4B55-8930-2B3480A4776C}" dt="2024-07-23T16:16:53.955" v="3155" actId="14100"/>
        <pc:sldMkLst>
          <pc:docMk/>
          <pc:sldMk cId="769297862" sldId="345"/>
        </pc:sldMkLst>
        <pc:spChg chg="del">
          <ac:chgData name="Nông Văn Tình" userId="65f03aa13cf31854" providerId="LiveId" clId="{D307B703-989E-4B55-8930-2B3480A4776C}" dt="2024-07-23T15:57:22.671" v="3018" actId="478"/>
          <ac:spMkLst>
            <pc:docMk/>
            <pc:sldMk cId="769297862" sldId="345"/>
            <ac:spMk id="2" creationId="{CE9762E5-E86A-BF1C-C0B4-5CF7E6476063}"/>
          </ac:spMkLst>
        </pc:spChg>
        <pc:spChg chg="mod">
          <ac:chgData name="Nông Văn Tình" userId="65f03aa13cf31854" providerId="LiveId" clId="{D307B703-989E-4B55-8930-2B3480A4776C}" dt="2024-07-23T16:16:53.955" v="3155" actId="14100"/>
          <ac:spMkLst>
            <pc:docMk/>
            <pc:sldMk cId="769297862" sldId="345"/>
            <ac:spMk id="4" creationId="{3BC0017E-E2CF-5611-5B13-E20D3A438695}"/>
          </ac:spMkLst>
        </pc:spChg>
        <pc:spChg chg="mod">
          <ac:chgData name="Nông Văn Tình" userId="65f03aa13cf31854" providerId="LiveId" clId="{D307B703-989E-4B55-8930-2B3480A4776C}" dt="2024-07-23T16:16:43.210" v="3154" actId="2711"/>
          <ac:spMkLst>
            <pc:docMk/>
            <pc:sldMk cId="769297862" sldId="345"/>
            <ac:spMk id="7" creationId="{E08ECBEB-2701-062A-8BE6-363497690E6E}"/>
          </ac:spMkLst>
        </pc:spChg>
        <pc:spChg chg="mod">
          <ac:chgData name="Nông Văn Tình" userId="65f03aa13cf31854" providerId="LiveId" clId="{D307B703-989E-4B55-8930-2B3480A4776C}" dt="2024-07-23T16:16:43.210" v="3154" actId="2711"/>
          <ac:spMkLst>
            <pc:docMk/>
            <pc:sldMk cId="769297862" sldId="345"/>
            <ac:spMk id="11" creationId="{71FBEBCE-54C9-42AF-A5E8-B020E18BE23F}"/>
          </ac:spMkLst>
        </pc:spChg>
        <pc:spChg chg="del">
          <ac:chgData name="Nông Văn Tình" userId="65f03aa13cf31854" providerId="LiveId" clId="{D307B703-989E-4B55-8930-2B3480A4776C}" dt="2024-07-23T15:56:29.372" v="3002" actId="21"/>
          <ac:spMkLst>
            <pc:docMk/>
            <pc:sldMk cId="769297862" sldId="345"/>
            <ac:spMk id="16" creationId="{9CBE5CCF-6182-4AC7-862A-D62B8542752F}"/>
          </ac:spMkLst>
        </pc:spChg>
        <pc:spChg chg="mod">
          <ac:chgData name="Nông Văn Tình" userId="65f03aa13cf31854" providerId="LiveId" clId="{D307B703-989E-4B55-8930-2B3480A4776C}" dt="2024-07-23T16:16:43.210" v="3154" actId="2711"/>
          <ac:spMkLst>
            <pc:docMk/>
            <pc:sldMk cId="769297862" sldId="345"/>
            <ac:spMk id="17" creationId="{0E5F7583-0930-2984-1062-DC780D5E2FDC}"/>
          </ac:spMkLst>
        </pc:spChg>
        <pc:picChg chg="mod">
          <ac:chgData name="Nông Văn Tình" userId="65f03aa13cf31854" providerId="LiveId" clId="{D307B703-989E-4B55-8930-2B3480A4776C}" dt="2024-07-23T16:16:43.210" v="3154" actId="2711"/>
          <ac:picMkLst>
            <pc:docMk/>
            <pc:sldMk cId="769297862" sldId="345"/>
            <ac:picMk id="5" creationId="{4154FF0E-F573-1E71-6F47-6A7C51E3C629}"/>
          </ac:picMkLst>
        </pc:picChg>
      </pc:sldChg>
      <pc:sldChg chg="delSp modSp add mod">
        <pc:chgData name="Nông Văn Tình" userId="65f03aa13cf31854" providerId="LiveId" clId="{D307B703-989E-4B55-8930-2B3480A4776C}" dt="2024-07-23T16:19:06.040" v="3180" actId="14100"/>
        <pc:sldMkLst>
          <pc:docMk/>
          <pc:sldMk cId="3302248203" sldId="346"/>
        </pc:sldMkLst>
        <pc:spChg chg="del">
          <ac:chgData name="Nông Văn Tình" userId="65f03aa13cf31854" providerId="LiveId" clId="{D307B703-989E-4B55-8930-2B3480A4776C}" dt="2024-07-23T15:57:43.561" v="3024" actId="478"/>
          <ac:spMkLst>
            <pc:docMk/>
            <pc:sldMk cId="3302248203" sldId="346"/>
            <ac:spMk id="2" creationId="{CE9762E5-E86A-BF1C-C0B4-5CF7E6476063}"/>
          </ac:spMkLst>
        </pc:spChg>
        <pc:spChg chg="mod">
          <ac:chgData name="Nông Văn Tình" userId="65f03aa13cf31854" providerId="LiveId" clId="{D307B703-989E-4B55-8930-2B3480A4776C}" dt="2024-07-23T16:19:06.040" v="3180" actId="14100"/>
          <ac:spMkLst>
            <pc:docMk/>
            <pc:sldMk cId="3302248203" sldId="346"/>
            <ac:spMk id="3" creationId="{E34591D9-9E35-52CC-2B93-504E66169804}"/>
          </ac:spMkLst>
        </pc:spChg>
        <pc:spChg chg="mod">
          <ac:chgData name="Nông Văn Tình" userId="65f03aa13cf31854" providerId="LiveId" clId="{D307B703-989E-4B55-8930-2B3480A4776C}" dt="2024-07-23T16:19:01.120" v="3179" actId="14100"/>
          <ac:spMkLst>
            <pc:docMk/>
            <pc:sldMk cId="3302248203" sldId="346"/>
            <ac:spMk id="4" creationId="{E8FDC48F-A672-0E44-83FF-3F6AB0519E36}"/>
          </ac:spMkLst>
        </pc:spChg>
        <pc:spChg chg="mod">
          <ac:chgData name="Nông Văn Tình" userId="65f03aa13cf31854" providerId="LiveId" clId="{D307B703-989E-4B55-8930-2B3480A4776C}" dt="2024-07-23T16:18:58.017" v="3178" actId="14100"/>
          <ac:spMkLst>
            <pc:docMk/>
            <pc:sldMk cId="3302248203" sldId="346"/>
            <ac:spMk id="7" creationId="{E08ECBEB-2701-062A-8BE6-363497690E6E}"/>
          </ac:spMkLst>
        </pc:spChg>
        <pc:spChg chg="del">
          <ac:chgData name="Nông Văn Tình" userId="65f03aa13cf31854" providerId="LiveId" clId="{D307B703-989E-4B55-8930-2B3480A4776C}" dt="2024-07-23T15:56:45.378" v="3008" actId="21"/>
          <ac:spMkLst>
            <pc:docMk/>
            <pc:sldMk cId="3302248203" sldId="346"/>
            <ac:spMk id="16" creationId="{9CBE5CCF-6182-4AC7-862A-D62B8542752F}"/>
          </ac:spMkLst>
        </pc:spChg>
        <pc:picChg chg="mod">
          <ac:chgData name="Nông Văn Tình" userId="65f03aa13cf31854" providerId="LiveId" clId="{D307B703-989E-4B55-8930-2B3480A4776C}" dt="2024-07-23T16:18:58.017" v="3178" actId="14100"/>
          <ac:picMkLst>
            <pc:docMk/>
            <pc:sldMk cId="3302248203" sldId="346"/>
            <ac:picMk id="5" creationId="{9B9D1D49-0FAF-A787-3CB4-59D6BC9C5F95}"/>
          </ac:picMkLst>
        </pc:picChg>
      </pc:sldChg>
      <pc:sldChg chg="addSp delSp modSp add mod modAnim">
        <pc:chgData name="Nông Văn Tình" userId="65f03aa13cf31854" providerId="LiveId" clId="{D307B703-989E-4B55-8930-2B3480A4776C}" dt="2024-07-23T16:20:05.496" v="3189" actId="1076"/>
        <pc:sldMkLst>
          <pc:docMk/>
          <pc:sldMk cId="3014565819" sldId="347"/>
        </pc:sldMkLst>
        <pc:spChg chg="del mod">
          <ac:chgData name="Nông Văn Tình" userId="65f03aa13cf31854" providerId="LiveId" clId="{D307B703-989E-4B55-8930-2B3480A4776C}" dt="2024-07-23T15:57:52.164" v="3027" actId="478"/>
          <ac:spMkLst>
            <pc:docMk/>
            <pc:sldMk cId="3014565819" sldId="347"/>
            <ac:spMk id="2" creationId="{CE9762E5-E86A-BF1C-C0B4-5CF7E6476063}"/>
          </ac:spMkLst>
        </pc:spChg>
        <pc:spChg chg="add mod">
          <ac:chgData name="Nông Văn Tình" userId="65f03aa13cf31854" providerId="LiveId" clId="{D307B703-989E-4B55-8930-2B3480A4776C}" dt="2024-07-23T16:19:50.751" v="3187" actId="14100"/>
          <ac:spMkLst>
            <pc:docMk/>
            <pc:sldMk cId="3014565819" sldId="347"/>
            <ac:spMk id="3" creationId="{F44777B7-7D28-F82C-ADB6-53BFB3BF7B96}"/>
          </ac:spMkLst>
        </pc:spChg>
        <pc:spChg chg="add mod">
          <ac:chgData name="Nông Văn Tình" userId="65f03aa13cf31854" providerId="LiveId" clId="{D307B703-989E-4B55-8930-2B3480A4776C}" dt="2024-07-23T16:20:05.496" v="3189" actId="1076"/>
          <ac:spMkLst>
            <pc:docMk/>
            <pc:sldMk cId="3014565819" sldId="347"/>
            <ac:spMk id="4" creationId="{2F4410DF-CF99-7796-BAB6-7B2EE53752B3}"/>
          </ac:spMkLst>
        </pc:spChg>
        <pc:spChg chg="del">
          <ac:chgData name="Nông Văn Tình" userId="65f03aa13cf31854" providerId="LiveId" clId="{D307B703-989E-4B55-8930-2B3480A4776C}" dt="2024-07-21T13:46:50.003" v="1796" actId="478"/>
          <ac:spMkLst>
            <pc:docMk/>
            <pc:sldMk cId="3014565819" sldId="347"/>
            <ac:spMk id="6" creationId="{F77D4766-0D69-915F-11BF-44948C5EE691}"/>
          </ac:spMkLst>
        </pc:spChg>
        <pc:spChg chg="mod">
          <ac:chgData name="Nông Văn Tình" userId="65f03aa13cf31854" providerId="LiveId" clId="{D307B703-989E-4B55-8930-2B3480A4776C}" dt="2024-07-23T16:11:33.970" v="3112" actId="1076"/>
          <ac:spMkLst>
            <pc:docMk/>
            <pc:sldMk cId="3014565819" sldId="347"/>
            <ac:spMk id="7" creationId="{E08ECBEB-2701-062A-8BE6-363497690E6E}"/>
          </ac:spMkLst>
        </pc:spChg>
        <pc:spChg chg="add mod">
          <ac:chgData name="Nông Văn Tình" userId="65f03aa13cf31854" providerId="LiveId" clId="{D307B703-989E-4B55-8930-2B3480A4776C}" dt="2024-07-23T16:19:58.362" v="3188" actId="14100"/>
          <ac:spMkLst>
            <pc:docMk/>
            <pc:sldMk cId="3014565819" sldId="347"/>
            <ac:spMk id="8" creationId="{FD73FD8F-DF54-F5D4-AA4A-7149F8BCA867}"/>
          </ac:spMkLst>
        </pc:spChg>
        <pc:spChg chg="del">
          <ac:chgData name="Nông Văn Tình" userId="65f03aa13cf31854" providerId="LiveId" clId="{D307B703-989E-4B55-8930-2B3480A4776C}" dt="2024-07-21T13:46:45.904" v="1795" actId="478"/>
          <ac:spMkLst>
            <pc:docMk/>
            <pc:sldMk cId="3014565819" sldId="347"/>
            <ac:spMk id="11" creationId="{AB4A5D2F-C29B-506F-F966-D1F4910F0D62}"/>
          </ac:spMkLst>
        </pc:spChg>
        <pc:spChg chg="del">
          <ac:chgData name="Nông Văn Tình" userId="65f03aa13cf31854" providerId="LiveId" clId="{D307B703-989E-4B55-8930-2B3480A4776C}" dt="2024-07-21T13:46:45.904" v="1795" actId="478"/>
          <ac:spMkLst>
            <pc:docMk/>
            <pc:sldMk cId="3014565819" sldId="347"/>
            <ac:spMk id="12" creationId="{0346ABF7-8359-850D-C9A9-6A9998AC2C58}"/>
          </ac:spMkLst>
        </pc:spChg>
        <pc:spChg chg="del">
          <ac:chgData name="Nông Văn Tình" userId="65f03aa13cf31854" providerId="LiveId" clId="{D307B703-989E-4B55-8930-2B3480A4776C}" dt="2024-07-23T15:56:49.460" v="3010" actId="21"/>
          <ac:spMkLst>
            <pc:docMk/>
            <pc:sldMk cId="3014565819" sldId="347"/>
            <ac:spMk id="16" creationId="{9CBE5CCF-6182-4AC7-862A-D62B8542752F}"/>
          </ac:spMkLst>
        </pc:spChg>
        <pc:picChg chg="add mod">
          <ac:chgData name="Nông Văn Tình" userId="65f03aa13cf31854" providerId="LiveId" clId="{D307B703-989E-4B55-8930-2B3480A4776C}" dt="2024-07-23T16:11:58.540" v="3115" actId="1076"/>
          <ac:picMkLst>
            <pc:docMk/>
            <pc:sldMk cId="3014565819" sldId="347"/>
            <ac:picMk id="5" creationId="{F2B3CCC3-0E5B-D6E3-34DB-4055D6B40145}"/>
          </ac:picMkLst>
        </pc:picChg>
        <pc:picChg chg="del">
          <ac:chgData name="Nông Văn Tình" userId="65f03aa13cf31854" providerId="LiveId" clId="{D307B703-989E-4B55-8930-2B3480A4776C}" dt="2024-07-21T13:46:45.904" v="1795" actId="478"/>
          <ac:picMkLst>
            <pc:docMk/>
            <pc:sldMk cId="3014565819" sldId="347"/>
            <ac:picMk id="10" creationId="{29066640-BD36-AD58-8EA7-1FABEE27FF96}"/>
          </ac:picMkLst>
        </pc:picChg>
      </pc:sldChg>
      <pc:sldChg chg="addSp delSp modSp add del mod modAnim">
        <pc:chgData name="Nông Văn Tình" userId="65f03aa13cf31854" providerId="LiveId" clId="{D307B703-989E-4B55-8930-2B3480A4776C}" dt="2024-07-22T14:30:14.419" v="2719" actId="47"/>
        <pc:sldMkLst>
          <pc:docMk/>
          <pc:sldMk cId="2878778771" sldId="348"/>
        </pc:sldMkLst>
        <pc:spChg chg="mod">
          <ac:chgData name="Nông Văn Tình" userId="65f03aa13cf31854" providerId="LiveId" clId="{D307B703-989E-4B55-8930-2B3480A4776C}" dt="2024-07-21T14:31:19.549" v="2506" actId="2711"/>
          <ac:spMkLst>
            <pc:docMk/>
            <pc:sldMk cId="2878778771" sldId="348"/>
            <ac:spMk id="2" creationId="{CE9762E5-E86A-BF1C-C0B4-5CF7E6476063}"/>
          </ac:spMkLst>
        </pc:spChg>
        <pc:spChg chg="mod">
          <ac:chgData name="Nông Văn Tình" userId="65f03aa13cf31854" providerId="LiveId" clId="{D307B703-989E-4B55-8930-2B3480A4776C}" dt="2024-07-21T14:31:19.549" v="2506" actId="2711"/>
          <ac:spMkLst>
            <pc:docMk/>
            <pc:sldMk cId="2878778771" sldId="348"/>
            <ac:spMk id="3" creationId="{F44777B7-7D28-F82C-ADB6-53BFB3BF7B96}"/>
          </ac:spMkLst>
        </pc:spChg>
        <pc:spChg chg="del">
          <ac:chgData name="Nông Văn Tình" userId="65f03aa13cf31854" providerId="LiveId" clId="{D307B703-989E-4B55-8930-2B3480A4776C}" dt="2024-07-21T13:47:14.422" v="1825" actId="478"/>
          <ac:spMkLst>
            <pc:docMk/>
            <pc:sldMk cId="2878778771" sldId="348"/>
            <ac:spMk id="4" creationId="{2F4410DF-CF99-7796-BAB6-7B2EE53752B3}"/>
          </ac:spMkLst>
        </pc:spChg>
        <pc:spChg chg="mod">
          <ac:chgData name="Nông Văn Tình" userId="65f03aa13cf31854" providerId="LiveId" clId="{D307B703-989E-4B55-8930-2B3480A4776C}" dt="2024-07-21T14:31:19.549" v="2506" actId="2711"/>
          <ac:spMkLst>
            <pc:docMk/>
            <pc:sldMk cId="2878778771" sldId="348"/>
            <ac:spMk id="7" creationId="{E08ECBEB-2701-062A-8BE6-363497690E6E}"/>
          </ac:spMkLst>
        </pc:spChg>
        <pc:spChg chg="del">
          <ac:chgData name="Nông Văn Tình" userId="65f03aa13cf31854" providerId="LiveId" clId="{D307B703-989E-4B55-8930-2B3480A4776C}" dt="2024-07-21T13:47:09.169" v="1823" actId="478"/>
          <ac:spMkLst>
            <pc:docMk/>
            <pc:sldMk cId="2878778771" sldId="348"/>
            <ac:spMk id="8" creationId="{FD73FD8F-DF54-F5D4-AA4A-7149F8BCA867}"/>
          </ac:spMkLst>
        </pc:spChg>
        <pc:spChg chg="add mod">
          <ac:chgData name="Nông Văn Tình" userId="65f03aa13cf31854" providerId="LiveId" clId="{D307B703-989E-4B55-8930-2B3480A4776C}" dt="2024-07-21T14:31:19.549" v="2506" actId="2711"/>
          <ac:spMkLst>
            <pc:docMk/>
            <pc:sldMk cId="2878778771" sldId="348"/>
            <ac:spMk id="12" creationId="{B1212314-4146-D683-A667-E39284280FC2}"/>
          </ac:spMkLst>
        </pc:spChg>
        <pc:spChg chg="add mod">
          <ac:chgData name="Nông Văn Tình" userId="65f03aa13cf31854" providerId="LiveId" clId="{D307B703-989E-4B55-8930-2B3480A4776C}" dt="2024-07-21T14:35:46.171" v="2661" actId="1076"/>
          <ac:spMkLst>
            <pc:docMk/>
            <pc:sldMk cId="2878778771" sldId="348"/>
            <ac:spMk id="14" creationId="{45889738-A8BB-B8B9-2873-711F17C9B21A}"/>
          </ac:spMkLst>
        </pc:spChg>
        <pc:spChg chg="mod">
          <ac:chgData name="Nông Văn Tình" userId="65f03aa13cf31854" providerId="LiveId" clId="{D307B703-989E-4B55-8930-2B3480A4776C}" dt="2024-07-21T14:31:19.549" v="2506" actId="2711"/>
          <ac:spMkLst>
            <pc:docMk/>
            <pc:sldMk cId="2878778771" sldId="348"/>
            <ac:spMk id="16" creationId="{9CBE5CCF-6182-4AC7-862A-D62B8542752F}"/>
          </ac:spMkLst>
        </pc:spChg>
        <pc:spChg chg="add mod">
          <ac:chgData name="Nông Văn Tình" userId="65f03aa13cf31854" providerId="LiveId" clId="{D307B703-989E-4B55-8930-2B3480A4776C}" dt="2024-07-21T14:35:59.749" v="2698" actId="1076"/>
          <ac:spMkLst>
            <pc:docMk/>
            <pc:sldMk cId="2878778771" sldId="348"/>
            <ac:spMk id="17" creationId="{6491AE41-7AC8-3FB3-D019-3B2765AC84C3}"/>
          </ac:spMkLst>
        </pc:spChg>
        <pc:spChg chg="add del mod">
          <ac:chgData name="Nông Văn Tình" userId="65f03aa13cf31854" providerId="LiveId" clId="{D307B703-989E-4B55-8930-2B3480A4776C}" dt="2024-07-21T14:39:17.170" v="2701" actId="478"/>
          <ac:spMkLst>
            <pc:docMk/>
            <pc:sldMk cId="2878778771" sldId="348"/>
            <ac:spMk id="18" creationId="{6059693D-C37C-A494-97B5-9316CF972F7F}"/>
          </ac:spMkLst>
        </pc:spChg>
        <pc:picChg chg="del">
          <ac:chgData name="Nông Văn Tình" userId="65f03aa13cf31854" providerId="LiveId" clId="{D307B703-989E-4B55-8930-2B3480A4776C}" dt="2024-07-21T13:47:10.374" v="1824" actId="478"/>
          <ac:picMkLst>
            <pc:docMk/>
            <pc:sldMk cId="2878778771" sldId="348"/>
            <ac:picMk id="5" creationId="{F2B3CCC3-0E5B-D6E3-34DB-4055D6B40145}"/>
          </ac:picMkLst>
        </pc:picChg>
        <pc:picChg chg="add del mod">
          <ac:chgData name="Nông Văn Tình" userId="65f03aa13cf31854" providerId="LiveId" clId="{D307B703-989E-4B55-8930-2B3480A4776C}" dt="2024-07-21T13:55:03.277" v="2196" actId="478"/>
          <ac:picMkLst>
            <pc:docMk/>
            <pc:sldMk cId="2878778771" sldId="348"/>
            <ac:picMk id="9" creationId="{B7ED2B56-6405-E3AD-9F96-75110B9CBAA1}"/>
          </ac:picMkLst>
        </pc:picChg>
        <pc:picChg chg="add mod">
          <ac:chgData name="Nông Văn Tình" userId="65f03aa13cf31854" providerId="LiveId" clId="{D307B703-989E-4B55-8930-2B3480A4776C}" dt="2024-07-21T14:35:31.526" v="2657" actId="1076"/>
          <ac:picMkLst>
            <pc:docMk/>
            <pc:sldMk cId="2878778771" sldId="348"/>
            <ac:picMk id="11" creationId="{2156B1A0-67A5-D1F5-9E90-55944D21D8AF}"/>
          </ac:picMkLst>
        </pc:picChg>
      </pc:sldChg>
      <pc:sldChg chg="addSp delSp modSp add mod modAnim">
        <pc:chgData name="Nông Văn Tình" userId="65f03aa13cf31854" providerId="LiveId" clId="{D307B703-989E-4B55-8930-2B3480A4776C}" dt="2024-07-23T16:21:17.601" v="3200" actId="14100"/>
        <pc:sldMkLst>
          <pc:docMk/>
          <pc:sldMk cId="2537888539" sldId="349"/>
        </pc:sldMkLst>
        <pc:spChg chg="del mod">
          <ac:chgData name="Nông Văn Tình" userId="65f03aa13cf31854" providerId="LiveId" clId="{D307B703-989E-4B55-8930-2B3480A4776C}" dt="2024-07-23T15:57:55.874" v="3028" actId="478"/>
          <ac:spMkLst>
            <pc:docMk/>
            <pc:sldMk cId="2537888539" sldId="349"/>
            <ac:spMk id="2" creationId="{CE9762E5-E86A-BF1C-C0B4-5CF7E6476063}"/>
          </ac:spMkLst>
        </pc:spChg>
        <pc:spChg chg="mod">
          <ac:chgData name="Nông Văn Tình" userId="65f03aa13cf31854" providerId="LiveId" clId="{D307B703-989E-4B55-8930-2B3480A4776C}" dt="2024-07-23T16:21:17.601" v="3200" actId="14100"/>
          <ac:spMkLst>
            <pc:docMk/>
            <pc:sldMk cId="2537888539" sldId="349"/>
            <ac:spMk id="3" creationId="{F44777B7-7D28-F82C-ADB6-53BFB3BF7B96}"/>
          </ac:spMkLst>
        </pc:spChg>
        <pc:spChg chg="add mod">
          <ac:chgData name="Nông Văn Tình" userId="65f03aa13cf31854" providerId="LiveId" clId="{D307B703-989E-4B55-8930-2B3480A4776C}" dt="2024-07-23T16:21:07.562" v="3198" actId="2711"/>
          <ac:spMkLst>
            <pc:docMk/>
            <pc:sldMk cId="2537888539" sldId="349"/>
            <ac:spMk id="5" creationId="{E8A5DF94-3EBD-207F-0896-655992F882C6}"/>
          </ac:spMkLst>
        </pc:spChg>
        <pc:spChg chg="add mod">
          <ac:chgData name="Nông Văn Tình" userId="65f03aa13cf31854" providerId="LiveId" clId="{D307B703-989E-4B55-8930-2B3480A4776C}" dt="2024-07-23T16:21:07.562" v="3198" actId="2711"/>
          <ac:spMkLst>
            <pc:docMk/>
            <pc:sldMk cId="2537888539" sldId="349"/>
            <ac:spMk id="6" creationId="{80B51C23-4EFD-E999-53BF-1B4F3AD465CA}"/>
          </ac:spMkLst>
        </pc:spChg>
        <pc:spChg chg="mod">
          <ac:chgData name="Nông Văn Tình" userId="65f03aa13cf31854" providerId="LiveId" clId="{D307B703-989E-4B55-8930-2B3480A4776C}" dt="2024-07-23T16:21:07.562" v="3198" actId="2711"/>
          <ac:spMkLst>
            <pc:docMk/>
            <pc:sldMk cId="2537888539" sldId="349"/>
            <ac:spMk id="7" creationId="{E08ECBEB-2701-062A-8BE6-363497690E6E}"/>
          </ac:spMkLst>
        </pc:spChg>
        <pc:spChg chg="del mod">
          <ac:chgData name="Nông Văn Tình" userId="65f03aa13cf31854" providerId="LiveId" clId="{D307B703-989E-4B55-8930-2B3480A4776C}" dt="2024-07-23T15:56:52.308" v="3011" actId="21"/>
          <ac:spMkLst>
            <pc:docMk/>
            <pc:sldMk cId="2537888539" sldId="349"/>
            <ac:spMk id="16" creationId="{9CBE5CCF-6182-4AC7-862A-D62B8542752F}"/>
          </ac:spMkLst>
        </pc:spChg>
        <pc:picChg chg="add mod">
          <ac:chgData name="Nông Văn Tình" userId="65f03aa13cf31854" providerId="LiveId" clId="{D307B703-989E-4B55-8930-2B3480A4776C}" dt="2024-07-23T16:21:07.562" v="3198" actId="2711"/>
          <ac:picMkLst>
            <pc:docMk/>
            <pc:sldMk cId="2537888539" sldId="349"/>
            <ac:picMk id="1026" creationId="{40703B63-4C73-9EFF-59DA-867CBEA0F645}"/>
          </ac:picMkLst>
        </pc:picChg>
      </pc:sldChg>
      <pc:sldChg chg="addSp delSp modSp add mod modAnim">
        <pc:chgData name="Nông Văn Tình" userId="65f03aa13cf31854" providerId="LiveId" clId="{D307B703-989E-4B55-8930-2B3480A4776C}" dt="2024-07-24T14:09:50.620" v="3751" actId="15"/>
        <pc:sldMkLst>
          <pc:docMk/>
          <pc:sldMk cId="3632865737" sldId="350"/>
        </pc:sldMkLst>
        <pc:spChg chg="del">
          <ac:chgData name="Nông Văn Tình" userId="65f03aa13cf31854" providerId="LiveId" clId="{D307B703-989E-4B55-8930-2B3480A4776C}" dt="2024-07-23T15:58:04.597" v="3031" actId="478"/>
          <ac:spMkLst>
            <pc:docMk/>
            <pc:sldMk cId="3632865737" sldId="350"/>
            <ac:spMk id="2" creationId="{CE9762E5-E86A-BF1C-C0B4-5CF7E6476063}"/>
          </ac:spMkLst>
        </pc:spChg>
        <pc:spChg chg="add mod">
          <ac:chgData name="Nông Văn Tình" userId="65f03aa13cf31854" providerId="LiveId" clId="{D307B703-989E-4B55-8930-2B3480A4776C}" dt="2024-07-24T14:09:50.620" v="3751" actId="15"/>
          <ac:spMkLst>
            <pc:docMk/>
            <pc:sldMk cId="3632865737" sldId="350"/>
            <ac:spMk id="3" creationId="{8F3D2BB3-E152-4D04-F1AD-3401FF0BEFFC}"/>
          </ac:spMkLst>
        </pc:spChg>
        <pc:spChg chg="del">
          <ac:chgData name="Nông Văn Tình" userId="65f03aa13cf31854" providerId="LiveId" clId="{D307B703-989E-4B55-8930-2B3480A4776C}" dt="2024-07-21T13:48:13.585" v="1852" actId="478"/>
          <ac:spMkLst>
            <pc:docMk/>
            <pc:sldMk cId="3632865737" sldId="350"/>
            <ac:spMk id="4" creationId="{29785328-16A5-1F10-A28A-9631EDC99652}"/>
          </ac:spMkLst>
        </pc:spChg>
        <pc:spChg chg="mod">
          <ac:chgData name="Nông Văn Tình" userId="65f03aa13cf31854" providerId="LiveId" clId="{D307B703-989E-4B55-8930-2B3480A4776C}" dt="2024-07-23T16:21:33.445" v="3201" actId="2711"/>
          <ac:spMkLst>
            <pc:docMk/>
            <pc:sldMk cId="3632865737" sldId="350"/>
            <ac:spMk id="7" creationId="{E08ECBEB-2701-062A-8BE6-363497690E6E}"/>
          </ac:spMkLst>
        </pc:spChg>
        <pc:spChg chg="del">
          <ac:chgData name="Nông Văn Tình" userId="65f03aa13cf31854" providerId="LiveId" clId="{D307B703-989E-4B55-8930-2B3480A4776C}" dt="2024-07-23T15:54:50.946" v="2982" actId="21"/>
          <ac:spMkLst>
            <pc:docMk/>
            <pc:sldMk cId="3632865737" sldId="350"/>
            <ac:spMk id="16" creationId="{9CBE5CCF-6182-4AC7-862A-D62B8542752F}"/>
          </ac:spMkLst>
        </pc:spChg>
        <pc:graphicFrameChg chg="del">
          <ac:chgData name="Nông Văn Tình" userId="65f03aa13cf31854" providerId="LiveId" clId="{D307B703-989E-4B55-8930-2B3480A4776C}" dt="2024-07-21T13:48:13.585" v="1852" actId="478"/>
          <ac:graphicFrameMkLst>
            <pc:docMk/>
            <pc:sldMk cId="3632865737" sldId="350"/>
            <ac:graphicFrameMk id="5" creationId="{B44C67FF-994A-86C7-4D38-832BB4C532BC}"/>
          </ac:graphicFrameMkLst>
        </pc:graphicFrameChg>
      </pc:sldChg>
      <pc:sldChg chg="modSp add mod">
        <pc:chgData name="Nông Văn Tình" userId="65f03aa13cf31854" providerId="LiveId" clId="{D307B703-989E-4B55-8930-2B3480A4776C}" dt="2024-07-23T16:18:27.342" v="3172" actId="2711"/>
        <pc:sldMkLst>
          <pc:docMk/>
          <pc:sldMk cId="3214396134" sldId="351"/>
        </pc:sldMkLst>
        <pc:spChg chg="mod">
          <ac:chgData name="Nông Văn Tình" userId="65f03aa13cf31854" providerId="LiveId" clId="{D307B703-989E-4B55-8930-2B3480A4776C}" dt="2024-07-23T16:18:27.342" v="3172" actId="2711"/>
          <ac:spMkLst>
            <pc:docMk/>
            <pc:sldMk cId="3214396134" sldId="351"/>
            <ac:spMk id="3" creationId="{E34591D9-9E35-52CC-2B93-504E66169804}"/>
          </ac:spMkLst>
        </pc:spChg>
        <pc:spChg chg="mod">
          <ac:chgData name="Nông Văn Tình" userId="65f03aa13cf31854" providerId="LiveId" clId="{D307B703-989E-4B55-8930-2B3480A4776C}" dt="2024-07-23T16:18:27.342" v="3172" actId="2711"/>
          <ac:spMkLst>
            <pc:docMk/>
            <pc:sldMk cId="3214396134" sldId="351"/>
            <ac:spMk id="8" creationId="{AADF9C56-B2BB-6B7C-90AC-33A3DF35ED4E}"/>
          </ac:spMkLst>
        </pc:spChg>
        <pc:spChg chg="mod">
          <ac:chgData name="Nông Văn Tình" userId="65f03aa13cf31854" providerId="LiveId" clId="{D307B703-989E-4B55-8930-2B3480A4776C}" dt="2024-07-23T16:18:27.342" v="3172" actId="2711"/>
          <ac:spMkLst>
            <pc:docMk/>
            <pc:sldMk cId="3214396134" sldId="351"/>
            <ac:spMk id="12" creationId="{BBF3B67F-A989-C7C4-4F4E-51B9DB402D78}"/>
          </ac:spMkLst>
        </pc:spChg>
      </pc:sldChg>
      <pc:sldMasterChg chg="modTransition modSldLayout">
        <pc:chgData name="Nông Văn Tình" userId="65f03aa13cf31854" providerId="LiveId" clId="{D307B703-989E-4B55-8930-2B3480A4776C}" dt="2024-07-21T05:24:22.403" v="1149"/>
        <pc:sldMasterMkLst>
          <pc:docMk/>
          <pc:sldMasterMk cId="466238540" sldId="2147483660"/>
        </pc:sldMasterMkLst>
        <pc:sldLayoutChg chg="modTransition">
          <pc:chgData name="Nông Văn Tình" userId="65f03aa13cf31854" providerId="LiveId" clId="{D307B703-989E-4B55-8930-2B3480A4776C}" dt="2024-07-21T05:24:22.403" v="1149"/>
          <pc:sldLayoutMkLst>
            <pc:docMk/>
            <pc:sldMasterMk cId="466238540" sldId="2147483660"/>
            <pc:sldLayoutMk cId="4033240428" sldId="2147483661"/>
          </pc:sldLayoutMkLst>
        </pc:sldLayoutChg>
        <pc:sldLayoutChg chg="modTransition">
          <pc:chgData name="Nông Văn Tình" userId="65f03aa13cf31854" providerId="LiveId" clId="{D307B703-989E-4B55-8930-2B3480A4776C}" dt="2024-07-21T05:24:22.403" v="1149"/>
          <pc:sldLayoutMkLst>
            <pc:docMk/>
            <pc:sldMasterMk cId="466238540" sldId="2147483660"/>
            <pc:sldLayoutMk cId="3967591381" sldId="2147483662"/>
          </pc:sldLayoutMkLst>
        </pc:sldLayoutChg>
        <pc:sldLayoutChg chg="modTransition">
          <pc:chgData name="Nông Văn Tình" userId="65f03aa13cf31854" providerId="LiveId" clId="{D307B703-989E-4B55-8930-2B3480A4776C}" dt="2024-07-21T05:24:22.403" v="1149"/>
          <pc:sldLayoutMkLst>
            <pc:docMk/>
            <pc:sldMasterMk cId="466238540" sldId="2147483660"/>
            <pc:sldLayoutMk cId="367812139" sldId="2147483663"/>
          </pc:sldLayoutMkLst>
        </pc:sldLayoutChg>
        <pc:sldLayoutChg chg="modTransition">
          <pc:chgData name="Nông Văn Tình" userId="65f03aa13cf31854" providerId="LiveId" clId="{D307B703-989E-4B55-8930-2B3480A4776C}" dt="2024-07-21T05:24:22.403" v="1149"/>
          <pc:sldLayoutMkLst>
            <pc:docMk/>
            <pc:sldMasterMk cId="466238540" sldId="2147483660"/>
            <pc:sldLayoutMk cId="1832149274" sldId="2147483664"/>
          </pc:sldLayoutMkLst>
        </pc:sldLayoutChg>
        <pc:sldLayoutChg chg="modTransition">
          <pc:chgData name="Nông Văn Tình" userId="65f03aa13cf31854" providerId="LiveId" clId="{D307B703-989E-4B55-8930-2B3480A4776C}" dt="2024-07-21T05:24:22.403" v="1149"/>
          <pc:sldLayoutMkLst>
            <pc:docMk/>
            <pc:sldMasterMk cId="466238540" sldId="2147483660"/>
            <pc:sldLayoutMk cId="929935883" sldId="2147483665"/>
          </pc:sldLayoutMkLst>
        </pc:sldLayoutChg>
        <pc:sldLayoutChg chg="modTransition">
          <pc:chgData name="Nông Văn Tình" userId="65f03aa13cf31854" providerId="LiveId" clId="{D307B703-989E-4B55-8930-2B3480A4776C}" dt="2024-07-21T05:24:22.403" v="1149"/>
          <pc:sldLayoutMkLst>
            <pc:docMk/>
            <pc:sldMasterMk cId="466238540" sldId="2147483660"/>
            <pc:sldLayoutMk cId="2867238169" sldId="2147483666"/>
          </pc:sldLayoutMkLst>
        </pc:sldLayoutChg>
        <pc:sldLayoutChg chg="modTransition">
          <pc:chgData name="Nông Văn Tình" userId="65f03aa13cf31854" providerId="LiveId" clId="{D307B703-989E-4B55-8930-2B3480A4776C}" dt="2024-07-21T05:24:22.403" v="1149"/>
          <pc:sldLayoutMkLst>
            <pc:docMk/>
            <pc:sldMasterMk cId="466238540" sldId="2147483660"/>
            <pc:sldLayoutMk cId="1409807886" sldId="2147483667"/>
          </pc:sldLayoutMkLst>
        </pc:sldLayoutChg>
        <pc:sldLayoutChg chg="modTransition">
          <pc:chgData name="Nông Văn Tình" userId="65f03aa13cf31854" providerId="LiveId" clId="{D307B703-989E-4B55-8930-2B3480A4776C}" dt="2024-07-21T05:24:22.403" v="1149"/>
          <pc:sldLayoutMkLst>
            <pc:docMk/>
            <pc:sldMasterMk cId="466238540" sldId="2147483660"/>
            <pc:sldLayoutMk cId="1317587199" sldId="2147483668"/>
          </pc:sldLayoutMkLst>
        </pc:sldLayoutChg>
        <pc:sldLayoutChg chg="modTransition">
          <pc:chgData name="Nông Văn Tình" userId="65f03aa13cf31854" providerId="LiveId" clId="{D307B703-989E-4B55-8930-2B3480A4776C}" dt="2024-07-21T05:24:22.403" v="1149"/>
          <pc:sldLayoutMkLst>
            <pc:docMk/>
            <pc:sldMasterMk cId="466238540" sldId="2147483660"/>
            <pc:sldLayoutMk cId="2204551742" sldId="2147483669"/>
          </pc:sldLayoutMkLst>
        </pc:sldLayoutChg>
        <pc:sldLayoutChg chg="modTransition">
          <pc:chgData name="Nông Văn Tình" userId="65f03aa13cf31854" providerId="LiveId" clId="{D307B703-989E-4B55-8930-2B3480A4776C}" dt="2024-07-21T05:24:22.403" v="1149"/>
          <pc:sldLayoutMkLst>
            <pc:docMk/>
            <pc:sldMasterMk cId="466238540" sldId="2147483660"/>
            <pc:sldLayoutMk cId="2666512495" sldId="2147483676"/>
          </pc:sldLayoutMkLst>
        </pc:sldLayoutChg>
        <pc:sldLayoutChg chg="modTransition">
          <pc:chgData name="Nông Văn Tình" userId="65f03aa13cf31854" providerId="LiveId" clId="{D307B703-989E-4B55-8930-2B3480A4776C}" dt="2024-07-21T05:24:22.403" v="1149"/>
          <pc:sldLayoutMkLst>
            <pc:docMk/>
            <pc:sldMasterMk cId="466238540" sldId="2147483660"/>
            <pc:sldLayoutMk cId="1127589852" sldId="2147483677"/>
          </pc:sldLayoutMkLst>
        </pc:sldLayoutChg>
      </pc:sldMasterChg>
      <pc:sldMasterChg chg="modTransition modSldLayout">
        <pc:chgData name="Nông Văn Tình" userId="65f03aa13cf31854" providerId="LiveId" clId="{D307B703-989E-4B55-8930-2B3480A4776C}" dt="2024-07-21T05:10:52.511" v="610"/>
        <pc:sldMasterMkLst>
          <pc:docMk/>
          <pc:sldMasterMk cId="2978622940" sldId="2147483660"/>
        </pc:sldMasterMkLst>
        <pc:sldLayoutChg chg="modTransition">
          <pc:chgData name="Nông Văn Tình" userId="65f03aa13cf31854" providerId="LiveId" clId="{D307B703-989E-4B55-8930-2B3480A4776C}" dt="2024-07-21T05:10:52.511" v="610"/>
          <pc:sldLayoutMkLst>
            <pc:docMk/>
            <pc:sldMasterMk cId="2978622940" sldId="2147483660"/>
            <pc:sldLayoutMk cId="4025135576" sldId="2147483661"/>
          </pc:sldLayoutMkLst>
        </pc:sldLayoutChg>
        <pc:sldLayoutChg chg="modTransition">
          <pc:chgData name="Nông Văn Tình" userId="65f03aa13cf31854" providerId="LiveId" clId="{D307B703-989E-4B55-8930-2B3480A4776C}" dt="2024-07-21T05:10:52.511" v="610"/>
          <pc:sldLayoutMkLst>
            <pc:docMk/>
            <pc:sldMasterMk cId="2978622940" sldId="2147483660"/>
            <pc:sldLayoutMk cId="3861607662" sldId="2147483662"/>
          </pc:sldLayoutMkLst>
        </pc:sldLayoutChg>
        <pc:sldLayoutChg chg="modTransition">
          <pc:chgData name="Nông Văn Tình" userId="65f03aa13cf31854" providerId="LiveId" clId="{D307B703-989E-4B55-8930-2B3480A4776C}" dt="2024-07-21T05:10:52.511" v="610"/>
          <pc:sldLayoutMkLst>
            <pc:docMk/>
            <pc:sldMasterMk cId="2978622940" sldId="2147483660"/>
            <pc:sldLayoutMk cId="762136767" sldId="2147483663"/>
          </pc:sldLayoutMkLst>
        </pc:sldLayoutChg>
        <pc:sldLayoutChg chg="modTransition">
          <pc:chgData name="Nông Văn Tình" userId="65f03aa13cf31854" providerId="LiveId" clId="{D307B703-989E-4B55-8930-2B3480A4776C}" dt="2024-07-21T05:10:52.511" v="610"/>
          <pc:sldLayoutMkLst>
            <pc:docMk/>
            <pc:sldMasterMk cId="2978622940" sldId="2147483660"/>
            <pc:sldLayoutMk cId="738656765" sldId="2147483664"/>
          </pc:sldLayoutMkLst>
        </pc:sldLayoutChg>
        <pc:sldLayoutChg chg="modTransition">
          <pc:chgData name="Nông Văn Tình" userId="65f03aa13cf31854" providerId="LiveId" clId="{D307B703-989E-4B55-8930-2B3480A4776C}" dt="2024-07-21T05:10:52.511" v="610"/>
          <pc:sldLayoutMkLst>
            <pc:docMk/>
            <pc:sldMasterMk cId="2978622940" sldId="2147483660"/>
            <pc:sldLayoutMk cId="3602494506" sldId="2147483665"/>
          </pc:sldLayoutMkLst>
        </pc:sldLayoutChg>
        <pc:sldLayoutChg chg="modTransition">
          <pc:chgData name="Nông Văn Tình" userId="65f03aa13cf31854" providerId="LiveId" clId="{D307B703-989E-4B55-8930-2B3480A4776C}" dt="2024-07-21T05:10:52.511" v="610"/>
          <pc:sldLayoutMkLst>
            <pc:docMk/>
            <pc:sldMasterMk cId="2978622940" sldId="2147483660"/>
            <pc:sldLayoutMk cId="282585867" sldId="2147483666"/>
          </pc:sldLayoutMkLst>
        </pc:sldLayoutChg>
        <pc:sldLayoutChg chg="modTransition">
          <pc:chgData name="Nông Văn Tình" userId="65f03aa13cf31854" providerId="LiveId" clId="{D307B703-989E-4B55-8930-2B3480A4776C}" dt="2024-07-21T05:10:52.511" v="610"/>
          <pc:sldLayoutMkLst>
            <pc:docMk/>
            <pc:sldMasterMk cId="2978622940" sldId="2147483660"/>
            <pc:sldLayoutMk cId="2117925269" sldId="2147483667"/>
          </pc:sldLayoutMkLst>
        </pc:sldLayoutChg>
        <pc:sldLayoutChg chg="modTransition">
          <pc:chgData name="Nông Văn Tình" userId="65f03aa13cf31854" providerId="LiveId" clId="{D307B703-989E-4B55-8930-2B3480A4776C}" dt="2024-07-21T05:10:52.511" v="610"/>
          <pc:sldLayoutMkLst>
            <pc:docMk/>
            <pc:sldMasterMk cId="2978622940" sldId="2147483660"/>
            <pc:sldLayoutMk cId="1613120634" sldId="2147483668"/>
          </pc:sldLayoutMkLst>
        </pc:sldLayoutChg>
        <pc:sldLayoutChg chg="modTransition">
          <pc:chgData name="Nông Văn Tình" userId="65f03aa13cf31854" providerId="LiveId" clId="{D307B703-989E-4B55-8930-2B3480A4776C}" dt="2024-07-21T05:10:52.511" v="610"/>
          <pc:sldLayoutMkLst>
            <pc:docMk/>
            <pc:sldMasterMk cId="2978622940" sldId="2147483660"/>
            <pc:sldLayoutMk cId="3948496679" sldId="2147483669"/>
          </pc:sldLayoutMkLst>
        </pc:sldLayoutChg>
        <pc:sldLayoutChg chg="modTransition">
          <pc:chgData name="Nông Văn Tình" userId="65f03aa13cf31854" providerId="LiveId" clId="{D307B703-989E-4B55-8930-2B3480A4776C}" dt="2024-07-21T05:10:52.511" v="610"/>
          <pc:sldLayoutMkLst>
            <pc:docMk/>
            <pc:sldMasterMk cId="2978622940" sldId="2147483660"/>
            <pc:sldLayoutMk cId="3851120470" sldId="2147483676"/>
          </pc:sldLayoutMkLst>
        </pc:sldLayoutChg>
        <pc:sldLayoutChg chg="modTransition">
          <pc:chgData name="Nông Văn Tình" userId="65f03aa13cf31854" providerId="LiveId" clId="{D307B703-989E-4B55-8930-2B3480A4776C}" dt="2024-07-21T05:10:52.511" v="610"/>
          <pc:sldLayoutMkLst>
            <pc:docMk/>
            <pc:sldMasterMk cId="2978622940" sldId="2147483660"/>
            <pc:sldLayoutMk cId="4095007944" sldId="2147483677"/>
          </pc:sldLayoutMkLst>
        </pc:sldLayoutChg>
      </pc:sldMasterChg>
      <pc:sldMasterChg chg="modTransition modSldLayout">
        <pc:chgData name="Nông Văn Tình" userId="65f03aa13cf31854" providerId="LiveId" clId="{D307B703-989E-4B55-8930-2B3480A4776C}" dt="2024-07-21T05:24:35.307" v="1150"/>
        <pc:sldMasterMkLst>
          <pc:docMk/>
          <pc:sldMasterMk cId="3941493136" sldId="2147483678"/>
        </pc:sldMasterMkLst>
        <pc:sldLayoutChg chg="modTransition">
          <pc:chgData name="Nông Văn Tình" userId="65f03aa13cf31854" providerId="LiveId" clId="{D307B703-989E-4B55-8930-2B3480A4776C}" dt="2024-07-21T05:24:35.307" v="1150"/>
          <pc:sldLayoutMkLst>
            <pc:docMk/>
            <pc:sldMasterMk cId="3941493136" sldId="2147483678"/>
            <pc:sldLayoutMk cId="2171658076" sldId="2147483679"/>
          </pc:sldLayoutMkLst>
        </pc:sldLayoutChg>
        <pc:sldLayoutChg chg="modTransition">
          <pc:chgData name="Nông Văn Tình" userId="65f03aa13cf31854" providerId="LiveId" clId="{D307B703-989E-4B55-8930-2B3480A4776C}" dt="2024-07-21T05:24:35.307" v="1150"/>
          <pc:sldLayoutMkLst>
            <pc:docMk/>
            <pc:sldMasterMk cId="3941493136" sldId="2147483678"/>
            <pc:sldLayoutMk cId="4007323846" sldId="2147483680"/>
          </pc:sldLayoutMkLst>
        </pc:sldLayoutChg>
        <pc:sldLayoutChg chg="modTransition">
          <pc:chgData name="Nông Văn Tình" userId="65f03aa13cf31854" providerId="LiveId" clId="{D307B703-989E-4B55-8930-2B3480A4776C}" dt="2024-07-21T05:24:35.307" v="1150"/>
          <pc:sldLayoutMkLst>
            <pc:docMk/>
            <pc:sldMasterMk cId="3941493136" sldId="2147483678"/>
            <pc:sldLayoutMk cId="1204292266" sldId="2147483681"/>
          </pc:sldLayoutMkLst>
        </pc:sldLayoutChg>
        <pc:sldLayoutChg chg="modTransition">
          <pc:chgData name="Nông Văn Tình" userId="65f03aa13cf31854" providerId="LiveId" clId="{D307B703-989E-4B55-8930-2B3480A4776C}" dt="2024-07-21T05:24:35.307" v="1150"/>
          <pc:sldLayoutMkLst>
            <pc:docMk/>
            <pc:sldMasterMk cId="3941493136" sldId="2147483678"/>
            <pc:sldLayoutMk cId="2398244216" sldId="2147483682"/>
          </pc:sldLayoutMkLst>
        </pc:sldLayoutChg>
        <pc:sldLayoutChg chg="modTransition">
          <pc:chgData name="Nông Văn Tình" userId="65f03aa13cf31854" providerId="LiveId" clId="{D307B703-989E-4B55-8930-2B3480A4776C}" dt="2024-07-21T05:24:35.307" v="1150"/>
          <pc:sldLayoutMkLst>
            <pc:docMk/>
            <pc:sldMasterMk cId="3941493136" sldId="2147483678"/>
            <pc:sldLayoutMk cId="4284210931" sldId="2147483683"/>
          </pc:sldLayoutMkLst>
        </pc:sldLayoutChg>
        <pc:sldLayoutChg chg="modTransition">
          <pc:chgData name="Nông Văn Tình" userId="65f03aa13cf31854" providerId="LiveId" clId="{D307B703-989E-4B55-8930-2B3480A4776C}" dt="2024-07-21T05:24:35.307" v="1150"/>
          <pc:sldLayoutMkLst>
            <pc:docMk/>
            <pc:sldMasterMk cId="3941493136" sldId="2147483678"/>
            <pc:sldLayoutMk cId="3947842967" sldId="2147483684"/>
          </pc:sldLayoutMkLst>
        </pc:sldLayoutChg>
        <pc:sldLayoutChg chg="modTransition">
          <pc:chgData name="Nông Văn Tình" userId="65f03aa13cf31854" providerId="LiveId" clId="{D307B703-989E-4B55-8930-2B3480A4776C}" dt="2024-07-21T05:24:35.307" v="1150"/>
          <pc:sldLayoutMkLst>
            <pc:docMk/>
            <pc:sldMasterMk cId="3941493136" sldId="2147483678"/>
            <pc:sldLayoutMk cId="2871488285" sldId="2147483685"/>
          </pc:sldLayoutMkLst>
        </pc:sldLayoutChg>
        <pc:sldLayoutChg chg="modTransition">
          <pc:chgData name="Nông Văn Tình" userId="65f03aa13cf31854" providerId="LiveId" clId="{D307B703-989E-4B55-8930-2B3480A4776C}" dt="2024-07-21T05:24:35.307" v="1150"/>
          <pc:sldLayoutMkLst>
            <pc:docMk/>
            <pc:sldMasterMk cId="3941493136" sldId="2147483678"/>
            <pc:sldLayoutMk cId="1227299185" sldId="2147483686"/>
          </pc:sldLayoutMkLst>
        </pc:sldLayoutChg>
        <pc:sldLayoutChg chg="modTransition">
          <pc:chgData name="Nông Văn Tình" userId="65f03aa13cf31854" providerId="LiveId" clId="{D307B703-989E-4B55-8930-2B3480A4776C}" dt="2024-07-21T05:24:35.307" v="1150"/>
          <pc:sldLayoutMkLst>
            <pc:docMk/>
            <pc:sldMasterMk cId="3941493136" sldId="2147483678"/>
            <pc:sldLayoutMk cId="870981500" sldId="2147483687"/>
          </pc:sldLayoutMkLst>
        </pc:sldLayoutChg>
        <pc:sldLayoutChg chg="modTransition">
          <pc:chgData name="Nông Văn Tình" userId="65f03aa13cf31854" providerId="LiveId" clId="{D307B703-989E-4B55-8930-2B3480A4776C}" dt="2024-07-21T05:24:35.307" v="1150"/>
          <pc:sldLayoutMkLst>
            <pc:docMk/>
            <pc:sldMasterMk cId="3941493136" sldId="2147483678"/>
            <pc:sldLayoutMk cId="994930416" sldId="2147483688"/>
          </pc:sldLayoutMkLst>
        </pc:sldLayoutChg>
        <pc:sldLayoutChg chg="modTransition">
          <pc:chgData name="Nông Văn Tình" userId="65f03aa13cf31854" providerId="LiveId" clId="{D307B703-989E-4B55-8930-2B3480A4776C}" dt="2024-07-21T05:24:35.307" v="1150"/>
          <pc:sldLayoutMkLst>
            <pc:docMk/>
            <pc:sldMasterMk cId="3941493136" sldId="2147483678"/>
            <pc:sldLayoutMk cId="4103758194" sldId="2147483689"/>
          </pc:sldLayoutMkLst>
        </pc:sldLayoutChg>
      </pc:sldMasterChg>
      <pc:sldMasterChg chg="modTransition modSldLayout">
        <pc:chgData name="Nông Văn Tình" userId="65f03aa13cf31854" providerId="LiveId" clId="{D307B703-989E-4B55-8930-2B3480A4776C}" dt="2024-07-21T05:24:48.019" v="1151"/>
        <pc:sldMasterMkLst>
          <pc:docMk/>
          <pc:sldMasterMk cId="1362545151" sldId="2147483690"/>
        </pc:sldMasterMkLst>
        <pc:sldLayoutChg chg="modTransition">
          <pc:chgData name="Nông Văn Tình" userId="65f03aa13cf31854" providerId="LiveId" clId="{D307B703-989E-4B55-8930-2B3480A4776C}" dt="2024-07-21T05:24:48.019" v="1151"/>
          <pc:sldLayoutMkLst>
            <pc:docMk/>
            <pc:sldMasterMk cId="1362545151" sldId="2147483690"/>
            <pc:sldLayoutMk cId="709315708" sldId="2147483691"/>
          </pc:sldLayoutMkLst>
        </pc:sldLayoutChg>
        <pc:sldLayoutChg chg="modTransition">
          <pc:chgData name="Nông Văn Tình" userId="65f03aa13cf31854" providerId="LiveId" clId="{D307B703-989E-4B55-8930-2B3480A4776C}" dt="2024-07-21T05:24:48.019" v="1151"/>
          <pc:sldLayoutMkLst>
            <pc:docMk/>
            <pc:sldMasterMk cId="1362545151" sldId="2147483690"/>
            <pc:sldLayoutMk cId="2390401247" sldId="2147483692"/>
          </pc:sldLayoutMkLst>
        </pc:sldLayoutChg>
        <pc:sldLayoutChg chg="modTransition">
          <pc:chgData name="Nông Văn Tình" userId="65f03aa13cf31854" providerId="LiveId" clId="{D307B703-989E-4B55-8930-2B3480A4776C}" dt="2024-07-21T05:24:48.019" v="1151"/>
          <pc:sldLayoutMkLst>
            <pc:docMk/>
            <pc:sldMasterMk cId="1362545151" sldId="2147483690"/>
            <pc:sldLayoutMk cId="2576613777" sldId="2147483693"/>
          </pc:sldLayoutMkLst>
        </pc:sldLayoutChg>
        <pc:sldLayoutChg chg="modTransition">
          <pc:chgData name="Nông Văn Tình" userId="65f03aa13cf31854" providerId="LiveId" clId="{D307B703-989E-4B55-8930-2B3480A4776C}" dt="2024-07-21T05:24:48.019" v="1151"/>
          <pc:sldLayoutMkLst>
            <pc:docMk/>
            <pc:sldMasterMk cId="1362545151" sldId="2147483690"/>
            <pc:sldLayoutMk cId="783220533" sldId="2147483694"/>
          </pc:sldLayoutMkLst>
        </pc:sldLayoutChg>
        <pc:sldLayoutChg chg="modTransition">
          <pc:chgData name="Nông Văn Tình" userId="65f03aa13cf31854" providerId="LiveId" clId="{D307B703-989E-4B55-8930-2B3480A4776C}" dt="2024-07-21T05:24:48.019" v="1151"/>
          <pc:sldLayoutMkLst>
            <pc:docMk/>
            <pc:sldMasterMk cId="1362545151" sldId="2147483690"/>
            <pc:sldLayoutMk cId="4120551733" sldId="2147483695"/>
          </pc:sldLayoutMkLst>
        </pc:sldLayoutChg>
        <pc:sldLayoutChg chg="modTransition">
          <pc:chgData name="Nông Văn Tình" userId="65f03aa13cf31854" providerId="LiveId" clId="{D307B703-989E-4B55-8930-2B3480A4776C}" dt="2024-07-21T05:24:48.019" v="1151"/>
          <pc:sldLayoutMkLst>
            <pc:docMk/>
            <pc:sldMasterMk cId="1362545151" sldId="2147483690"/>
            <pc:sldLayoutMk cId="3945037220" sldId="2147483696"/>
          </pc:sldLayoutMkLst>
        </pc:sldLayoutChg>
        <pc:sldLayoutChg chg="modTransition">
          <pc:chgData name="Nông Văn Tình" userId="65f03aa13cf31854" providerId="LiveId" clId="{D307B703-989E-4B55-8930-2B3480A4776C}" dt="2024-07-21T05:24:48.019" v="1151"/>
          <pc:sldLayoutMkLst>
            <pc:docMk/>
            <pc:sldMasterMk cId="1362545151" sldId="2147483690"/>
            <pc:sldLayoutMk cId="2059873479" sldId="2147483697"/>
          </pc:sldLayoutMkLst>
        </pc:sldLayoutChg>
        <pc:sldLayoutChg chg="modTransition">
          <pc:chgData name="Nông Văn Tình" userId="65f03aa13cf31854" providerId="LiveId" clId="{D307B703-989E-4B55-8930-2B3480A4776C}" dt="2024-07-21T05:24:48.019" v="1151"/>
          <pc:sldLayoutMkLst>
            <pc:docMk/>
            <pc:sldMasterMk cId="1362545151" sldId="2147483690"/>
            <pc:sldLayoutMk cId="155806012" sldId="2147483698"/>
          </pc:sldLayoutMkLst>
        </pc:sldLayoutChg>
        <pc:sldLayoutChg chg="modTransition">
          <pc:chgData name="Nông Văn Tình" userId="65f03aa13cf31854" providerId="LiveId" clId="{D307B703-989E-4B55-8930-2B3480A4776C}" dt="2024-07-21T05:24:48.019" v="1151"/>
          <pc:sldLayoutMkLst>
            <pc:docMk/>
            <pc:sldMasterMk cId="1362545151" sldId="2147483690"/>
            <pc:sldLayoutMk cId="388317019" sldId="2147483699"/>
          </pc:sldLayoutMkLst>
        </pc:sldLayoutChg>
        <pc:sldLayoutChg chg="modTransition">
          <pc:chgData name="Nông Văn Tình" userId="65f03aa13cf31854" providerId="LiveId" clId="{D307B703-989E-4B55-8930-2B3480A4776C}" dt="2024-07-21T05:24:48.019" v="1151"/>
          <pc:sldLayoutMkLst>
            <pc:docMk/>
            <pc:sldMasterMk cId="1362545151" sldId="2147483690"/>
            <pc:sldLayoutMk cId="542574485" sldId="2147483706"/>
          </pc:sldLayoutMkLst>
        </pc:sldLayoutChg>
        <pc:sldLayoutChg chg="modTransition">
          <pc:chgData name="Nông Văn Tình" userId="65f03aa13cf31854" providerId="LiveId" clId="{D307B703-989E-4B55-8930-2B3480A4776C}" dt="2024-07-21T05:24:48.019" v="1151"/>
          <pc:sldLayoutMkLst>
            <pc:docMk/>
            <pc:sldMasterMk cId="1362545151" sldId="2147483690"/>
            <pc:sldLayoutMk cId="411442528" sldId="2147483707"/>
          </pc:sldLayoutMkLst>
        </pc:sldLayoutChg>
      </pc:sldMasterChg>
      <pc:sldMasterChg chg="modTransition modSldLayout">
        <pc:chgData name="Nông Văn Tình" userId="65f03aa13cf31854" providerId="LiveId" clId="{D307B703-989E-4B55-8930-2B3480A4776C}" dt="2024-07-21T05:25:45.120" v="1166"/>
        <pc:sldMasterMkLst>
          <pc:docMk/>
          <pc:sldMasterMk cId="242191945" sldId="2147483708"/>
        </pc:sldMasterMkLst>
        <pc:sldLayoutChg chg="modTransition">
          <pc:chgData name="Nông Văn Tình" userId="65f03aa13cf31854" providerId="LiveId" clId="{D307B703-989E-4B55-8930-2B3480A4776C}" dt="2024-07-21T05:25:45.120" v="1166"/>
          <pc:sldLayoutMkLst>
            <pc:docMk/>
            <pc:sldMasterMk cId="242191945" sldId="2147483708"/>
            <pc:sldLayoutMk cId="119070906" sldId="2147483709"/>
          </pc:sldLayoutMkLst>
        </pc:sldLayoutChg>
        <pc:sldLayoutChg chg="modTransition">
          <pc:chgData name="Nông Văn Tình" userId="65f03aa13cf31854" providerId="LiveId" clId="{D307B703-989E-4B55-8930-2B3480A4776C}" dt="2024-07-21T05:25:45.120" v="1166"/>
          <pc:sldLayoutMkLst>
            <pc:docMk/>
            <pc:sldMasterMk cId="242191945" sldId="2147483708"/>
            <pc:sldLayoutMk cId="4064954653" sldId="2147483710"/>
          </pc:sldLayoutMkLst>
        </pc:sldLayoutChg>
        <pc:sldLayoutChg chg="modTransition">
          <pc:chgData name="Nông Văn Tình" userId="65f03aa13cf31854" providerId="LiveId" clId="{D307B703-989E-4B55-8930-2B3480A4776C}" dt="2024-07-21T05:25:45.120" v="1166"/>
          <pc:sldLayoutMkLst>
            <pc:docMk/>
            <pc:sldMasterMk cId="242191945" sldId="2147483708"/>
            <pc:sldLayoutMk cId="4150752565" sldId="2147483711"/>
          </pc:sldLayoutMkLst>
        </pc:sldLayoutChg>
        <pc:sldLayoutChg chg="modTransition">
          <pc:chgData name="Nông Văn Tình" userId="65f03aa13cf31854" providerId="LiveId" clId="{D307B703-989E-4B55-8930-2B3480A4776C}" dt="2024-07-21T05:25:45.120" v="1166"/>
          <pc:sldLayoutMkLst>
            <pc:docMk/>
            <pc:sldMasterMk cId="242191945" sldId="2147483708"/>
            <pc:sldLayoutMk cId="2958981325" sldId="2147483712"/>
          </pc:sldLayoutMkLst>
        </pc:sldLayoutChg>
        <pc:sldLayoutChg chg="modTransition">
          <pc:chgData name="Nông Văn Tình" userId="65f03aa13cf31854" providerId="LiveId" clId="{D307B703-989E-4B55-8930-2B3480A4776C}" dt="2024-07-21T05:25:45.120" v="1166"/>
          <pc:sldLayoutMkLst>
            <pc:docMk/>
            <pc:sldMasterMk cId="242191945" sldId="2147483708"/>
            <pc:sldLayoutMk cId="76847890" sldId="2147483713"/>
          </pc:sldLayoutMkLst>
        </pc:sldLayoutChg>
        <pc:sldLayoutChg chg="modTransition">
          <pc:chgData name="Nông Văn Tình" userId="65f03aa13cf31854" providerId="LiveId" clId="{D307B703-989E-4B55-8930-2B3480A4776C}" dt="2024-07-21T05:25:45.120" v="1166"/>
          <pc:sldLayoutMkLst>
            <pc:docMk/>
            <pc:sldMasterMk cId="242191945" sldId="2147483708"/>
            <pc:sldLayoutMk cId="1393043575" sldId="2147483714"/>
          </pc:sldLayoutMkLst>
        </pc:sldLayoutChg>
        <pc:sldLayoutChg chg="modTransition">
          <pc:chgData name="Nông Văn Tình" userId="65f03aa13cf31854" providerId="LiveId" clId="{D307B703-989E-4B55-8930-2B3480A4776C}" dt="2024-07-21T05:25:45.120" v="1166"/>
          <pc:sldLayoutMkLst>
            <pc:docMk/>
            <pc:sldMasterMk cId="242191945" sldId="2147483708"/>
            <pc:sldLayoutMk cId="3092325525" sldId="2147483715"/>
          </pc:sldLayoutMkLst>
        </pc:sldLayoutChg>
        <pc:sldLayoutChg chg="modTransition">
          <pc:chgData name="Nông Văn Tình" userId="65f03aa13cf31854" providerId="LiveId" clId="{D307B703-989E-4B55-8930-2B3480A4776C}" dt="2024-07-21T05:25:45.120" v="1166"/>
          <pc:sldLayoutMkLst>
            <pc:docMk/>
            <pc:sldMasterMk cId="242191945" sldId="2147483708"/>
            <pc:sldLayoutMk cId="201542020" sldId="2147483716"/>
          </pc:sldLayoutMkLst>
        </pc:sldLayoutChg>
        <pc:sldLayoutChg chg="modTransition">
          <pc:chgData name="Nông Văn Tình" userId="65f03aa13cf31854" providerId="LiveId" clId="{D307B703-989E-4B55-8930-2B3480A4776C}" dt="2024-07-21T05:25:45.120" v="1166"/>
          <pc:sldLayoutMkLst>
            <pc:docMk/>
            <pc:sldMasterMk cId="242191945" sldId="2147483708"/>
            <pc:sldLayoutMk cId="1201133250" sldId="2147483717"/>
          </pc:sldLayoutMkLst>
        </pc:sldLayoutChg>
        <pc:sldLayoutChg chg="modTransition">
          <pc:chgData name="Nông Văn Tình" userId="65f03aa13cf31854" providerId="LiveId" clId="{D307B703-989E-4B55-8930-2B3480A4776C}" dt="2024-07-21T05:25:45.120" v="1166"/>
          <pc:sldLayoutMkLst>
            <pc:docMk/>
            <pc:sldMasterMk cId="242191945" sldId="2147483708"/>
            <pc:sldLayoutMk cId="35373704" sldId="2147483718"/>
          </pc:sldLayoutMkLst>
        </pc:sldLayoutChg>
        <pc:sldLayoutChg chg="modTransition">
          <pc:chgData name="Nông Văn Tình" userId="65f03aa13cf31854" providerId="LiveId" clId="{D307B703-989E-4B55-8930-2B3480A4776C}" dt="2024-07-21T05:25:45.120" v="1166"/>
          <pc:sldLayoutMkLst>
            <pc:docMk/>
            <pc:sldMasterMk cId="242191945" sldId="2147483708"/>
            <pc:sldLayoutMk cId="740091130" sldId="2147483719"/>
          </pc:sldLayoutMkLst>
        </pc:sldLayoutChg>
      </pc:sldMasterChg>
      <pc:sldMasterChg chg="modTransition modSldLayout">
        <pc:chgData name="Nông Văn Tình" userId="65f03aa13cf31854" providerId="LiveId" clId="{D307B703-989E-4B55-8930-2B3480A4776C}" dt="2024-07-23T16:00:26.718" v="3044" actId="2085"/>
        <pc:sldMasterMkLst>
          <pc:docMk/>
          <pc:sldMasterMk cId="3925924314" sldId="2147483720"/>
        </pc:sldMasterMkLst>
        <pc:sldLayoutChg chg="addSp delSp modSp mod modTransition">
          <pc:chgData name="Nông Văn Tình" userId="65f03aa13cf31854" providerId="LiveId" clId="{D307B703-989E-4B55-8930-2B3480A4776C}" dt="2024-07-23T16:00:26.718" v="3044" actId="2085"/>
          <pc:sldLayoutMkLst>
            <pc:docMk/>
            <pc:sldMasterMk cId="3925924314" sldId="2147483720"/>
            <pc:sldLayoutMk cId="3181358465" sldId="2147483721"/>
          </pc:sldLayoutMkLst>
          <pc:spChg chg="add del mod">
            <ac:chgData name="Nông Văn Tình" userId="65f03aa13cf31854" providerId="LiveId" clId="{D307B703-989E-4B55-8930-2B3480A4776C}" dt="2024-07-23T15:59:08.954" v="3036" actId="478"/>
            <ac:spMkLst>
              <pc:docMk/>
              <pc:sldMasterMk cId="3925924314" sldId="2147483720"/>
              <pc:sldLayoutMk cId="3181358465" sldId="2147483721"/>
              <ac:spMk id="7" creationId="{29FA4E5E-C01E-1D0D-7A8D-D6F76E9679D1}"/>
            </ac:spMkLst>
          </pc:spChg>
          <pc:spChg chg="add mod">
            <ac:chgData name="Nông Văn Tình" userId="65f03aa13cf31854" providerId="LiveId" clId="{D307B703-989E-4B55-8930-2B3480A4776C}" dt="2024-07-23T16:00:26.718" v="3044" actId="2085"/>
            <ac:spMkLst>
              <pc:docMk/>
              <pc:sldMasterMk cId="3925924314" sldId="2147483720"/>
              <pc:sldLayoutMk cId="3181358465" sldId="2147483721"/>
              <ac:spMk id="8" creationId="{42C2DA32-E8BB-E30D-74C6-D6E27C65A42F}"/>
            </ac:spMkLst>
          </pc:spChg>
          <pc:spChg chg="add del mod ord">
            <ac:chgData name="Nông Văn Tình" userId="65f03aa13cf31854" providerId="LiveId" clId="{D307B703-989E-4B55-8930-2B3480A4776C}" dt="2024-07-23T16:00:18.576" v="3042" actId="478"/>
            <ac:spMkLst>
              <pc:docMk/>
              <pc:sldMasterMk cId="3925924314" sldId="2147483720"/>
              <pc:sldLayoutMk cId="3181358465" sldId="2147483721"/>
              <ac:spMk id="16" creationId="{9CBE5CCF-6182-4AC7-862A-D62B8542752F}"/>
            </ac:spMkLst>
          </pc:spChg>
        </pc:sldLayoutChg>
        <pc:sldLayoutChg chg="modTransition">
          <pc:chgData name="Nông Văn Tình" userId="65f03aa13cf31854" providerId="LiveId" clId="{D307B703-989E-4B55-8930-2B3480A4776C}" dt="2024-07-21T05:26:22.525" v="1168"/>
          <pc:sldLayoutMkLst>
            <pc:docMk/>
            <pc:sldMasterMk cId="3925924314" sldId="2147483720"/>
            <pc:sldLayoutMk cId="3508649005" sldId="2147483722"/>
          </pc:sldLayoutMkLst>
        </pc:sldLayoutChg>
        <pc:sldLayoutChg chg="modTransition">
          <pc:chgData name="Nông Văn Tình" userId="65f03aa13cf31854" providerId="LiveId" clId="{D307B703-989E-4B55-8930-2B3480A4776C}" dt="2024-07-21T05:26:22.525" v="1168"/>
          <pc:sldLayoutMkLst>
            <pc:docMk/>
            <pc:sldMasterMk cId="3925924314" sldId="2147483720"/>
            <pc:sldLayoutMk cId="1425383172" sldId="2147483723"/>
          </pc:sldLayoutMkLst>
        </pc:sldLayoutChg>
        <pc:sldLayoutChg chg="modTransition">
          <pc:chgData name="Nông Văn Tình" userId="65f03aa13cf31854" providerId="LiveId" clId="{D307B703-989E-4B55-8930-2B3480A4776C}" dt="2024-07-21T05:26:22.525" v="1168"/>
          <pc:sldLayoutMkLst>
            <pc:docMk/>
            <pc:sldMasterMk cId="3925924314" sldId="2147483720"/>
            <pc:sldLayoutMk cId="394456705" sldId="2147483724"/>
          </pc:sldLayoutMkLst>
        </pc:sldLayoutChg>
        <pc:sldLayoutChg chg="modTransition">
          <pc:chgData name="Nông Văn Tình" userId="65f03aa13cf31854" providerId="LiveId" clId="{D307B703-989E-4B55-8930-2B3480A4776C}" dt="2024-07-21T05:26:22.525" v="1168"/>
          <pc:sldLayoutMkLst>
            <pc:docMk/>
            <pc:sldMasterMk cId="3925924314" sldId="2147483720"/>
            <pc:sldLayoutMk cId="546995802" sldId="2147483725"/>
          </pc:sldLayoutMkLst>
        </pc:sldLayoutChg>
        <pc:sldLayoutChg chg="modTransition">
          <pc:chgData name="Nông Văn Tình" userId="65f03aa13cf31854" providerId="LiveId" clId="{D307B703-989E-4B55-8930-2B3480A4776C}" dt="2024-07-21T05:26:22.525" v="1168"/>
          <pc:sldLayoutMkLst>
            <pc:docMk/>
            <pc:sldMasterMk cId="3925924314" sldId="2147483720"/>
            <pc:sldLayoutMk cId="1680706407" sldId="2147483726"/>
          </pc:sldLayoutMkLst>
        </pc:sldLayoutChg>
        <pc:sldLayoutChg chg="modTransition">
          <pc:chgData name="Nông Văn Tình" userId="65f03aa13cf31854" providerId="LiveId" clId="{D307B703-989E-4B55-8930-2B3480A4776C}" dt="2024-07-21T05:26:22.525" v="1168"/>
          <pc:sldLayoutMkLst>
            <pc:docMk/>
            <pc:sldMasterMk cId="3925924314" sldId="2147483720"/>
            <pc:sldLayoutMk cId="29910333" sldId="2147483727"/>
          </pc:sldLayoutMkLst>
        </pc:sldLayoutChg>
        <pc:sldLayoutChg chg="modTransition">
          <pc:chgData name="Nông Văn Tình" userId="65f03aa13cf31854" providerId="LiveId" clId="{D307B703-989E-4B55-8930-2B3480A4776C}" dt="2024-07-21T05:26:22.525" v="1168"/>
          <pc:sldLayoutMkLst>
            <pc:docMk/>
            <pc:sldMasterMk cId="3925924314" sldId="2147483720"/>
            <pc:sldLayoutMk cId="376760325" sldId="2147483728"/>
          </pc:sldLayoutMkLst>
        </pc:sldLayoutChg>
        <pc:sldLayoutChg chg="modTransition">
          <pc:chgData name="Nông Văn Tình" userId="65f03aa13cf31854" providerId="LiveId" clId="{D307B703-989E-4B55-8930-2B3480A4776C}" dt="2024-07-21T05:26:22.525" v="1168"/>
          <pc:sldLayoutMkLst>
            <pc:docMk/>
            <pc:sldMasterMk cId="3925924314" sldId="2147483720"/>
            <pc:sldLayoutMk cId="3984701358" sldId="2147483729"/>
          </pc:sldLayoutMkLst>
        </pc:sldLayoutChg>
        <pc:sldLayoutChg chg="modTransition">
          <pc:chgData name="Nông Văn Tình" userId="65f03aa13cf31854" providerId="LiveId" clId="{D307B703-989E-4B55-8930-2B3480A4776C}" dt="2024-07-21T05:26:22.525" v="1168"/>
          <pc:sldLayoutMkLst>
            <pc:docMk/>
            <pc:sldMasterMk cId="3925924314" sldId="2147483720"/>
            <pc:sldLayoutMk cId="1938021920" sldId="2147483730"/>
          </pc:sldLayoutMkLst>
        </pc:sldLayoutChg>
        <pc:sldLayoutChg chg="modTransition">
          <pc:chgData name="Nông Văn Tình" userId="65f03aa13cf31854" providerId="LiveId" clId="{D307B703-989E-4B55-8930-2B3480A4776C}" dt="2024-07-21T05:26:22.525" v="1168"/>
          <pc:sldLayoutMkLst>
            <pc:docMk/>
            <pc:sldMasterMk cId="3925924314" sldId="2147483720"/>
            <pc:sldLayoutMk cId="3118162716" sldId="214748373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57720CA-DEB7-4967-848D-9A399BF87E4E}"/>
              </a:ext>
            </a:extLst>
          </p:cNvPr>
          <p:cNvSpPr>
            <a:spLocks noGrp="1"/>
          </p:cNvSpPr>
          <p:nvPr>
            <p:ph type="hdr" sz="quarter"/>
          </p:nvPr>
        </p:nvSpPr>
        <p:spPr>
          <a:xfrm>
            <a:off x="0" y="0"/>
            <a:ext cx="2946400" cy="4953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a:extLst>
              <a:ext uri="{FF2B5EF4-FFF2-40B4-BE49-F238E27FC236}">
                <a16:creationId xmlns:a16="http://schemas.microsoft.com/office/drawing/2014/main" id="{3AA0BC90-364C-4790-8B9A-DF093DD8D6CA}"/>
              </a:ext>
            </a:extLst>
          </p:cNvPr>
          <p:cNvSpPr>
            <a:spLocks noGrp="1"/>
          </p:cNvSpPr>
          <p:nvPr>
            <p:ph type="dt" idx="1"/>
          </p:nvPr>
        </p:nvSpPr>
        <p:spPr>
          <a:xfrm>
            <a:off x="3849688" y="0"/>
            <a:ext cx="2946400" cy="495300"/>
          </a:xfrm>
          <a:prstGeom prst="rect">
            <a:avLst/>
          </a:prstGeom>
        </p:spPr>
        <p:txBody>
          <a:bodyPr vert="horz" lIns="91440" tIns="45720" rIns="91440" bIns="45720" rtlCol="0"/>
          <a:lstStyle>
            <a:lvl1pPr algn="r">
              <a:defRPr sz="1200" smtClean="0"/>
            </a:lvl1pPr>
          </a:lstStyle>
          <a:p>
            <a:pPr>
              <a:defRPr/>
            </a:pPr>
            <a:fld id="{5FE7CD0A-004C-4C3C-B8AF-155BEA90B4D3}" type="datetimeFigureOut">
              <a:rPr lang="en-US"/>
              <a:pPr>
                <a:defRPr/>
              </a:pPr>
              <a:t>7/26/2024</a:t>
            </a:fld>
            <a:endParaRPr lang="en-US"/>
          </a:p>
        </p:txBody>
      </p:sp>
      <p:sp>
        <p:nvSpPr>
          <p:cNvPr id="4" name="Slide Image Placeholder 3">
            <a:extLst>
              <a:ext uri="{FF2B5EF4-FFF2-40B4-BE49-F238E27FC236}">
                <a16:creationId xmlns:a16="http://schemas.microsoft.com/office/drawing/2014/main" id="{76225631-DF71-4620-AAE6-8B4D52C63BD6}"/>
              </a:ext>
            </a:extLst>
          </p:cNvPr>
          <p:cNvSpPr>
            <a:spLocks noGrp="1" noRot="1" noChangeAspect="1"/>
          </p:cNvSpPr>
          <p:nvPr>
            <p:ph type="sldImg" idx="2"/>
          </p:nvPr>
        </p:nvSpPr>
        <p:spPr>
          <a:xfrm>
            <a:off x="438150" y="1233488"/>
            <a:ext cx="5921375" cy="3332162"/>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C063379E-B9C6-4767-A9E0-B83047BF418B}"/>
              </a:ext>
            </a:extLst>
          </p:cNvPr>
          <p:cNvSpPr>
            <a:spLocks noGrp="1"/>
          </p:cNvSpPr>
          <p:nvPr>
            <p:ph type="body" sz="quarter" idx="3"/>
          </p:nvPr>
        </p:nvSpPr>
        <p:spPr>
          <a:xfrm>
            <a:off x="679450" y="4751388"/>
            <a:ext cx="5438775" cy="3887787"/>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7124DCAA-AF09-4AFA-A381-99842F834704}"/>
              </a:ext>
            </a:extLst>
          </p:cNvPr>
          <p:cNvSpPr>
            <a:spLocks noGrp="1"/>
          </p:cNvSpPr>
          <p:nvPr>
            <p:ph type="ftr" sz="quarter" idx="4"/>
          </p:nvPr>
        </p:nvSpPr>
        <p:spPr>
          <a:xfrm>
            <a:off x="0" y="9377363"/>
            <a:ext cx="2946400" cy="495300"/>
          </a:xfrm>
          <a:prstGeom prst="rect">
            <a:avLst/>
          </a:prstGeom>
        </p:spPr>
        <p:txBody>
          <a:bodyPr vert="horz" lIns="91440" tIns="45720" rIns="91440" bIns="45720" rtlCol="0" anchor="b"/>
          <a:lstStyle>
            <a:lvl1pPr algn="l">
              <a:defRPr sz="1200" smtClean="0"/>
            </a:lvl1pPr>
          </a:lstStyle>
          <a:p>
            <a:pPr>
              <a:defRPr/>
            </a:pPr>
            <a:endParaRPr lang="en-US"/>
          </a:p>
        </p:txBody>
      </p:sp>
      <p:sp>
        <p:nvSpPr>
          <p:cNvPr id="7" name="Slide Number Placeholder 6">
            <a:extLst>
              <a:ext uri="{FF2B5EF4-FFF2-40B4-BE49-F238E27FC236}">
                <a16:creationId xmlns:a16="http://schemas.microsoft.com/office/drawing/2014/main" id="{1E0B09BD-9842-412F-82B3-858FC9111CBA}"/>
              </a:ext>
            </a:extLst>
          </p:cNvPr>
          <p:cNvSpPr>
            <a:spLocks noGrp="1"/>
          </p:cNvSpPr>
          <p:nvPr>
            <p:ph type="sldNum" sz="quarter" idx="5"/>
          </p:nvPr>
        </p:nvSpPr>
        <p:spPr>
          <a:xfrm>
            <a:off x="3849688" y="9377363"/>
            <a:ext cx="2946400" cy="4953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1836C9AE-6797-4509-A38B-459D0DAADE11}"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836C9AE-6797-4509-A38B-459D0DAADE11}" type="slidenum">
              <a:rPr lang="en-US" altLang="en-US" smtClean="0"/>
              <a:pPr/>
              <a:t>1</a:t>
            </a:fld>
            <a:endParaRPr lang="en-US" altLang="en-US"/>
          </a:p>
        </p:txBody>
      </p:sp>
    </p:spTree>
    <p:extLst>
      <p:ext uri="{BB962C8B-B14F-4D97-AF65-F5344CB8AC3E}">
        <p14:creationId xmlns:p14="http://schemas.microsoft.com/office/powerpoint/2010/main" val="38065567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836C9AE-6797-4509-A38B-459D0DAADE11}" type="slidenum">
              <a:rPr lang="en-US" altLang="en-US" smtClean="0"/>
              <a:pPr/>
              <a:t>2</a:t>
            </a:fld>
            <a:endParaRPr lang="en-US" altLang="en-US"/>
          </a:p>
        </p:txBody>
      </p:sp>
    </p:spTree>
    <p:extLst>
      <p:ext uri="{BB962C8B-B14F-4D97-AF65-F5344CB8AC3E}">
        <p14:creationId xmlns:p14="http://schemas.microsoft.com/office/powerpoint/2010/main" val="29817795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36C9AE-6797-4509-A38B-459D0DAADE11}" type="slidenum">
              <a:rPr lang="en-US" altLang="en-US" smtClean="0"/>
              <a:pPr/>
              <a:t>3</a:t>
            </a:fld>
            <a:endParaRPr lang="en-US" altLang="en-US"/>
          </a:p>
        </p:txBody>
      </p:sp>
    </p:spTree>
    <p:extLst>
      <p:ext uri="{BB962C8B-B14F-4D97-AF65-F5344CB8AC3E}">
        <p14:creationId xmlns:p14="http://schemas.microsoft.com/office/powerpoint/2010/main" val="12891618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836C9AE-6797-4509-A38B-459D0DAADE11}" type="slidenum">
              <a:rPr lang="en-US" altLang="en-US" smtClean="0"/>
              <a:pPr/>
              <a:t>4</a:t>
            </a:fld>
            <a:endParaRPr lang="en-US" altLang="en-US"/>
          </a:p>
        </p:txBody>
      </p:sp>
    </p:spTree>
    <p:extLst>
      <p:ext uri="{BB962C8B-B14F-4D97-AF65-F5344CB8AC3E}">
        <p14:creationId xmlns:p14="http://schemas.microsoft.com/office/powerpoint/2010/main" val="42460128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836C9AE-6797-4509-A38B-459D0DAADE11}" type="slidenum">
              <a:rPr lang="en-US" altLang="en-US" smtClean="0"/>
              <a:pPr/>
              <a:t>5</a:t>
            </a:fld>
            <a:endParaRPr lang="en-US" altLang="en-US"/>
          </a:p>
        </p:txBody>
      </p:sp>
    </p:spTree>
    <p:extLst>
      <p:ext uri="{BB962C8B-B14F-4D97-AF65-F5344CB8AC3E}">
        <p14:creationId xmlns:p14="http://schemas.microsoft.com/office/powerpoint/2010/main" val="23408383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836C9AE-6797-4509-A38B-459D0DAADE11}" type="slidenum">
              <a:rPr lang="en-US" altLang="en-US" smtClean="0"/>
              <a:pPr/>
              <a:t>6</a:t>
            </a:fld>
            <a:endParaRPr lang="en-US" altLang="en-US"/>
          </a:p>
        </p:txBody>
      </p:sp>
    </p:spTree>
    <p:extLst>
      <p:ext uri="{BB962C8B-B14F-4D97-AF65-F5344CB8AC3E}">
        <p14:creationId xmlns:p14="http://schemas.microsoft.com/office/powerpoint/2010/main" val="42421379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B3BE0-146D-0494-7478-B36A1F666EFB}"/>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8DBF3062-9FD2-559C-3CFB-8F0B55913A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B998E00-202B-B965-CDF7-E02B9940FF6D}"/>
              </a:ext>
            </a:extLst>
          </p:cNvPr>
          <p:cNvSpPr>
            <a:spLocks noGrp="1"/>
          </p:cNvSpPr>
          <p:nvPr>
            <p:ph type="dt" sz="half" idx="10"/>
          </p:nvPr>
        </p:nvSpPr>
        <p:spPr/>
        <p:txBody>
          <a:bodyPr/>
          <a:lstStyle/>
          <a:p>
            <a:pPr>
              <a:defRPr/>
            </a:pPr>
            <a:fld id="{69851F6E-49F8-4DD0-B046-1F5AF3F286F9}" type="datetime1">
              <a:rPr lang="vi-VN" smtClean="0"/>
              <a:pPr>
                <a:defRPr/>
              </a:pPr>
              <a:t>26/07/2024</a:t>
            </a:fld>
            <a:endParaRPr lang="vi-VN"/>
          </a:p>
        </p:txBody>
      </p:sp>
      <p:sp>
        <p:nvSpPr>
          <p:cNvPr id="5" name="Footer Placeholder 4">
            <a:extLst>
              <a:ext uri="{FF2B5EF4-FFF2-40B4-BE49-F238E27FC236}">
                <a16:creationId xmlns:a16="http://schemas.microsoft.com/office/drawing/2014/main" id="{23F04409-42E8-C8F2-6CB0-156297CF09CF}"/>
              </a:ext>
            </a:extLst>
          </p:cNvPr>
          <p:cNvSpPr>
            <a:spLocks noGrp="1"/>
          </p:cNvSpPr>
          <p:nvPr>
            <p:ph type="ftr" sz="quarter" idx="11"/>
          </p:nvPr>
        </p:nvSpPr>
        <p:spPr/>
        <p:txBody>
          <a:bodyPr/>
          <a:lstStyle/>
          <a:p>
            <a:pPr>
              <a:defRPr/>
            </a:pPr>
            <a:r>
              <a:rPr lang="en-US"/>
              <a:t>www.siu.edu.vn</a:t>
            </a:r>
          </a:p>
        </p:txBody>
      </p:sp>
      <p:sp>
        <p:nvSpPr>
          <p:cNvPr id="6" name="Slide Number Placeholder 5">
            <a:extLst>
              <a:ext uri="{FF2B5EF4-FFF2-40B4-BE49-F238E27FC236}">
                <a16:creationId xmlns:a16="http://schemas.microsoft.com/office/drawing/2014/main" id="{B4754944-FFC9-6432-710B-AA810277D5FD}"/>
              </a:ext>
            </a:extLst>
          </p:cNvPr>
          <p:cNvSpPr>
            <a:spLocks noGrp="1"/>
          </p:cNvSpPr>
          <p:nvPr>
            <p:ph type="sldNum" sz="quarter" idx="12"/>
          </p:nvPr>
        </p:nvSpPr>
        <p:spPr/>
        <p:txBody>
          <a:bodyPr/>
          <a:lstStyle/>
          <a:p>
            <a:fld id="{35AF4CEE-03E5-46EA-8B95-6E93E58A7F80}" type="slidenum">
              <a:rPr lang="vi-VN" altLang="en-US" smtClean="0"/>
              <a:pPr/>
              <a:t>‹#›</a:t>
            </a:fld>
            <a:endParaRPr lang="vi-VN" altLang="en-US"/>
          </a:p>
        </p:txBody>
      </p:sp>
      <p:sp>
        <p:nvSpPr>
          <p:cNvPr id="8" name="Rectangle 7">
            <a:extLst>
              <a:ext uri="{FF2B5EF4-FFF2-40B4-BE49-F238E27FC236}">
                <a16:creationId xmlns:a16="http://schemas.microsoft.com/office/drawing/2014/main" id="{42C2DA32-E8BB-E30D-74C6-D6E27C65A42F}"/>
              </a:ext>
            </a:extLst>
          </p:cNvPr>
          <p:cNvSpPr/>
          <p:nvPr userDrawn="1"/>
        </p:nvSpPr>
        <p:spPr>
          <a:xfrm>
            <a:off x="0" y="6371922"/>
            <a:ext cx="12192000" cy="486078"/>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en-US" sz="1800" b="1" dirty="0" err="1">
                <a:solidFill>
                  <a:schemeClr val="bg1"/>
                </a:solidFill>
                <a:latin typeface="Times New Roman" panose="02020603050405020304" pitchFamily="18" charset="0"/>
                <a:cs typeface="Times New Roman" panose="02020603050405020304" pitchFamily="18" charset="0"/>
              </a:rPr>
              <a:t>Dự</a:t>
            </a:r>
            <a:r>
              <a:rPr lang="en-US" altLang="en-US" sz="1800" b="1" dirty="0">
                <a:solidFill>
                  <a:schemeClr val="bg1"/>
                </a:solidFill>
                <a:latin typeface="Times New Roman" panose="02020603050405020304" pitchFamily="18" charset="0"/>
                <a:cs typeface="Times New Roman" panose="02020603050405020304" pitchFamily="18" charset="0"/>
              </a:rPr>
              <a:t> </a:t>
            </a:r>
            <a:r>
              <a:rPr lang="en-US" altLang="en-US" sz="1800" b="1" dirty="0" err="1">
                <a:solidFill>
                  <a:schemeClr val="bg1"/>
                </a:solidFill>
                <a:latin typeface="Times New Roman" panose="02020603050405020304" pitchFamily="18" charset="0"/>
                <a:cs typeface="Times New Roman" panose="02020603050405020304" pitchFamily="18" charset="0"/>
              </a:rPr>
              <a:t>đoán</a:t>
            </a:r>
            <a:r>
              <a:rPr lang="en-US" altLang="en-US" sz="1800" b="1" dirty="0">
                <a:solidFill>
                  <a:schemeClr val="bg1"/>
                </a:solidFill>
                <a:latin typeface="Times New Roman" panose="02020603050405020304" pitchFamily="18" charset="0"/>
                <a:cs typeface="Times New Roman" panose="02020603050405020304" pitchFamily="18" charset="0"/>
              </a:rPr>
              <a:t> </a:t>
            </a:r>
            <a:r>
              <a:rPr lang="en-US" altLang="en-US" sz="1800" b="1" dirty="0" err="1">
                <a:solidFill>
                  <a:schemeClr val="bg1"/>
                </a:solidFill>
                <a:latin typeface="Times New Roman" panose="02020603050405020304" pitchFamily="18" charset="0"/>
                <a:cs typeface="Times New Roman" panose="02020603050405020304" pitchFamily="18" charset="0"/>
              </a:rPr>
              <a:t>bệnh</a:t>
            </a:r>
            <a:r>
              <a:rPr lang="en-US" altLang="en-US" sz="1800" b="1" dirty="0">
                <a:solidFill>
                  <a:schemeClr val="bg1"/>
                </a:solidFill>
                <a:latin typeface="Times New Roman" panose="02020603050405020304" pitchFamily="18" charset="0"/>
                <a:cs typeface="Times New Roman" panose="02020603050405020304" pitchFamily="18" charset="0"/>
              </a:rPr>
              <a:t> </a:t>
            </a:r>
            <a:r>
              <a:rPr lang="en-US" altLang="en-US" sz="1800" b="1" dirty="0" err="1">
                <a:solidFill>
                  <a:schemeClr val="bg1"/>
                </a:solidFill>
                <a:latin typeface="Times New Roman" panose="02020603050405020304" pitchFamily="18" charset="0"/>
                <a:cs typeface="Times New Roman" panose="02020603050405020304" pitchFamily="18" charset="0"/>
              </a:rPr>
              <a:t>tiểu</a:t>
            </a:r>
            <a:r>
              <a:rPr lang="en-US" altLang="en-US" sz="1800" b="1" dirty="0">
                <a:solidFill>
                  <a:schemeClr val="bg1"/>
                </a:solidFill>
                <a:latin typeface="Times New Roman" panose="02020603050405020304" pitchFamily="18" charset="0"/>
                <a:cs typeface="Times New Roman" panose="02020603050405020304" pitchFamily="18" charset="0"/>
              </a:rPr>
              <a:t> </a:t>
            </a:r>
            <a:r>
              <a:rPr lang="en-US" altLang="en-US" sz="1800" b="1" dirty="0" err="1">
                <a:solidFill>
                  <a:schemeClr val="bg1"/>
                </a:solidFill>
                <a:latin typeface="Times New Roman" panose="02020603050405020304" pitchFamily="18" charset="0"/>
                <a:cs typeface="Times New Roman" panose="02020603050405020304" pitchFamily="18" charset="0"/>
              </a:rPr>
              <a:t>đường</a:t>
            </a:r>
            <a:r>
              <a:rPr lang="en-US" altLang="en-US" sz="1800" b="1" dirty="0">
                <a:solidFill>
                  <a:schemeClr val="bg1"/>
                </a:solidFill>
                <a:latin typeface="Times New Roman" panose="02020603050405020304" pitchFamily="18" charset="0"/>
                <a:cs typeface="Times New Roman" panose="02020603050405020304" pitchFamily="18" charset="0"/>
              </a:rPr>
              <a:t> </a:t>
            </a:r>
            <a:r>
              <a:rPr lang="en-US" altLang="en-US" sz="1800" b="1" dirty="0" err="1">
                <a:solidFill>
                  <a:schemeClr val="bg1"/>
                </a:solidFill>
                <a:latin typeface="Times New Roman" panose="02020603050405020304" pitchFamily="18" charset="0"/>
                <a:cs typeface="Times New Roman" panose="02020603050405020304" pitchFamily="18" charset="0"/>
              </a:rPr>
              <a:t>bằng</a:t>
            </a:r>
            <a:r>
              <a:rPr lang="en-US" altLang="en-US" sz="1800" b="1" dirty="0">
                <a:solidFill>
                  <a:schemeClr val="bg1"/>
                </a:solidFill>
                <a:latin typeface="Times New Roman" panose="02020603050405020304" pitchFamily="18" charset="0"/>
                <a:cs typeface="Times New Roman" panose="02020603050405020304" pitchFamily="18" charset="0"/>
              </a:rPr>
              <a:t> </a:t>
            </a:r>
            <a:r>
              <a:rPr lang="en-US" altLang="en-US" sz="1800" b="1" dirty="0" err="1">
                <a:solidFill>
                  <a:schemeClr val="bg1"/>
                </a:solidFill>
                <a:latin typeface="Times New Roman" panose="02020603050405020304" pitchFamily="18" charset="0"/>
                <a:cs typeface="Times New Roman" panose="02020603050405020304" pitchFamily="18" charset="0"/>
              </a:rPr>
              <a:t>kĩ</a:t>
            </a:r>
            <a:r>
              <a:rPr lang="en-US" altLang="en-US" sz="1800" b="1" dirty="0">
                <a:solidFill>
                  <a:schemeClr val="bg1"/>
                </a:solidFill>
                <a:latin typeface="Times New Roman" panose="02020603050405020304" pitchFamily="18" charset="0"/>
                <a:cs typeface="Times New Roman" panose="02020603050405020304" pitchFamily="18" charset="0"/>
              </a:rPr>
              <a:t> </a:t>
            </a:r>
            <a:r>
              <a:rPr lang="en-US" altLang="en-US" sz="1800" b="1" dirty="0" err="1">
                <a:solidFill>
                  <a:schemeClr val="bg1"/>
                </a:solidFill>
                <a:latin typeface="Times New Roman" panose="02020603050405020304" pitchFamily="18" charset="0"/>
                <a:cs typeface="Times New Roman" panose="02020603050405020304" pitchFamily="18" charset="0"/>
              </a:rPr>
              <a:t>thuật</a:t>
            </a:r>
            <a:r>
              <a:rPr lang="en-US" altLang="en-US" sz="1800" b="1" dirty="0">
                <a:solidFill>
                  <a:schemeClr val="bg1"/>
                </a:solidFill>
                <a:latin typeface="Times New Roman" panose="02020603050405020304" pitchFamily="18" charset="0"/>
                <a:cs typeface="Times New Roman" panose="02020603050405020304" pitchFamily="18" charset="0"/>
              </a:rPr>
              <a:t> </a:t>
            </a:r>
            <a:r>
              <a:rPr lang="en-US" altLang="en-US" sz="1800" b="1" dirty="0" err="1">
                <a:solidFill>
                  <a:schemeClr val="bg1"/>
                </a:solidFill>
                <a:latin typeface="Times New Roman" panose="02020603050405020304" pitchFamily="18" charset="0"/>
                <a:cs typeface="Times New Roman" panose="02020603050405020304" pitchFamily="18" charset="0"/>
              </a:rPr>
              <a:t>học</a:t>
            </a:r>
            <a:r>
              <a:rPr lang="en-US" altLang="en-US" sz="1800" b="1" dirty="0">
                <a:solidFill>
                  <a:schemeClr val="bg1"/>
                </a:solidFill>
                <a:latin typeface="Times New Roman" panose="02020603050405020304" pitchFamily="18" charset="0"/>
                <a:cs typeface="Times New Roman" panose="02020603050405020304" pitchFamily="18" charset="0"/>
              </a:rPr>
              <a:t> </a:t>
            </a:r>
            <a:r>
              <a:rPr lang="en-US" altLang="en-US" sz="1800" b="1" dirty="0" err="1">
                <a:solidFill>
                  <a:schemeClr val="bg1"/>
                </a:solidFill>
                <a:latin typeface="Times New Roman" panose="02020603050405020304" pitchFamily="18" charset="0"/>
                <a:cs typeface="Times New Roman" panose="02020603050405020304" pitchFamily="18" charset="0"/>
              </a:rPr>
              <a:t>máy</a:t>
            </a:r>
            <a:endParaRPr lang="en-US" altLang="en-US" sz="18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13584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p159:morph option="byObject"/>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3CEF2-BD5A-A5CC-D3E9-0AB1FC712F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8821F37-6324-93B4-CD76-98BC82F76F10}"/>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3F6B51D-5D0F-F7C1-474B-ECF7F7E4C14F}"/>
              </a:ext>
            </a:extLst>
          </p:cNvPr>
          <p:cNvSpPr>
            <a:spLocks noGrp="1"/>
          </p:cNvSpPr>
          <p:nvPr>
            <p:ph type="dt" sz="half" idx="10"/>
          </p:nvPr>
        </p:nvSpPr>
        <p:spPr/>
        <p:txBody>
          <a:bodyPr/>
          <a:lstStyle/>
          <a:p>
            <a:pPr>
              <a:defRPr/>
            </a:pPr>
            <a:fld id="{2D32D544-2E76-4BB8-A97A-58A82FE65765}" type="datetime1">
              <a:rPr lang="vi-VN" smtClean="0"/>
              <a:pPr>
                <a:defRPr/>
              </a:pPr>
              <a:t>26/07/2024</a:t>
            </a:fld>
            <a:endParaRPr lang="vi-VN"/>
          </a:p>
        </p:txBody>
      </p:sp>
      <p:sp>
        <p:nvSpPr>
          <p:cNvPr id="5" name="Footer Placeholder 4">
            <a:extLst>
              <a:ext uri="{FF2B5EF4-FFF2-40B4-BE49-F238E27FC236}">
                <a16:creationId xmlns:a16="http://schemas.microsoft.com/office/drawing/2014/main" id="{3D301A94-6CB0-F595-C430-71B6070A72DF}"/>
              </a:ext>
            </a:extLst>
          </p:cNvPr>
          <p:cNvSpPr>
            <a:spLocks noGrp="1"/>
          </p:cNvSpPr>
          <p:nvPr>
            <p:ph type="ftr" sz="quarter" idx="11"/>
          </p:nvPr>
        </p:nvSpPr>
        <p:spPr/>
        <p:txBody>
          <a:bodyPr/>
          <a:lstStyle/>
          <a:p>
            <a:pPr>
              <a:defRPr/>
            </a:pPr>
            <a:r>
              <a:rPr lang="en-US"/>
              <a:t>www.siu.edu.vn</a:t>
            </a:r>
          </a:p>
        </p:txBody>
      </p:sp>
      <p:sp>
        <p:nvSpPr>
          <p:cNvPr id="6" name="Slide Number Placeholder 5">
            <a:extLst>
              <a:ext uri="{FF2B5EF4-FFF2-40B4-BE49-F238E27FC236}">
                <a16:creationId xmlns:a16="http://schemas.microsoft.com/office/drawing/2014/main" id="{2DCFC468-7905-548B-1D3D-10E6DD4978F3}"/>
              </a:ext>
            </a:extLst>
          </p:cNvPr>
          <p:cNvSpPr>
            <a:spLocks noGrp="1"/>
          </p:cNvSpPr>
          <p:nvPr>
            <p:ph type="sldNum" sz="quarter" idx="12"/>
          </p:nvPr>
        </p:nvSpPr>
        <p:spPr/>
        <p:txBody>
          <a:bodyPr/>
          <a:lstStyle/>
          <a:p>
            <a:fld id="{81AF7075-F763-45FD-9853-614E67AE2008}" type="slidenum">
              <a:rPr lang="vi-VN" altLang="en-US" smtClean="0"/>
              <a:pPr/>
              <a:t>‹#›</a:t>
            </a:fld>
            <a:endParaRPr lang="vi-VN" altLang="en-US"/>
          </a:p>
        </p:txBody>
      </p:sp>
    </p:spTree>
    <p:extLst>
      <p:ext uri="{BB962C8B-B14F-4D97-AF65-F5344CB8AC3E}">
        <p14:creationId xmlns:p14="http://schemas.microsoft.com/office/powerpoint/2010/main" val="35086490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p159:morph option="byObject"/>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F7E7B-3176-8A85-79F2-FE4130BD89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D659AD8-CAE8-4952-C955-3A3E82EE58F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7E2983C-E31C-EAD6-5DC5-C6B01979EC29}"/>
              </a:ext>
            </a:extLst>
          </p:cNvPr>
          <p:cNvSpPr>
            <a:spLocks noGrp="1"/>
          </p:cNvSpPr>
          <p:nvPr>
            <p:ph type="dt" sz="half" idx="10"/>
          </p:nvPr>
        </p:nvSpPr>
        <p:spPr/>
        <p:txBody>
          <a:bodyPr/>
          <a:lstStyle/>
          <a:p>
            <a:pPr>
              <a:defRPr/>
            </a:pPr>
            <a:fld id="{B415615A-A774-46EA-8C4C-131AF9FC59CA}" type="datetime1">
              <a:rPr lang="vi-VN" smtClean="0"/>
              <a:pPr>
                <a:defRPr/>
              </a:pPr>
              <a:t>26/07/2024</a:t>
            </a:fld>
            <a:endParaRPr lang="vi-VN"/>
          </a:p>
        </p:txBody>
      </p:sp>
      <p:sp>
        <p:nvSpPr>
          <p:cNvPr id="5" name="Footer Placeholder 4">
            <a:extLst>
              <a:ext uri="{FF2B5EF4-FFF2-40B4-BE49-F238E27FC236}">
                <a16:creationId xmlns:a16="http://schemas.microsoft.com/office/drawing/2014/main" id="{2A0D6240-8EAC-5D4C-3128-0CA55A2F6674}"/>
              </a:ext>
            </a:extLst>
          </p:cNvPr>
          <p:cNvSpPr>
            <a:spLocks noGrp="1"/>
          </p:cNvSpPr>
          <p:nvPr>
            <p:ph type="ftr" sz="quarter" idx="11"/>
          </p:nvPr>
        </p:nvSpPr>
        <p:spPr/>
        <p:txBody>
          <a:bodyPr/>
          <a:lstStyle/>
          <a:p>
            <a:pPr>
              <a:defRPr/>
            </a:pPr>
            <a:r>
              <a:rPr lang="en-US"/>
              <a:t>www.siu.edu.vn</a:t>
            </a:r>
          </a:p>
        </p:txBody>
      </p:sp>
      <p:sp>
        <p:nvSpPr>
          <p:cNvPr id="6" name="Slide Number Placeholder 5">
            <a:extLst>
              <a:ext uri="{FF2B5EF4-FFF2-40B4-BE49-F238E27FC236}">
                <a16:creationId xmlns:a16="http://schemas.microsoft.com/office/drawing/2014/main" id="{4A65131F-DAC6-78AA-0397-8D5CD96D645F}"/>
              </a:ext>
            </a:extLst>
          </p:cNvPr>
          <p:cNvSpPr>
            <a:spLocks noGrp="1"/>
          </p:cNvSpPr>
          <p:nvPr>
            <p:ph type="sldNum" sz="quarter" idx="12"/>
          </p:nvPr>
        </p:nvSpPr>
        <p:spPr/>
        <p:txBody>
          <a:bodyPr/>
          <a:lstStyle/>
          <a:p>
            <a:fld id="{ECC54BF8-24E9-4FE9-82F7-8774CDAA7B87}" type="slidenum">
              <a:rPr lang="vi-VN" altLang="en-US" smtClean="0"/>
              <a:pPr/>
              <a:t>‹#›</a:t>
            </a:fld>
            <a:endParaRPr lang="vi-VN" altLang="en-US"/>
          </a:p>
        </p:txBody>
      </p:sp>
    </p:spTree>
    <p:extLst>
      <p:ext uri="{BB962C8B-B14F-4D97-AF65-F5344CB8AC3E}">
        <p14:creationId xmlns:p14="http://schemas.microsoft.com/office/powerpoint/2010/main" val="14253831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p159:morph option="byObject"/>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178D4-B682-19EB-00A5-C77B25B2FC7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11FEC2-CD4F-DE02-43D5-99F3589113A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58100B6-21E4-34B0-93F0-CB738F1ADEF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239BA88-7AE0-17D2-A15B-A9E45E72CAF9}"/>
              </a:ext>
            </a:extLst>
          </p:cNvPr>
          <p:cNvSpPr>
            <a:spLocks noGrp="1"/>
          </p:cNvSpPr>
          <p:nvPr>
            <p:ph type="dt" sz="half" idx="10"/>
          </p:nvPr>
        </p:nvSpPr>
        <p:spPr/>
        <p:txBody>
          <a:bodyPr/>
          <a:lstStyle/>
          <a:p>
            <a:pPr>
              <a:defRPr/>
            </a:pPr>
            <a:fld id="{8116DD79-F973-4F22-930C-FAABCB01F7F7}" type="datetime1">
              <a:rPr lang="vi-VN" smtClean="0"/>
              <a:pPr>
                <a:defRPr/>
              </a:pPr>
              <a:t>26/07/2024</a:t>
            </a:fld>
            <a:endParaRPr lang="vi-VN"/>
          </a:p>
        </p:txBody>
      </p:sp>
      <p:sp>
        <p:nvSpPr>
          <p:cNvPr id="6" name="Footer Placeholder 5">
            <a:extLst>
              <a:ext uri="{FF2B5EF4-FFF2-40B4-BE49-F238E27FC236}">
                <a16:creationId xmlns:a16="http://schemas.microsoft.com/office/drawing/2014/main" id="{718BC599-28C2-7405-5F41-D3FF7BBFE977}"/>
              </a:ext>
            </a:extLst>
          </p:cNvPr>
          <p:cNvSpPr>
            <a:spLocks noGrp="1"/>
          </p:cNvSpPr>
          <p:nvPr>
            <p:ph type="ftr" sz="quarter" idx="11"/>
          </p:nvPr>
        </p:nvSpPr>
        <p:spPr/>
        <p:txBody>
          <a:bodyPr/>
          <a:lstStyle/>
          <a:p>
            <a:pPr>
              <a:defRPr/>
            </a:pPr>
            <a:r>
              <a:rPr lang="en-US"/>
              <a:t>www.siu.edu.vn</a:t>
            </a:r>
          </a:p>
        </p:txBody>
      </p:sp>
      <p:sp>
        <p:nvSpPr>
          <p:cNvPr id="7" name="Slide Number Placeholder 6">
            <a:extLst>
              <a:ext uri="{FF2B5EF4-FFF2-40B4-BE49-F238E27FC236}">
                <a16:creationId xmlns:a16="http://schemas.microsoft.com/office/drawing/2014/main" id="{954C358E-7A5F-9B1A-08A0-9C7DE067EE54}"/>
              </a:ext>
            </a:extLst>
          </p:cNvPr>
          <p:cNvSpPr>
            <a:spLocks noGrp="1"/>
          </p:cNvSpPr>
          <p:nvPr>
            <p:ph type="sldNum" sz="quarter" idx="12"/>
          </p:nvPr>
        </p:nvSpPr>
        <p:spPr/>
        <p:txBody>
          <a:bodyPr/>
          <a:lstStyle/>
          <a:p>
            <a:fld id="{E3AE0F71-18BF-4AFC-8768-7BFADBCDB96D}" type="slidenum">
              <a:rPr lang="vi-VN" altLang="en-US" smtClean="0"/>
              <a:pPr/>
              <a:t>‹#›</a:t>
            </a:fld>
            <a:endParaRPr lang="vi-VN" altLang="en-US"/>
          </a:p>
        </p:txBody>
      </p:sp>
    </p:spTree>
    <p:extLst>
      <p:ext uri="{BB962C8B-B14F-4D97-AF65-F5344CB8AC3E}">
        <p14:creationId xmlns:p14="http://schemas.microsoft.com/office/powerpoint/2010/main" val="3944567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p159:morph option="byObject"/>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C40DC-3462-3F46-F522-2372ED16170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17D52E0-958C-8514-4A67-8509CC62FF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744EBBB-0E75-E591-B6A3-6BF037A5558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E970472-CE96-0AA6-E7D6-30CAB9BDA97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52B97F0-318C-0EDF-0A3F-522EF135C6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2A893C4-B1EB-687F-6640-40BB4A8DF719}"/>
              </a:ext>
            </a:extLst>
          </p:cNvPr>
          <p:cNvSpPr>
            <a:spLocks noGrp="1"/>
          </p:cNvSpPr>
          <p:nvPr>
            <p:ph type="dt" sz="half" idx="10"/>
          </p:nvPr>
        </p:nvSpPr>
        <p:spPr/>
        <p:txBody>
          <a:bodyPr/>
          <a:lstStyle/>
          <a:p>
            <a:pPr>
              <a:defRPr/>
            </a:pPr>
            <a:fld id="{7F63C6C0-BBB3-4D09-BB0F-9469370E616D}" type="datetime1">
              <a:rPr lang="vi-VN" smtClean="0"/>
              <a:pPr>
                <a:defRPr/>
              </a:pPr>
              <a:t>26/07/2024</a:t>
            </a:fld>
            <a:endParaRPr lang="vi-VN"/>
          </a:p>
        </p:txBody>
      </p:sp>
      <p:sp>
        <p:nvSpPr>
          <p:cNvPr id="8" name="Footer Placeholder 7">
            <a:extLst>
              <a:ext uri="{FF2B5EF4-FFF2-40B4-BE49-F238E27FC236}">
                <a16:creationId xmlns:a16="http://schemas.microsoft.com/office/drawing/2014/main" id="{D1939463-36AF-65D9-081B-1E8E944D3234}"/>
              </a:ext>
            </a:extLst>
          </p:cNvPr>
          <p:cNvSpPr>
            <a:spLocks noGrp="1"/>
          </p:cNvSpPr>
          <p:nvPr>
            <p:ph type="ftr" sz="quarter" idx="11"/>
          </p:nvPr>
        </p:nvSpPr>
        <p:spPr/>
        <p:txBody>
          <a:bodyPr/>
          <a:lstStyle/>
          <a:p>
            <a:pPr>
              <a:defRPr/>
            </a:pPr>
            <a:r>
              <a:rPr lang="en-US"/>
              <a:t>www.siu.edu.vn</a:t>
            </a:r>
          </a:p>
        </p:txBody>
      </p:sp>
      <p:sp>
        <p:nvSpPr>
          <p:cNvPr id="9" name="Slide Number Placeholder 8">
            <a:extLst>
              <a:ext uri="{FF2B5EF4-FFF2-40B4-BE49-F238E27FC236}">
                <a16:creationId xmlns:a16="http://schemas.microsoft.com/office/drawing/2014/main" id="{46E371C7-295D-F168-640F-3E2F412BD921}"/>
              </a:ext>
            </a:extLst>
          </p:cNvPr>
          <p:cNvSpPr>
            <a:spLocks noGrp="1"/>
          </p:cNvSpPr>
          <p:nvPr>
            <p:ph type="sldNum" sz="quarter" idx="12"/>
          </p:nvPr>
        </p:nvSpPr>
        <p:spPr/>
        <p:txBody>
          <a:bodyPr/>
          <a:lstStyle/>
          <a:p>
            <a:fld id="{D4BE1E75-911C-4826-8DBD-ED2900D902C7}" type="slidenum">
              <a:rPr lang="vi-VN" altLang="en-US" smtClean="0"/>
              <a:pPr/>
              <a:t>‹#›</a:t>
            </a:fld>
            <a:endParaRPr lang="vi-VN" altLang="en-US"/>
          </a:p>
        </p:txBody>
      </p:sp>
    </p:spTree>
    <p:extLst>
      <p:ext uri="{BB962C8B-B14F-4D97-AF65-F5344CB8AC3E}">
        <p14:creationId xmlns:p14="http://schemas.microsoft.com/office/powerpoint/2010/main" val="5469958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p159:morph option="byObject"/>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3C376-725D-A24B-DC56-D17B9F7F489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E848F5E-0662-DC69-2611-7C1604879CA5}"/>
              </a:ext>
            </a:extLst>
          </p:cNvPr>
          <p:cNvSpPr>
            <a:spLocks noGrp="1"/>
          </p:cNvSpPr>
          <p:nvPr>
            <p:ph type="dt" sz="half" idx="10"/>
          </p:nvPr>
        </p:nvSpPr>
        <p:spPr/>
        <p:txBody>
          <a:bodyPr/>
          <a:lstStyle/>
          <a:p>
            <a:pPr>
              <a:defRPr/>
            </a:pPr>
            <a:fld id="{ACEEEE57-2651-4841-B0C0-8E98DDF59092}" type="datetime1">
              <a:rPr lang="vi-VN" smtClean="0"/>
              <a:pPr>
                <a:defRPr/>
              </a:pPr>
              <a:t>26/07/2024</a:t>
            </a:fld>
            <a:endParaRPr lang="vi-VN"/>
          </a:p>
        </p:txBody>
      </p:sp>
      <p:sp>
        <p:nvSpPr>
          <p:cNvPr id="4" name="Footer Placeholder 3">
            <a:extLst>
              <a:ext uri="{FF2B5EF4-FFF2-40B4-BE49-F238E27FC236}">
                <a16:creationId xmlns:a16="http://schemas.microsoft.com/office/drawing/2014/main" id="{E13A57DE-6F6A-4810-0EE9-E0DD5D5B443C}"/>
              </a:ext>
            </a:extLst>
          </p:cNvPr>
          <p:cNvSpPr>
            <a:spLocks noGrp="1"/>
          </p:cNvSpPr>
          <p:nvPr>
            <p:ph type="ftr" sz="quarter" idx="11"/>
          </p:nvPr>
        </p:nvSpPr>
        <p:spPr/>
        <p:txBody>
          <a:bodyPr/>
          <a:lstStyle/>
          <a:p>
            <a:pPr>
              <a:defRPr/>
            </a:pPr>
            <a:r>
              <a:rPr lang="en-US"/>
              <a:t>www.siu.edu.vn</a:t>
            </a:r>
          </a:p>
        </p:txBody>
      </p:sp>
      <p:sp>
        <p:nvSpPr>
          <p:cNvPr id="5" name="Slide Number Placeholder 4">
            <a:extLst>
              <a:ext uri="{FF2B5EF4-FFF2-40B4-BE49-F238E27FC236}">
                <a16:creationId xmlns:a16="http://schemas.microsoft.com/office/drawing/2014/main" id="{FD962053-EDBE-1A93-FAEE-E071F0567A54}"/>
              </a:ext>
            </a:extLst>
          </p:cNvPr>
          <p:cNvSpPr>
            <a:spLocks noGrp="1"/>
          </p:cNvSpPr>
          <p:nvPr>
            <p:ph type="sldNum" sz="quarter" idx="12"/>
          </p:nvPr>
        </p:nvSpPr>
        <p:spPr/>
        <p:txBody>
          <a:bodyPr/>
          <a:lstStyle/>
          <a:p>
            <a:fld id="{868857BA-2AA3-427B-AACD-7E7D4151BBD7}" type="slidenum">
              <a:rPr lang="vi-VN" altLang="en-US" smtClean="0"/>
              <a:pPr/>
              <a:t>‹#›</a:t>
            </a:fld>
            <a:endParaRPr lang="vi-VN" altLang="en-US"/>
          </a:p>
        </p:txBody>
      </p:sp>
    </p:spTree>
    <p:extLst>
      <p:ext uri="{BB962C8B-B14F-4D97-AF65-F5344CB8AC3E}">
        <p14:creationId xmlns:p14="http://schemas.microsoft.com/office/powerpoint/2010/main" val="16807064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p159:morph option="byObject"/>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5BAEBD2-580A-CDBE-89E4-DB0B124BC7A5}"/>
              </a:ext>
            </a:extLst>
          </p:cNvPr>
          <p:cNvSpPr>
            <a:spLocks noGrp="1"/>
          </p:cNvSpPr>
          <p:nvPr>
            <p:ph type="dt" sz="half" idx="10"/>
          </p:nvPr>
        </p:nvSpPr>
        <p:spPr/>
        <p:txBody>
          <a:bodyPr/>
          <a:lstStyle/>
          <a:p>
            <a:pPr>
              <a:defRPr/>
            </a:pPr>
            <a:fld id="{B6846139-E867-4C4F-A38A-24451F49DD04}" type="datetime1">
              <a:rPr lang="vi-VN" smtClean="0"/>
              <a:pPr>
                <a:defRPr/>
              </a:pPr>
              <a:t>26/07/2024</a:t>
            </a:fld>
            <a:endParaRPr lang="vi-VN"/>
          </a:p>
        </p:txBody>
      </p:sp>
      <p:sp>
        <p:nvSpPr>
          <p:cNvPr id="3" name="Footer Placeholder 2">
            <a:extLst>
              <a:ext uri="{FF2B5EF4-FFF2-40B4-BE49-F238E27FC236}">
                <a16:creationId xmlns:a16="http://schemas.microsoft.com/office/drawing/2014/main" id="{A4A3B489-38EA-75F5-BF12-E200BF8CB0D3}"/>
              </a:ext>
            </a:extLst>
          </p:cNvPr>
          <p:cNvSpPr>
            <a:spLocks noGrp="1"/>
          </p:cNvSpPr>
          <p:nvPr>
            <p:ph type="ftr" sz="quarter" idx="11"/>
          </p:nvPr>
        </p:nvSpPr>
        <p:spPr/>
        <p:txBody>
          <a:bodyPr/>
          <a:lstStyle/>
          <a:p>
            <a:pPr>
              <a:defRPr/>
            </a:pPr>
            <a:r>
              <a:rPr lang="en-US"/>
              <a:t>www.siu.edu.vn</a:t>
            </a:r>
          </a:p>
        </p:txBody>
      </p:sp>
      <p:sp>
        <p:nvSpPr>
          <p:cNvPr id="4" name="Slide Number Placeholder 3">
            <a:extLst>
              <a:ext uri="{FF2B5EF4-FFF2-40B4-BE49-F238E27FC236}">
                <a16:creationId xmlns:a16="http://schemas.microsoft.com/office/drawing/2014/main" id="{73C5E429-4D28-57F5-10FA-638362609412}"/>
              </a:ext>
            </a:extLst>
          </p:cNvPr>
          <p:cNvSpPr>
            <a:spLocks noGrp="1"/>
          </p:cNvSpPr>
          <p:nvPr>
            <p:ph type="sldNum" sz="quarter" idx="12"/>
          </p:nvPr>
        </p:nvSpPr>
        <p:spPr/>
        <p:txBody>
          <a:bodyPr/>
          <a:lstStyle/>
          <a:p>
            <a:fld id="{00F371B3-EB27-4D14-9C7C-18BF04CBFD86}" type="slidenum">
              <a:rPr lang="vi-VN" altLang="en-US" smtClean="0"/>
              <a:pPr/>
              <a:t>‹#›</a:t>
            </a:fld>
            <a:endParaRPr lang="vi-VN" altLang="en-US"/>
          </a:p>
        </p:txBody>
      </p:sp>
    </p:spTree>
    <p:extLst>
      <p:ext uri="{BB962C8B-B14F-4D97-AF65-F5344CB8AC3E}">
        <p14:creationId xmlns:p14="http://schemas.microsoft.com/office/powerpoint/2010/main" val="299103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p159:morph option="byObject"/>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033C1-62CE-8A49-2EEC-97FCEB6021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D6E9656-D6CC-EE9B-CC1F-B5FF953699C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652F559-77CE-CC4A-0EB1-CB9D417292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B6B026-6817-22F0-DC2A-1C5E7E9D347E}"/>
              </a:ext>
            </a:extLst>
          </p:cNvPr>
          <p:cNvSpPr>
            <a:spLocks noGrp="1"/>
          </p:cNvSpPr>
          <p:nvPr>
            <p:ph type="dt" sz="half" idx="10"/>
          </p:nvPr>
        </p:nvSpPr>
        <p:spPr/>
        <p:txBody>
          <a:bodyPr/>
          <a:lstStyle/>
          <a:p>
            <a:pPr>
              <a:defRPr/>
            </a:pPr>
            <a:fld id="{9D48E301-3722-469A-ADD4-8456B3BD1717}" type="datetime1">
              <a:rPr lang="vi-VN" smtClean="0"/>
              <a:pPr>
                <a:defRPr/>
              </a:pPr>
              <a:t>26/07/2024</a:t>
            </a:fld>
            <a:endParaRPr lang="vi-VN"/>
          </a:p>
        </p:txBody>
      </p:sp>
      <p:sp>
        <p:nvSpPr>
          <p:cNvPr id="6" name="Footer Placeholder 5">
            <a:extLst>
              <a:ext uri="{FF2B5EF4-FFF2-40B4-BE49-F238E27FC236}">
                <a16:creationId xmlns:a16="http://schemas.microsoft.com/office/drawing/2014/main" id="{FFDABE07-A343-60F6-3011-F7FBB4316038}"/>
              </a:ext>
            </a:extLst>
          </p:cNvPr>
          <p:cNvSpPr>
            <a:spLocks noGrp="1"/>
          </p:cNvSpPr>
          <p:nvPr>
            <p:ph type="ftr" sz="quarter" idx="11"/>
          </p:nvPr>
        </p:nvSpPr>
        <p:spPr/>
        <p:txBody>
          <a:bodyPr/>
          <a:lstStyle/>
          <a:p>
            <a:pPr>
              <a:defRPr/>
            </a:pPr>
            <a:r>
              <a:rPr lang="en-US"/>
              <a:t>www.siu.edu.vn</a:t>
            </a:r>
          </a:p>
        </p:txBody>
      </p:sp>
      <p:sp>
        <p:nvSpPr>
          <p:cNvPr id="7" name="Slide Number Placeholder 6">
            <a:extLst>
              <a:ext uri="{FF2B5EF4-FFF2-40B4-BE49-F238E27FC236}">
                <a16:creationId xmlns:a16="http://schemas.microsoft.com/office/drawing/2014/main" id="{592748FD-0829-5D8A-23B7-D353C0C1BB5F}"/>
              </a:ext>
            </a:extLst>
          </p:cNvPr>
          <p:cNvSpPr>
            <a:spLocks noGrp="1"/>
          </p:cNvSpPr>
          <p:nvPr>
            <p:ph type="sldNum" sz="quarter" idx="12"/>
          </p:nvPr>
        </p:nvSpPr>
        <p:spPr/>
        <p:txBody>
          <a:bodyPr/>
          <a:lstStyle/>
          <a:p>
            <a:fld id="{F1263561-A249-4B37-815E-6E81B7F21227}" type="slidenum">
              <a:rPr lang="vi-VN" altLang="en-US" smtClean="0"/>
              <a:pPr/>
              <a:t>‹#›</a:t>
            </a:fld>
            <a:endParaRPr lang="vi-VN" altLang="en-US"/>
          </a:p>
        </p:txBody>
      </p:sp>
    </p:spTree>
    <p:extLst>
      <p:ext uri="{BB962C8B-B14F-4D97-AF65-F5344CB8AC3E}">
        <p14:creationId xmlns:p14="http://schemas.microsoft.com/office/powerpoint/2010/main" val="3767603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p159:morph option="byObject"/>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F6585-914E-17FA-FA8C-3B2971ECCD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3F6E6FD-BD1E-F37B-5563-017BAC825EB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8957F66-6A83-7C18-CF5F-FA83EE2D11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4C279F-DC39-C39D-3BFC-96FF11C94C7B}"/>
              </a:ext>
            </a:extLst>
          </p:cNvPr>
          <p:cNvSpPr>
            <a:spLocks noGrp="1"/>
          </p:cNvSpPr>
          <p:nvPr>
            <p:ph type="dt" sz="half" idx="10"/>
          </p:nvPr>
        </p:nvSpPr>
        <p:spPr/>
        <p:txBody>
          <a:bodyPr/>
          <a:lstStyle/>
          <a:p>
            <a:pPr>
              <a:defRPr/>
            </a:pPr>
            <a:fld id="{C06E3221-AC7A-4EE5-A552-4ECF79B8AC23}" type="datetime1">
              <a:rPr lang="vi-VN" smtClean="0"/>
              <a:pPr>
                <a:defRPr/>
              </a:pPr>
              <a:t>26/07/2024</a:t>
            </a:fld>
            <a:endParaRPr lang="vi-VN"/>
          </a:p>
        </p:txBody>
      </p:sp>
      <p:sp>
        <p:nvSpPr>
          <p:cNvPr id="6" name="Footer Placeholder 5">
            <a:extLst>
              <a:ext uri="{FF2B5EF4-FFF2-40B4-BE49-F238E27FC236}">
                <a16:creationId xmlns:a16="http://schemas.microsoft.com/office/drawing/2014/main" id="{82A1CF35-8FEA-C6B3-F368-194203D0715F}"/>
              </a:ext>
            </a:extLst>
          </p:cNvPr>
          <p:cNvSpPr>
            <a:spLocks noGrp="1"/>
          </p:cNvSpPr>
          <p:nvPr>
            <p:ph type="ftr" sz="quarter" idx="11"/>
          </p:nvPr>
        </p:nvSpPr>
        <p:spPr/>
        <p:txBody>
          <a:bodyPr/>
          <a:lstStyle/>
          <a:p>
            <a:pPr>
              <a:defRPr/>
            </a:pPr>
            <a:r>
              <a:rPr lang="en-US"/>
              <a:t>www.siu.edu.vn</a:t>
            </a:r>
          </a:p>
        </p:txBody>
      </p:sp>
      <p:sp>
        <p:nvSpPr>
          <p:cNvPr id="7" name="Slide Number Placeholder 6">
            <a:extLst>
              <a:ext uri="{FF2B5EF4-FFF2-40B4-BE49-F238E27FC236}">
                <a16:creationId xmlns:a16="http://schemas.microsoft.com/office/drawing/2014/main" id="{DB728FDC-B69B-BB39-DDBE-82DD70139760}"/>
              </a:ext>
            </a:extLst>
          </p:cNvPr>
          <p:cNvSpPr>
            <a:spLocks noGrp="1"/>
          </p:cNvSpPr>
          <p:nvPr>
            <p:ph type="sldNum" sz="quarter" idx="12"/>
          </p:nvPr>
        </p:nvSpPr>
        <p:spPr/>
        <p:txBody>
          <a:bodyPr/>
          <a:lstStyle/>
          <a:p>
            <a:fld id="{2580BF88-0041-4118-A620-A10E5AF7B411}" type="slidenum">
              <a:rPr lang="vi-VN" altLang="en-US" smtClean="0"/>
              <a:pPr/>
              <a:t>‹#›</a:t>
            </a:fld>
            <a:endParaRPr lang="vi-VN" altLang="en-US"/>
          </a:p>
        </p:txBody>
      </p:sp>
    </p:spTree>
    <p:extLst>
      <p:ext uri="{BB962C8B-B14F-4D97-AF65-F5344CB8AC3E}">
        <p14:creationId xmlns:p14="http://schemas.microsoft.com/office/powerpoint/2010/main" val="39847013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p159:morph option="byObject"/>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F13A0-3A55-CAE1-5BFD-42CCA3184E4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BAF653-E0FE-2461-6CA2-9F0FC5A001E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EBD407-307A-F463-176D-C5E1BEC377C5}"/>
              </a:ext>
            </a:extLst>
          </p:cNvPr>
          <p:cNvSpPr>
            <a:spLocks noGrp="1"/>
          </p:cNvSpPr>
          <p:nvPr>
            <p:ph type="dt" sz="half" idx="10"/>
          </p:nvPr>
        </p:nvSpPr>
        <p:spPr/>
        <p:txBody>
          <a:bodyPr/>
          <a:lstStyle/>
          <a:p>
            <a:pPr>
              <a:defRPr/>
            </a:pPr>
            <a:fld id="{C803EACE-354F-496D-AA88-A7EF37413C11}" type="datetime1">
              <a:rPr lang="vi-VN" smtClean="0"/>
              <a:pPr>
                <a:defRPr/>
              </a:pPr>
              <a:t>26/07/2024</a:t>
            </a:fld>
            <a:endParaRPr lang="vi-VN"/>
          </a:p>
        </p:txBody>
      </p:sp>
      <p:sp>
        <p:nvSpPr>
          <p:cNvPr id="5" name="Footer Placeholder 4">
            <a:extLst>
              <a:ext uri="{FF2B5EF4-FFF2-40B4-BE49-F238E27FC236}">
                <a16:creationId xmlns:a16="http://schemas.microsoft.com/office/drawing/2014/main" id="{44EFDC4A-77AE-5734-575F-A3C719BA38CC}"/>
              </a:ext>
            </a:extLst>
          </p:cNvPr>
          <p:cNvSpPr>
            <a:spLocks noGrp="1"/>
          </p:cNvSpPr>
          <p:nvPr>
            <p:ph type="ftr" sz="quarter" idx="11"/>
          </p:nvPr>
        </p:nvSpPr>
        <p:spPr/>
        <p:txBody>
          <a:bodyPr/>
          <a:lstStyle/>
          <a:p>
            <a:pPr>
              <a:defRPr/>
            </a:pPr>
            <a:r>
              <a:rPr lang="en-US"/>
              <a:t>www.siu.edu.vn</a:t>
            </a:r>
          </a:p>
        </p:txBody>
      </p:sp>
      <p:sp>
        <p:nvSpPr>
          <p:cNvPr id="6" name="Slide Number Placeholder 5">
            <a:extLst>
              <a:ext uri="{FF2B5EF4-FFF2-40B4-BE49-F238E27FC236}">
                <a16:creationId xmlns:a16="http://schemas.microsoft.com/office/drawing/2014/main" id="{6A874C3C-A808-551D-DF99-4ABE3FF26465}"/>
              </a:ext>
            </a:extLst>
          </p:cNvPr>
          <p:cNvSpPr>
            <a:spLocks noGrp="1"/>
          </p:cNvSpPr>
          <p:nvPr>
            <p:ph type="sldNum" sz="quarter" idx="12"/>
          </p:nvPr>
        </p:nvSpPr>
        <p:spPr/>
        <p:txBody>
          <a:bodyPr/>
          <a:lstStyle/>
          <a:p>
            <a:fld id="{0E57BE3A-A94A-441B-B091-A979B92FF4BB}" type="slidenum">
              <a:rPr lang="vi-VN" altLang="en-US" smtClean="0"/>
              <a:pPr/>
              <a:t>‹#›</a:t>
            </a:fld>
            <a:endParaRPr lang="vi-VN" altLang="en-US"/>
          </a:p>
        </p:txBody>
      </p:sp>
    </p:spTree>
    <p:extLst>
      <p:ext uri="{BB962C8B-B14F-4D97-AF65-F5344CB8AC3E}">
        <p14:creationId xmlns:p14="http://schemas.microsoft.com/office/powerpoint/2010/main" val="19380219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p159:morph option="byObject"/>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66D44D-C7E4-928C-69D1-E24ADBBAA38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7A22FAE-6D9E-D60E-3B54-9679109A466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FC8530-A9B6-9C67-427F-419C41581873}"/>
              </a:ext>
            </a:extLst>
          </p:cNvPr>
          <p:cNvSpPr>
            <a:spLocks noGrp="1"/>
          </p:cNvSpPr>
          <p:nvPr>
            <p:ph type="dt" sz="half" idx="10"/>
          </p:nvPr>
        </p:nvSpPr>
        <p:spPr/>
        <p:txBody>
          <a:bodyPr/>
          <a:lstStyle/>
          <a:p>
            <a:pPr>
              <a:defRPr/>
            </a:pPr>
            <a:fld id="{20CDAF21-B625-4BC8-984F-B8B578AD1706}" type="datetime1">
              <a:rPr lang="vi-VN" smtClean="0"/>
              <a:pPr>
                <a:defRPr/>
              </a:pPr>
              <a:t>26/07/2024</a:t>
            </a:fld>
            <a:endParaRPr lang="vi-VN"/>
          </a:p>
        </p:txBody>
      </p:sp>
      <p:sp>
        <p:nvSpPr>
          <p:cNvPr id="5" name="Footer Placeholder 4">
            <a:extLst>
              <a:ext uri="{FF2B5EF4-FFF2-40B4-BE49-F238E27FC236}">
                <a16:creationId xmlns:a16="http://schemas.microsoft.com/office/drawing/2014/main" id="{9A8D96D6-B4D6-ABF3-7EB7-6CFC46639BE5}"/>
              </a:ext>
            </a:extLst>
          </p:cNvPr>
          <p:cNvSpPr>
            <a:spLocks noGrp="1"/>
          </p:cNvSpPr>
          <p:nvPr>
            <p:ph type="ftr" sz="quarter" idx="11"/>
          </p:nvPr>
        </p:nvSpPr>
        <p:spPr/>
        <p:txBody>
          <a:bodyPr/>
          <a:lstStyle/>
          <a:p>
            <a:pPr>
              <a:defRPr/>
            </a:pPr>
            <a:r>
              <a:rPr lang="en-US"/>
              <a:t>www.siu.edu.vn</a:t>
            </a:r>
          </a:p>
        </p:txBody>
      </p:sp>
      <p:sp>
        <p:nvSpPr>
          <p:cNvPr id="6" name="Slide Number Placeholder 5">
            <a:extLst>
              <a:ext uri="{FF2B5EF4-FFF2-40B4-BE49-F238E27FC236}">
                <a16:creationId xmlns:a16="http://schemas.microsoft.com/office/drawing/2014/main" id="{1F42C82C-28A7-5300-D4D7-E71BD63998F1}"/>
              </a:ext>
            </a:extLst>
          </p:cNvPr>
          <p:cNvSpPr>
            <a:spLocks noGrp="1"/>
          </p:cNvSpPr>
          <p:nvPr>
            <p:ph type="sldNum" sz="quarter" idx="12"/>
          </p:nvPr>
        </p:nvSpPr>
        <p:spPr/>
        <p:txBody>
          <a:bodyPr/>
          <a:lstStyle/>
          <a:p>
            <a:fld id="{619B6312-9B78-4EAC-884B-04E57283123E}" type="slidenum">
              <a:rPr lang="vi-VN" altLang="en-US" smtClean="0"/>
              <a:pPr/>
              <a:t>‹#›</a:t>
            </a:fld>
            <a:endParaRPr lang="vi-VN" altLang="en-US"/>
          </a:p>
        </p:txBody>
      </p:sp>
    </p:spTree>
    <p:extLst>
      <p:ext uri="{BB962C8B-B14F-4D97-AF65-F5344CB8AC3E}">
        <p14:creationId xmlns:p14="http://schemas.microsoft.com/office/powerpoint/2010/main" val="31181627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p159:morph option="byObject"/>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E3C1C4-A66D-18E7-41C5-24F78FB12E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627746D-EDA1-FA65-F03B-9D6F1449741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C2EF2A6-5D52-050C-D00A-5244E2B5CD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pPr>
              <a:defRPr/>
            </a:pPr>
            <a:fld id="{C2D09201-2592-4123-8D2C-F64EC6C7A0D5}" type="datetime1">
              <a:rPr lang="vi-VN" smtClean="0"/>
              <a:pPr>
                <a:defRPr/>
              </a:pPr>
              <a:t>26/07/2024</a:t>
            </a:fld>
            <a:endParaRPr lang="vi-VN"/>
          </a:p>
        </p:txBody>
      </p:sp>
      <p:sp>
        <p:nvSpPr>
          <p:cNvPr id="5" name="Footer Placeholder 4">
            <a:extLst>
              <a:ext uri="{FF2B5EF4-FFF2-40B4-BE49-F238E27FC236}">
                <a16:creationId xmlns:a16="http://schemas.microsoft.com/office/drawing/2014/main" id="{993BACDB-8244-BA94-D723-38DA975BFA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pPr>
              <a:defRPr/>
            </a:pPr>
            <a:r>
              <a:rPr lang="en-US"/>
              <a:t>www.siu.edu.vn</a:t>
            </a:r>
          </a:p>
        </p:txBody>
      </p:sp>
      <p:sp>
        <p:nvSpPr>
          <p:cNvPr id="6" name="Slide Number Placeholder 5">
            <a:extLst>
              <a:ext uri="{FF2B5EF4-FFF2-40B4-BE49-F238E27FC236}">
                <a16:creationId xmlns:a16="http://schemas.microsoft.com/office/drawing/2014/main" id="{39295147-1325-EE52-C673-D0296F8C9DB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ED352DA-3A6A-4DE1-B712-2147A812207C}" type="slidenum">
              <a:rPr lang="vi-VN" altLang="en-US" smtClean="0"/>
              <a:pPr/>
              <a:t>‹#›</a:t>
            </a:fld>
            <a:endParaRPr lang="vi-VN" altLang="en-US"/>
          </a:p>
        </p:txBody>
      </p:sp>
    </p:spTree>
    <p:extLst>
      <p:ext uri="{BB962C8B-B14F-4D97-AF65-F5344CB8AC3E}">
        <p14:creationId xmlns:p14="http://schemas.microsoft.com/office/powerpoint/2010/main" val="3925924314"/>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mc:AlternateContent xmlns:mc="http://schemas.openxmlformats.org/markup-compatibility/2006" xmlns:p159="http://schemas.microsoft.com/office/powerpoint/2015/09/main">
    <mc:Choice Requires="p159">
      <p:transition xmlns:p14="http://schemas.microsoft.com/office/powerpoint/2010/main" p14:dur="10">
        <p159:morph option="byObject"/>
      </p:transition>
    </mc:Choice>
    <mc:Fallback xmlns="">
      <p:transition>
        <p:fade/>
      </p:transition>
    </mc:Fallback>
  </mc:AlternateConten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hyperlink" Target="https://hcdc.vn/tphcm-ty-le-benh-nhan-dai-thao-duong-dat-muc-tieu-dieu-tri-gia-tang-ZqNrA0.html" TargetMode="Externa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CBE5CCF-6182-4AC7-862A-D62B8542752F}"/>
              </a:ext>
            </a:extLst>
          </p:cNvPr>
          <p:cNvSpPr/>
          <p:nvPr/>
        </p:nvSpPr>
        <p:spPr>
          <a:xfrm>
            <a:off x="0" y="6381328"/>
            <a:ext cx="12192000" cy="50357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latin typeface="Arial" panose="020B0604020202020204" pitchFamily="34" charset="0"/>
              <a:cs typeface="Arial" panose="020B0604020202020204" pitchFamily="34" charset="0"/>
            </a:endParaRPr>
          </a:p>
        </p:txBody>
      </p:sp>
      <p:sp>
        <p:nvSpPr>
          <p:cNvPr id="7" name="TextBox 1">
            <a:extLst>
              <a:ext uri="{FF2B5EF4-FFF2-40B4-BE49-F238E27FC236}">
                <a16:creationId xmlns:a16="http://schemas.microsoft.com/office/drawing/2014/main" id="{E08ECBEB-2701-062A-8BE6-363497690E6E}"/>
              </a:ext>
            </a:extLst>
          </p:cNvPr>
          <p:cNvSpPr txBox="1">
            <a:spLocks noChangeArrowheads="1"/>
          </p:cNvSpPr>
          <p:nvPr/>
        </p:nvSpPr>
        <p:spPr bwMode="auto">
          <a:xfrm>
            <a:off x="26884" y="2932790"/>
            <a:ext cx="1221039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a:spcBef>
                <a:spcPts val="450"/>
              </a:spcBef>
              <a:spcAft>
                <a:spcPts val="450"/>
              </a:spcAft>
              <a:buNone/>
            </a:pPr>
            <a:r>
              <a:rPr lang="en-US" altLang="en-US" sz="3600" b="1" dirty="0">
                <a:solidFill>
                  <a:srgbClr val="FF0000"/>
                </a:solidFill>
                <a:cs typeface="Arial" panose="020B0604020202020204" pitchFamily="34" charset="0"/>
              </a:rPr>
              <a:t>ĐỒ ÁN TỐT NGHIỆP</a:t>
            </a:r>
          </a:p>
        </p:txBody>
      </p:sp>
      <p:sp>
        <p:nvSpPr>
          <p:cNvPr id="9" name="TextBox 1">
            <a:extLst>
              <a:ext uri="{FF2B5EF4-FFF2-40B4-BE49-F238E27FC236}">
                <a16:creationId xmlns:a16="http://schemas.microsoft.com/office/drawing/2014/main" id="{E6D09290-4B65-42CD-89CB-0A95AD823EBF}"/>
              </a:ext>
            </a:extLst>
          </p:cNvPr>
          <p:cNvSpPr txBox="1">
            <a:spLocks noChangeArrowheads="1"/>
          </p:cNvSpPr>
          <p:nvPr/>
        </p:nvSpPr>
        <p:spPr bwMode="auto">
          <a:xfrm>
            <a:off x="5886912" y="5090061"/>
            <a:ext cx="6293542" cy="836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ts val="450"/>
              </a:spcBef>
              <a:spcAft>
                <a:spcPts val="450"/>
              </a:spcAft>
              <a:buNone/>
            </a:pPr>
            <a:r>
              <a:rPr lang="en-US" altLang="en-US" sz="2000" b="1" dirty="0">
                <a:cs typeface="Arial" panose="020B0604020202020204" pitchFamily="34" charset="0"/>
              </a:rPr>
              <a:t>Sinh </a:t>
            </a:r>
            <a:r>
              <a:rPr lang="en-US" altLang="en-US" sz="2000" b="1" dirty="0" err="1">
                <a:cs typeface="Arial" panose="020B0604020202020204" pitchFamily="34" charset="0"/>
              </a:rPr>
              <a:t>viên</a:t>
            </a:r>
            <a:r>
              <a:rPr lang="en-US" altLang="en-US" sz="2000" b="1" dirty="0">
                <a:cs typeface="Arial" panose="020B0604020202020204" pitchFamily="34" charset="0"/>
              </a:rPr>
              <a:t>: NÔNG VĂN TÌNH</a:t>
            </a:r>
          </a:p>
          <a:p>
            <a:pPr>
              <a:spcBef>
                <a:spcPts val="450"/>
              </a:spcBef>
              <a:spcAft>
                <a:spcPts val="450"/>
              </a:spcAft>
              <a:buNone/>
            </a:pPr>
            <a:r>
              <a:rPr lang="en-US" altLang="en-US" sz="2000" b="1" dirty="0" err="1">
                <a:cs typeface="Arial" panose="020B0604020202020204" pitchFamily="34" charset="0"/>
              </a:rPr>
              <a:t>Giảng</a:t>
            </a:r>
            <a:r>
              <a:rPr lang="en-US" altLang="en-US" sz="2000" b="1" dirty="0">
                <a:cs typeface="Arial" panose="020B0604020202020204" pitchFamily="34" charset="0"/>
              </a:rPr>
              <a:t> </a:t>
            </a:r>
            <a:r>
              <a:rPr lang="en-US" altLang="en-US" sz="2000" b="1" dirty="0" err="1">
                <a:cs typeface="Arial" panose="020B0604020202020204" pitchFamily="34" charset="0"/>
              </a:rPr>
              <a:t>viên</a:t>
            </a:r>
            <a:r>
              <a:rPr lang="en-US" altLang="en-US" sz="2000" b="1" dirty="0">
                <a:cs typeface="Arial" panose="020B0604020202020204" pitchFamily="34" charset="0"/>
              </a:rPr>
              <a:t> </a:t>
            </a:r>
            <a:r>
              <a:rPr lang="en-US" altLang="en-US" sz="2000" b="1" dirty="0" err="1">
                <a:cs typeface="Arial" panose="020B0604020202020204" pitchFamily="34" charset="0"/>
              </a:rPr>
              <a:t>hướng</a:t>
            </a:r>
            <a:r>
              <a:rPr lang="en-US" altLang="en-US" sz="2000" b="1" dirty="0">
                <a:cs typeface="Arial" panose="020B0604020202020204" pitchFamily="34" charset="0"/>
              </a:rPr>
              <a:t> </a:t>
            </a:r>
            <a:r>
              <a:rPr lang="en-US" altLang="en-US" sz="2000" b="1" dirty="0" err="1">
                <a:cs typeface="Arial" panose="020B0604020202020204" pitchFamily="34" charset="0"/>
              </a:rPr>
              <a:t>dẫn</a:t>
            </a:r>
            <a:r>
              <a:rPr lang="en-US" altLang="en-US" sz="2000" b="1" dirty="0">
                <a:cs typeface="Arial" panose="020B0604020202020204" pitchFamily="34" charset="0"/>
              </a:rPr>
              <a:t>: TS. ĐINH THỊ THU HƯƠNG</a:t>
            </a:r>
          </a:p>
        </p:txBody>
      </p:sp>
      <p:sp>
        <p:nvSpPr>
          <p:cNvPr id="2" name="TextBox 1">
            <a:extLst>
              <a:ext uri="{FF2B5EF4-FFF2-40B4-BE49-F238E27FC236}">
                <a16:creationId xmlns:a16="http://schemas.microsoft.com/office/drawing/2014/main" id="{12AD5178-DBBC-7C21-0DF9-A573C90D54B3}"/>
              </a:ext>
            </a:extLst>
          </p:cNvPr>
          <p:cNvSpPr txBox="1">
            <a:spLocks noChangeArrowheads="1"/>
          </p:cNvSpPr>
          <p:nvPr/>
        </p:nvSpPr>
        <p:spPr bwMode="auto">
          <a:xfrm>
            <a:off x="-18391" y="107651"/>
            <a:ext cx="12210391" cy="836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a:spcBef>
                <a:spcPts val="450"/>
              </a:spcBef>
              <a:spcAft>
                <a:spcPts val="450"/>
              </a:spcAft>
              <a:buNone/>
            </a:pPr>
            <a:r>
              <a:rPr lang="en-US" altLang="en-US" sz="2000" dirty="0">
                <a:cs typeface="Arial" panose="020B0604020202020204" pitchFamily="34" charset="0"/>
              </a:rPr>
              <a:t>BỘ GIÁO DỤC VÀ ĐÀO TẠO</a:t>
            </a:r>
          </a:p>
          <a:p>
            <a:pPr algn="ctr">
              <a:spcBef>
                <a:spcPts val="450"/>
              </a:spcBef>
              <a:spcAft>
                <a:spcPts val="450"/>
              </a:spcAft>
              <a:buNone/>
            </a:pPr>
            <a:r>
              <a:rPr lang="en-US" altLang="en-US" sz="2000" b="1" dirty="0">
                <a:cs typeface="Arial" panose="020B0604020202020204" pitchFamily="34" charset="0"/>
              </a:rPr>
              <a:t>TRƯỜNG ĐẠI HỌC TƯ THỤC QUỐC TẾ SÀI GÒN</a:t>
            </a:r>
          </a:p>
        </p:txBody>
      </p:sp>
      <p:pic>
        <p:nvPicPr>
          <p:cNvPr id="1026" name="Picture 2">
            <a:extLst>
              <a:ext uri="{FF2B5EF4-FFF2-40B4-BE49-F238E27FC236}">
                <a16:creationId xmlns:a16="http://schemas.microsoft.com/office/drawing/2014/main" id="{18C9D27B-04A0-D5D5-B3F2-2AA06DC6585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9677" b="89892" l="9892" r="89892">
                        <a14:foregroundMark x1="42151" y1="9677" x2="28387" y2="14409"/>
                        <a14:foregroundMark x1="28387" y1="14409" x2="21720" y2="22151"/>
                        <a14:foregroundMark x1="19570" y1="27957" x2="12473" y2="46022"/>
                        <a14:foregroundMark x1="16129" y1="28602" x2="16129" y2="28602"/>
                        <a14:foregroundMark x1="59785" y1="9462" x2="59785" y2="9462"/>
                        <a14:foregroundMark x1="65591" y1="14839" x2="65591" y2="14839"/>
                        <a14:foregroundMark x1="72258" y1="20430" x2="72258" y2="20430"/>
                        <a14:foregroundMark x1="82796" y1="26882" x2="82796" y2="26882"/>
                      </a14:backgroundRemoval>
                    </a14:imgEffect>
                  </a14:imgLayer>
                </a14:imgProps>
              </a:ext>
              <a:ext uri="{28A0092B-C50C-407E-A947-70E740481C1C}">
                <a14:useLocalDpi xmlns:a14="http://schemas.microsoft.com/office/drawing/2010/main" val="0"/>
              </a:ext>
            </a:extLst>
          </a:blip>
          <a:srcRect/>
          <a:stretch>
            <a:fillRect/>
          </a:stretch>
        </p:blipFill>
        <p:spPr bwMode="auto">
          <a:xfrm>
            <a:off x="5177150" y="954906"/>
            <a:ext cx="1819307" cy="181930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1">
            <a:extLst>
              <a:ext uri="{FF2B5EF4-FFF2-40B4-BE49-F238E27FC236}">
                <a16:creationId xmlns:a16="http://schemas.microsoft.com/office/drawing/2014/main" id="{D13A45CA-DEA3-D92F-9741-E3406AA6A872}"/>
              </a:ext>
            </a:extLst>
          </p:cNvPr>
          <p:cNvSpPr txBox="1">
            <a:spLocks noChangeArrowheads="1"/>
          </p:cNvSpPr>
          <p:nvPr/>
        </p:nvSpPr>
        <p:spPr bwMode="auto">
          <a:xfrm>
            <a:off x="50018" y="3956223"/>
            <a:ext cx="1221039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a:spcBef>
                <a:spcPts val="450"/>
              </a:spcBef>
              <a:spcAft>
                <a:spcPts val="450"/>
              </a:spcAft>
              <a:buNone/>
            </a:pPr>
            <a:r>
              <a:rPr lang="en-US" altLang="en-US" sz="2800" b="1" dirty="0">
                <a:cs typeface="Arial" panose="020B0604020202020204" pitchFamily="34" charset="0"/>
              </a:rPr>
              <a:t>DỰ ĐOÁN BỆNH TIỂU ĐƯỜNG BẰNG KĨ THUẬT HỌC MÁY</a:t>
            </a:r>
          </a:p>
        </p:txBody>
      </p:sp>
      <p:sp>
        <p:nvSpPr>
          <p:cNvPr id="3" name="TextBox 2">
            <a:extLst>
              <a:ext uri="{FF2B5EF4-FFF2-40B4-BE49-F238E27FC236}">
                <a16:creationId xmlns:a16="http://schemas.microsoft.com/office/drawing/2014/main" id="{5D6F5FA2-ED04-0D6D-4404-F4C53BABB38F}"/>
              </a:ext>
            </a:extLst>
          </p:cNvPr>
          <p:cNvSpPr txBox="1"/>
          <p:nvPr/>
        </p:nvSpPr>
        <p:spPr>
          <a:xfrm>
            <a:off x="4871864" y="6455485"/>
            <a:ext cx="2448272" cy="400110"/>
          </a:xfrm>
          <a:prstGeom prst="rect">
            <a:avLst/>
          </a:prstGeom>
          <a:noFill/>
        </p:spPr>
        <p:txBody>
          <a:bodyPr wrap="square" rtlCol="0">
            <a:spAutoFit/>
          </a:bodyPr>
          <a:lstStyle/>
          <a:p>
            <a:r>
              <a:rPr lang="en-US" sz="2000" dirty="0">
                <a:solidFill>
                  <a:schemeClr val="bg1"/>
                </a:solidFill>
                <a:latin typeface="Arial" panose="020B0604020202020204" pitchFamily="34" charset="0"/>
                <a:cs typeface="Arial" panose="020B0604020202020204" pitchFamily="34" charset="0"/>
              </a:rPr>
              <a:t>TP.HCM, </a:t>
            </a:r>
            <a:r>
              <a:rPr lang="en-US" sz="2000" dirty="0" err="1">
                <a:solidFill>
                  <a:schemeClr val="bg1"/>
                </a:solidFill>
                <a:latin typeface="Arial" panose="020B0604020202020204" pitchFamily="34" charset="0"/>
                <a:cs typeface="Arial" panose="020B0604020202020204" pitchFamily="34" charset="0"/>
              </a:rPr>
              <a:t>năm</a:t>
            </a:r>
            <a:r>
              <a:rPr lang="en-US" sz="2000" dirty="0">
                <a:solidFill>
                  <a:schemeClr val="bg1"/>
                </a:solidFill>
                <a:latin typeface="Arial" panose="020B0604020202020204" pitchFamily="34" charset="0"/>
                <a:cs typeface="Arial" panose="020B0604020202020204" pitchFamily="34" charset="0"/>
              </a:rPr>
              <a:t> 2024</a:t>
            </a:r>
          </a:p>
        </p:txBody>
      </p:sp>
    </p:spTree>
    <p:extLst>
      <p:ext uri="{BB962C8B-B14F-4D97-AF65-F5344CB8AC3E}">
        <p14:creationId xmlns:p14="http://schemas.microsoft.com/office/powerpoint/2010/main" val="18802460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1">
            <a:extLst>
              <a:ext uri="{FF2B5EF4-FFF2-40B4-BE49-F238E27FC236}">
                <a16:creationId xmlns:a16="http://schemas.microsoft.com/office/drawing/2014/main" id="{E08ECBEB-2701-062A-8BE6-363497690E6E}"/>
              </a:ext>
            </a:extLst>
          </p:cNvPr>
          <p:cNvSpPr txBox="1">
            <a:spLocks noChangeArrowheads="1"/>
          </p:cNvSpPr>
          <p:nvPr/>
        </p:nvSpPr>
        <p:spPr bwMode="auto">
          <a:xfrm>
            <a:off x="21857" y="476672"/>
            <a:ext cx="12210391"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a:spcBef>
                <a:spcPts val="450"/>
              </a:spcBef>
              <a:spcAft>
                <a:spcPts val="450"/>
              </a:spcAft>
              <a:buNone/>
            </a:pPr>
            <a:r>
              <a:rPr lang="en-US" altLang="en-US" sz="4400" b="1" dirty="0">
                <a:cs typeface="Arial" panose="020B0604020202020204" pitchFamily="34" charset="0"/>
              </a:rPr>
              <a:t>MỤC LỤC</a:t>
            </a:r>
          </a:p>
        </p:txBody>
      </p:sp>
      <p:sp>
        <p:nvSpPr>
          <p:cNvPr id="11" name="TextBox 1">
            <a:extLst>
              <a:ext uri="{FF2B5EF4-FFF2-40B4-BE49-F238E27FC236}">
                <a16:creationId xmlns:a16="http://schemas.microsoft.com/office/drawing/2014/main" id="{71FBEBCE-54C9-42AF-A5E8-B020E18BE23F}"/>
              </a:ext>
            </a:extLst>
          </p:cNvPr>
          <p:cNvSpPr txBox="1">
            <a:spLocks noChangeArrowheads="1"/>
          </p:cNvSpPr>
          <p:nvPr/>
        </p:nvSpPr>
        <p:spPr bwMode="auto">
          <a:xfrm>
            <a:off x="3229790" y="1772816"/>
            <a:ext cx="8266810" cy="3067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marL="457200" indent="-457200" algn="just">
              <a:spcBef>
                <a:spcPts val="450"/>
              </a:spcBef>
              <a:spcAft>
                <a:spcPts val="450"/>
              </a:spcAft>
              <a:buFont typeface="+mj-lt"/>
              <a:buAutoNum type="arabicPeriod"/>
            </a:pPr>
            <a:r>
              <a:rPr lang="en-US" altLang="en-US" b="1" dirty="0">
                <a:cs typeface="Arial" panose="020B0604020202020204" pitchFamily="34" charset="0"/>
              </a:rPr>
              <a:t>Lý do </a:t>
            </a:r>
            <a:r>
              <a:rPr lang="en-US" altLang="en-US" b="1" dirty="0" err="1">
                <a:cs typeface="Arial" panose="020B0604020202020204" pitchFamily="34" charset="0"/>
              </a:rPr>
              <a:t>chọn</a:t>
            </a:r>
            <a:r>
              <a:rPr lang="en-US" altLang="en-US" b="1" dirty="0">
                <a:cs typeface="Arial" panose="020B0604020202020204" pitchFamily="34" charset="0"/>
              </a:rPr>
              <a:t> </a:t>
            </a:r>
            <a:r>
              <a:rPr lang="en-US" altLang="en-US" b="1" dirty="0" err="1">
                <a:cs typeface="Arial" panose="020B0604020202020204" pitchFamily="34" charset="0"/>
              </a:rPr>
              <a:t>đề</a:t>
            </a:r>
            <a:r>
              <a:rPr lang="en-US" altLang="en-US" b="1" dirty="0">
                <a:cs typeface="Arial" panose="020B0604020202020204" pitchFamily="34" charset="0"/>
              </a:rPr>
              <a:t> </a:t>
            </a:r>
            <a:r>
              <a:rPr lang="en-US" altLang="en-US" b="1" dirty="0" err="1">
                <a:cs typeface="Arial" panose="020B0604020202020204" pitchFamily="34" charset="0"/>
              </a:rPr>
              <a:t>tài</a:t>
            </a:r>
            <a:endParaRPr lang="en-US" altLang="en-US" b="1" dirty="0">
              <a:cs typeface="Arial" panose="020B0604020202020204" pitchFamily="34" charset="0"/>
            </a:endParaRPr>
          </a:p>
          <a:p>
            <a:pPr marL="457200" indent="-457200" algn="just">
              <a:spcBef>
                <a:spcPts val="450"/>
              </a:spcBef>
              <a:spcAft>
                <a:spcPts val="450"/>
              </a:spcAft>
              <a:buFont typeface="+mj-lt"/>
              <a:buAutoNum type="arabicPeriod"/>
            </a:pPr>
            <a:r>
              <a:rPr lang="en-US" altLang="en-US" b="1" dirty="0" err="1">
                <a:cs typeface="Arial" panose="020B0604020202020204" pitchFamily="34" charset="0"/>
              </a:rPr>
              <a:t>Phát</a:t>
            </a:r>
            <a:r>
              <a:rPr lang="en-US" altLang="en-US" b="1" dirty="0">
                <a:cs typeface="Arial" panose="020B0604020202020204" pitchFamily="34" charset="0"/>
              </a:rPr>
              <a:t> </a:t>
            </a:r>
            <a:r>
              <a:rPr lang="en-US" altLang="en-US" b="1" dirty="0" err="1">
                <a:cs typeface="Arial" panose="020B0604020202020204" pitchFamily="34" charset="0"/>
              </a:rPr>
              <a:t>biểu</a:t>
            </a:r>
            <a:r>
              <a:rPr lang="en-US" altLang="en-US" b="1" dirty="0">
                <a:cs typeface="Arial" panose="020B0604020202020204" pitchFamily="34" charset="0"/>
              </a:rPr>
              <a:t> </a:t>
            </a:r>
            <a:r>
              <a:rPr lang="en-US" altLang="en-US" b="1" dirty="0" err="1">
                <a:cs typeface="Arial" panose="020B0604020202020204" pitchFamily="34" charset="0"/>
              </a:rPr>
              <a:t>bài</a:t>
            </a:r>
            <a:r>
              <a:rPr lang="en-US" altLang="en-US" b="1" dirty="0">
                <a:cs typeface="Arial" panose="020B0604020202020204" pitchFamily="34" charset="0"/>
              </a:rPr>
              <a:t> </a:t>
            </a:r>
            <a:r>
              <a:rPr lang="en-US" altLang="en-US" b="1" dirty="0" err="1">
                <a:cs typeface="Arial" panose="020B0604020202020204" pitchFamily="34" charset="0"/>
              </a:rPr>
              <a:t>toán</a:t>
            </a:r>
            <a:endParaRPr lang="en-US" altLang="en-US" b="1" dirty="0">
              <a:cs typeface="Arial" panose="020B0604020202020204" pitchFamily="34" charset="0"/>
            </a:endParaRPr>
          </a:p>
          <a:p>
            <a:pPr marL="457200" indent="-457200" algn="just">
              <a:spcBef>
                <a:spcPts val="450"/>
              </a:spcBef>
              <a:spcAft>
                <a:spcPts val="450"/>
              </a:spcAft>
              <a:buFont typeface="+mj-lt"/>
              <a:buAutoNum type="arabicPeriod"/>
            </a:pPr>
            <a:r>
              <a:rPr lang="en-US" altLang="en-US" b="1" dirty="0" err="1">
                <a:cs typeface="Arial" panose="020B0604020202020204" pitchFamily="34" charset="0"/>
              </a:rPr>
              <a:t>Xây</a:t>
            </a:r>
            <a:r>
              <a:rPr lang="en-US" altLang="en-US" b="1" dirty="0">
                <a:cs typeface="Arial" panose="020B0604020202020204" pitchFamily="34" charset="0"/>
              </a:rPr>
              <a:t> </a:t>
            </a:r>
            <a:r>
              <a:rPr lang="en-US" altLang="en-US" b="1" dirty="0" err="1">
                <a:cs typeface="Arial" panose="020B0604020202020204" pitchFamily="34" charset="0"/>
              </a:rPr>
              <a:t>dựng</a:t>
            </a:r>
            <a:r>
              <a:rPr lang="en-US" altLang="en-US" b="1" dirty="0">
                <a:cs typeface="Arial" panose="020B0604020202020204" pitchFamily="34" charset="0"/>
              </a:rPr>
              <a:t> </a:t>
            </a:r>
            <a:r>
              <a:rPr lang="en-US" altLang="en-US" b="1" dirty="0" err="1">
                <a:cs typeface="Arial" panose="020B0604020202020204" pitchFamily="34" charset="0"/>
              </a:rPr>
              <a:t>ứng</a:t>
            </a:r>
            <a:r>
              <a:rPr lang="en-US" altLang="en-US" b="1" dirty="0">
                <a:cs typeface="Arial" panose="020B0604020202020204" pitchFamily="34" charset="0"/>
              </a:rPr>
              <a:t> </a:t>
            </a:r>
            <a:r>
              <a:rPr lang="en-US" altLang="en-US" b="1" dirty="0" err="1">
                <a:cs typeface="Arial" panose="020B0604020202020204" pitchFamily="34" charset="0"/>
              </a:rPr>
              <a:t>dụng</a:t>
            </a:r>
            <a:endParaRPr lang="en-US" altLang="en-US" b="1" dirty="0">
              <a:cs typeface="Arial" panose="020B0604020202020204" pitchFamily="34" charset="0"/>
            </a:endParaRPr>
          </a:p>
          <a:p>
            <a:pPr marL="457200" indent="-457200" algn="just">
              <a:spcBef>
                <a:spcPts val="450"/>
              </a:spcBef>
              <a:spcAft>
                <a:spcPts val="450"/>
              </a:spcAft>
              <a:buFont typeface="+mj-lt"/>
              <a:buAutoNum type="arabicPeriod"/>
            </a:pPr>
            <a:r>
              <a:rPr lang="en-US" altLang="en-US" b="1" dirty="0" err="1">
                <a:cs typeface="Arial" panose="020B0604020202020204" pitchFamily="34" charset="0"/>
              </a:rPr>
              <a:t>Kết</a:t>
            </a:r>
            <a:r>
              <a:rPr lang="en-US" altLang="en-US" b="1" dirty="0">
                <a:cs typeface="Arial" panose="020B0604020202020204" pitchFamily="34" charset="0"/>
              </a:rPr>
              <a:t> </a:t>
            </a:r>
            <a:r>
              <a:rPr lang="en-US" altLang="en-US" b="1" dirty="0" err="1">
                <a:cs typeface="Arial" panose="020B0604020202020204" pitchFamily="34" charset="0"/>
              </a:rPr>
              <a:t>quả</a:t>
            </a:r>
            <a:r>
              <a:rPr lang="en-US" altLang="en-US" b="1" dirty="0">
                <a:cs typeface="Arial" panose="020B0604020202020204" pitchFamily="34" charset="0"/>
              </a:rPr>
              <a:t> </a:t>
            </a:r>
            <a:r>
              <a:rPr lang="en-US" altLang="en-US" b="1" dirty="0" err="1">
                <a:cs typeface="Arial" panose="020B0604020202020204" pitchFamily="34" charset="0"/>
              </a:rPr>
              <a:t>thực</a:t>
            </a:r>
            <a:r>
              <a:rPr lang="en-US" altLang="en-US" b="1" dirty="0">
                <a:cs typeface="Arial" panose="020B0604020202020204" pitchFamily="34" charset="0"/>
              </a:rPr>
              <a:t> </a:t>
            </a:r>
            <a:r>
              <a:rPr lang="en-US" altLang="en-US" b="1" dirty="0" err="1">
                <a:cs typeface="Arial" panose="020B0604020202020204" pitchFamily="34" charset="0"/>
              </a:rPr>
              <a:t>nghiệm</a:t>
            </a:r>
            <a:endParaRPr lang="en-US" altLang="en-US" b="1" dirty="0">
              <a:cs typeface="Arial" panose="020B0604020202020204" pitchFamily="34" charset="0"/>
            </a:endParaRPr>
          </a:p>
          <a:p>
            <a:pPr marL="457200" indent="-457200" algn="just">
              <a:spcBef>
                <a:spcPts val="450"/>
              </a:spcBef>
              <a:spcAft>
                <a:spcPts val="450"/>
              </a:spcAft>
              <a:buFont typeface="+mj-lt"/>
              <a:buAutoNum type="arabicPeriod"/>
            </a:pPr>
            <a:r>
              <a:rPr lang="en-US" altLang="en-US" b="1" dirty="0" err="1">
                <a:cs typeface="Arial" panose="020B0604020202020204" pitchFamily="34" charset="0"/>
              </a:rPr>
              <a:t>Kết</a:t>
            </a:r>
            <a:r>
              <a:rPr lang="en-US" altLang="en-US" b="1" dirty="0">
                <a:cs typeface="Arial" panose="020B0604020202020204" pitchFamily="34" charset="0"/>
              </a:rPr>
              <a:t> </a:t>
            </a:r>
            <a:r>
              <a:rPr lang="en-US" altLang="en-US" b="1" dirty="0" err="1">
                <a:cs typeface="Arial" panose="020B0604020202020204" pitchFamily="34" charset="0"/>
              </a:rPr>
              <a:t>luận</a:t>
            </a:r>
            <a:r>
              <a:rPr lang="en-US" altLang="en-US" b="1" dirty="0">
                <a:cs typeface="Arial" panose="020B0604020202020204" pitchFamily="34" charset="0"/>
              </a:rPr>
              <a:t> </a:t>
            </a:r>
            <a:r>
              <a:rPr lang="en-US" altLang="en-US" b="1" dirty="0" err="1">
                <a:cs typeface="Arial" panose="020B0604020202020204" pitchFamily="34" charset="0"/>
              </a:rPr>
              <a:t>và</a:t>
            </a:r>
            <a:r>
              <a:rPr lang="en-US" altLang="en-US" b="1" dirty="0">
                <a:cs typeface="Arial" panose="020B0604020202020204" pitchFamily="34" charset="0"/>
              </a:rPr>
              <a:t> </a:t>
            </a:r>
            <a:r>
              <a:rPr lang="en-US" altLang="en-US" b="1" dirty="0" err="1">
                <a:cs typeface="Arial" panose="020B0604020202020204" pitchFamily="34" charset="0"/>
              </a:rPr>
              <a:t>hướng</a:t>
            </a:r>
            <a:r>
              <a:rPr lang="en-US" altLang="en-US" b="1" dirty="0">
                <a:cs typeface="Arial" panose="020B0604020202020204" pitchFamily="34" charset="0"/>
              </a:rPr>
              <a:t> </a:t>
            </a:r>
            <a:r>
              <a:rPr lang="en-US" altLang="en-US" b="1" dirty="0" err="1">
                <a:cs typeface="Arial" panose="020B0604020202020204" pitchFamily="34" charset="0"/>
              </a:rPr>
              <a:t>phát</a:t>
            </a:r>
            <a:r>
              <a:rPr lang="en-US" altLang="en-US" b="1" dirty="0">
                <a:cs typeface="Arial" panose="020B0604020202020204" pitchFamily="34" charset="0"/>
              </a:rPr>
              <a:t> </a:t>
            </a:r>
            <a:r>
              <a:rPr lang="en-US" altLang="en-US" b="1" dirty="0" err="1">
                <a:cs typeface="Arial" panose="020B0604020202020204" pitchFamily="34" charset="0"/>
              </a:rPr>
              <a:t>triển</a:t>
            </a:r>
            <a:endParaRPr lang="en-US" altLang="en-US" b="1" dirty="0">
              <a:cs typeface="Arial" panose="020B0604020202020204" pitchFamily="34" charset="0"/>
            </a:endParaRPr>
          </a:p>
        </p:txBody>
      </p:sp>
    </p:spTree>
    <p:extLst>
      <p:ext uri="{BB962C8B-B14F-4D97-AF65-F5344CB8AC3E}">
        <p14:creationId xmlns:p14="http://schemas.microsoft.com/office/powerpoint/2010/main" val="5949599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randombar(horizontal)">
                                      <p:cBhvr>
                                        <p:cTn id="7" dur="500"/>
                                        <p:tgtEl>
                                          <p:spTgt spid="11">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11">
                                            <p:txEl>
                                              <p:pRg st="1" end="1"/>
                                            </p:txEl>
                                          </p:spTgt>
                                        </p:tgtEl>
                                        <p:attrNameLst>
                                          <p:attrName>style.visibility</p:attrName>
                                        </p:attrNameLst>
                                      </p:cBhvr>
                                      <p:to>
                                        <p:strVal val="visible"/>
                                      </p:to>
                                    </p:set>
                                    <p:animEffect transition="in" filter="randombar(horizontal)">
                                      <p:cBhvr>
                                        <p:cTn id="10" dur="500"/>
                                        <p:tgtEl>
                                          <p:spTgt spid="11">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11">
                                            <p:txEl>
                                              <p:pRg st="2" end="2"/>
                                            </p:txEl>
                                          </p:spTgt>
                                        </p:tgtEl>
                                        <p:attrNameLst>
                                          <p:attrName>style.visibility</p:attrName>
                                        </p:attrNameLst>
                                      </p:cBhvr>
                                      <p:to>
                                        <p:strVal val="visible"/>
                                      </p:to>
                                    </p:set>
                                    <p:animEffect transition="in" filter="randombar(horizontal)">
                                      <p:cBhvr>
                                        <p:cTn id="13" dur="500"/>
                                        <p:tgtEl>
                                          <p:spTgt spid="11">
                                            <p:txEl>
                                              <p:pRg st="2" end="2"/>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11">
                                            <p:txEl>
                                              <p:pRg st="3" end="3"/>
                                            </p:txEl>
                                          </p:spTgt>
                                        </p:tgtEl>
                                        <p:attrNameLst>
                                          <p:attrName>style.visibility</p:attrName>
                                        </p:attrNameLst>
                                      </p:cBhvr>
                                      <p:to>
                                        <p:strVal val="visible"/>
                                      </p:to>
                                    </p:set>
                                    <p:animEffect transition="in" filter="randombar(horizontal)">
                                      <p:cBhvr>
                                        <p:cTn id="16" dur="500"/>
                                        <p:tgtEl>
                                          <p:spTgt spid="11">
                                            <p:txEl>
                                              <p:pRg st="3" end="3"/>
                                            </p:txEl>
                                          </p:spTgt>
                                        </p:tgtEl>
                                      </p:cBhvr>
                                    </p:animEffect>
                                  </p:childTnLst>
                                </p:cTn>
                              </p:par>
                              <p:par>
                                <p:cTn id="17" presetID="14" presetClass="entr" presetSubtype="10" fill="hold" nodeType="withEffect">
                                  <p:stCondLst>
                                    <p:cond delay="0"/>
                                  </p:stCondLst>
                                  <p:childTnLst>
                                    <p:set>
                                      <p:cBhvr>
                                        <p:cTn id="18" dur="1" fill="hold">
                                          <p:stCondLst>
                                            <p:cond delay="0"/>
                                          </p:stCondLst>
                                        </p:cTn>
                                        <p:tgtEl>
                                          <p:spTgt spid="11">
                                            <p:txEl>
                                              <p:pRg st="4" end="4"/>
                                            </p:txEl>
                                          </p:spTgt>
                                        </p:tgtEl>
                                        <p:attrNameLst>
                                          <p:attrName>style.visibility</p:attrName>
                                        </p:attrNameLst>
                                      </p:cBhvr>
                                      <p:to>
                                        <p:strVal val="visible"/>
                                      </p:to>
                                    </p:set>
                                    <p:animEffect transition="in" filter="randombar(horizontal)">
                                      <p:cBhvr>
                                        <p:cTn id="19" dur="500"/>
                                        <p:tgtEl>
                                          <p:spTgt spid="1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1">
            <a:extLst>
              <a:ext uri="{FF2B5EF4-FFF2-40B4-BE49-F238E27FC236}">
                <a16:creationId xmlns:a16="http://schemas.microsoft.com/office/drawing/2014/main" id="{E08ECBEB-2701-062A-8BE6-363497690E6E}"/>
              </a:ext>
            </a:extLst>
          </p:cNvPr>
          <p:cNvSpPr txBox="1">
            <a:spLocks noChangeArrowheads="1"/>
          </p:cNvSpPr>
          <p:nvPr/>
        </p:nvSpPr>
        <p:spPr bwMode="auto">
          <a:xfrm>
            <a:off x="-53721" y="0"/>
            <a:ext cx="1221039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marL="457200" indent="-457200">
              <a:spcBef>
                <a:spcPts val="450"/>
              </a:spcBef>
              <a:spcAft>
                <a:spcPts val="450"/>
              </a:spcAft>
              <a:buFont typeface="+mj-lt"/>
              <a:buAutoNum type="arabicPeriod"/>
            </a:pPr>
            <a:r>
              <a:rPr lang="en-US" altLang="en-US" sz="3200" b="1" dirty="0">
                <a:cs typeface="Arial" panose="020B0604020202020204" pitchFamily="34" charset="0"/>
              </a:rPr>
              <a:t>Lý do </a:t>
            </a:r>
            <a:r>
              <a:rPr lang="en-US" altLang="en-US" sz="3200" b="1" dirty="0" err="1">
                <a:cs typeface="Arial" panose="020B0604020202020204" pitchFamily="34" charset="0"/>
              </a:rPr>
              <a:t>chọn</a:t>
            </a:r>
            <a:r>
              <a:rPr lang="en-US" altLang="en-US" sz="3200" b="1" dirty="0">
                <a:cs typeface="Arial" panose="020B0604020202020204" pitchFamily="34" charset="0"/>
              </a:rPr>
              <a:t> </a:t>
            </a:r>
            <a:r>
              <a:rPr lang="en-US" altLang="en-US" sz="3200" b="1" dirty="0" err="1">
                <a:cs typeface="Arial" panose="020B0604020202020204" pitchFamily="34" charset="0"/>
              </a:rPr>
              <a:t>đề</a:t>
            </a:r>
            <a:r>
              <a:rPr lang="en-US" altLang="en-US" sz="3200" b="1" dirty="0">
                <a:cs typeface="Arial" panose="020B0604020202020204" pitchFamily="34" charset="0"/>
              </a:rPr>
              <a:t> </a:t>
            </a:r>
            <a:r>
              <a:rPr lang="en-US" altLang="en-US" sz="3200" b="1" dirty="0" err="1">
                <a:cs typeface="Arial" panose="020B0604020202020204" pitchFamily="34" charset="0"/>
              </a:rPr>
              <a:t>tài</a:t>
            </a:r>
            <a:endParaRPr lang="en-US" altLang="en-US" sz="3200" b="1" dirty="0">
              <a:cs typeface="Arial" panose="020B0604020202020204" pitchFamily="34" charset="0"/>
            </a:endParaRPr>
          </a:p>
        </p:txBody>
      </p:sp>
      <p:sp>
        <p:nvSpPr>
          <p:cNvPr id="11" name="TextBox 1">
            <a:extLst>
              <a:ext uri="{FF2B5EF4-FFF2-40B4-BE49-F238E27FC236}">
                <a16:creationId xmlns:a16="http://schemas.microsoft.com/office/drawing/2014/main" id="{71FBEBCE-54C9-42AF-A5E8-B020E18BE23F}"/>
              </a:ext>
            </a:extLst>
          </p:cNvPr>
          <p:cNvSpPr txBox="1">
            <a:spLocks noChangeArrowheads="1"/>
          </p:cNvSpPr>
          <p:nvPr/>
        </p:nvSpPr>
        <p:spPr bwMode="auto">
          <a:xfrm>
            <a:off x="119336" y="589764"/>
            <a:ext cx="1221039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ts val="450"/>
              </a:spcBef>
              <a:spcAft>
                <a:spcPts val="450"/>
              </a:spcAft>
              <a:buNone/>
            </a:pPr>
            <a:r>
              <a:rPr lang="en-US" altLang="en-US" sz="2000" b="1" dirty="0" err="1">
                <a:cs typeface="Arial" panose="020B0604020202020204" pitchFamily="34" charset="0"/>
              </a:rPr>
              <a:t>Tính</a:t>
            </a:r>
            <a:r>
              <a:rPr lang="en-US" altLang="en-US" sz="2000" b="1" dirty="0">
                <a:cs typeface="Arial" panose="020B0604020202020204" pitchFamily="34" charset="0"/>
              </a:rPr>
              <a:t> </a:t>
            </a:r>
            <a:r>
              <a:rPr lang="en-US" altLang="en-US" sz="2000" b="1" dirty="0" err="1">
                <a:cs typeface="Arial" panose="020B0604020202020204" pitchFamily="34" charset="0"/>
              </a:rPr>
              <a:t>nghiêm</a:t>
            </a:r>
            <a:r>
              <a:rPr lang="en-US" altLang="en-US" sz="2000" b="1" dirty="0">
                <a:cs typeface="Arial" panose="020B0604020202020204" pitchFamily="34" charset="0"/>
              </a:rPr>
              <a:t> </a:t>
            </a:r>
            <a:r>
              <a:rPr lang="en-US" altLang="en-US" sz="2000" b="1" dirty="0" err="1">
                <a:cs typeface="Arial" panose="020B0604020202020204" pitchFamily="34" charset="0"/>
              </a:rPr>
              <a:t>trọng</a:t>
            </a:r>
            <a:r>
              <a:rPr lang="en-US" altLang="en-US" sz="2000" b="1" dirty="0">
                <a:cs typeface="Arial" panose="020B0604020202020204" pitchFamily="34" charset="0"/>
              </a:rPr>
              <a:t> </a:t>
            </a:r>
            <a:r>
              <a:rPr lang="en-US" altLang="en-US" sz="2000" b="1" dirty="0" err="1">
                <a:cs typeface="Arial" panose="020B0604020202020204" pitchFamily="34" charset="0"/>
              </a:rPr>
              <a:t>của</a:t>
            </a:r>
            <a:r>
              <a:rPr lang="en-US" altLang="en-US" sz="2000" b="1" dirty="0">
                <a:cs typeface="Arial" panose="020B0604020202020204" pitchFamily="34" charset="0"/>
              </a:rPr>
              <a:t> </a:t>
            </a:r>
            <a:r>
              <a:rPr lang="en-US" altLang="en-US" sz="2000" b="1" dirty="0" err="1">
                <a:cs typeface="Arial" panose="020B0604020202020204" pitchFamily="34" charset="0"/>
              </a:rPr>
              <a:t>bệnh</a:t>
            </a:r>
            <a:r>
              <a:rPr lang="en-US" altLang="en-US" sz="2000" b="1" dirty="0">
                <a:cs typeface="Arial" panose="020B0604020202020204" pitchFamily="34" charset="0"/>
              </a:rPr>
              <a:t> </a:t>
            </a:r>
            <a:r>
              <a:rPr lang="en-US" altLang="en-US" sz="2000" b="1" dirty="0" err="1">
                <a:cs typeface="Arial" panose="020B0604020202020204" pitchFamily="34" charset="0"/>
              </a:rPr>
              <a:t>tiểu</a:t>
            </a:r>
            <a:r>
              <a:rPr lang="en-US" altLang="en-US" sz="2000" b="1" dirty="0">
                <a:cs typeface="Arial" panose="020B0604020202020204" pitchFamily="34" charset="0"/>
              </a:rPr>
              <a:t> </a:t>
            </a:r>
            <a:r>
              <a:rPr lang="en-US" altLang="en-US" sz="2000" b="1" dirty="0" err="1">
                <a:cs typeface="Arial" panose="020B0604020202020204" pitchFamily="34" charset="0"/>
              </a:rPr>
              <a:t>đường</a:t>
            </a:r>
            <a:endParaRPr lang="en-US" altLang="en-US" sz="2000" b="1" dirty="0">
              <a:cs typeface="Arial" panose="020B0604020202020204" pitchFamily="34" charset="0"/>
            </a:endParaRPr>
          </a:p>
        </p:txBody>
      </p:sp>
      <p:pic>
        <p:nvPicPr>
          <p:cNvPr id="9" name="Picture 8" descr="Map 1. Number of people with diabetes worldwide and per IDF Region in 2021–2045 (20–79 years).">
            <a:extLst>
              <a:ext uri="{FF2B5EF4-FFF2-40B4-BE49-F238E27FC236}">
                <a16:creationId xmlns:a16="http://schemas.microsoft.com/office/drawing/2014/main" id="{767D2D4D-245E-3796-A30E-F23F3D050F5E}"/>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5527216" y="563784"/>
            <a:ext cx="6362668" cy="4518903"/>
          </a:xfrm>
          <a:prstGeom prst="rect">
            <a:avLst/>
          </a:prstGeom>
          <a:noFill/>
          <a:ln>
            <a:noFill/>
          </a:ln>
        </p:spPr>
      </p:pic>
      <p:sp>
        <p:nvSpPr>
          <p:cNvPr id="10" name="TextBox 1">
            <a:extLst>
              <a:ext uri="{FF2B5EF4-FFF2-40B4-BE49-F238E27FC236}">
                <a16:creationId xmlns:a16="http://schemas.microsoft.com/office/drawing/2014/main" id="{42FEC4FC-F488-4BA5-1DB1-53C341583486}"/>
              </a:ext>
            </a:extLst>
          </p:cNvPr>
          <p:cNvSpPr txBox="1">
            <a:spLocks noChangeArrowheads="1"/>
          </p:cNvSpPr>
          <p:nvPr/>
        </p:nvSpPr>
        <p:spPr bwMode="auto">
          <a:xfrm>
            <a:off x="5951984" y="5292528"/>
            <a:ext cx="609196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a:spcBef>
                <a:spcPts val="450"/>
              </a:spcBef>
              <a:spcAft>
                <a:spcPts val="450"/>
              </a:spcAft>
              <a:buNone/>
            </a:pPr>
            <a:r>
              <a:rPr lang="en-US" altLang="en-US" sz="2000" dirty="0" err="1">
                <a:cs typeface="Arial" panose="020B0604020202020204" pitchFamily="34" charset="0"/>
              </a:rPr>
              <a:t>Hình</a:t>
            </a:r>
            <a:r>
              <a:rPr lang="en-US" altLang="en-US" sz="2000" dirty="0">
                <a:cs typeface="Arial" panose="020B0604020202020204" pitchFamily="34" charset="0"/>
              </a:rPr>
              <a:t> 1. </a:t>
            </a:r>
            <a:r>
              <a:rPr lang="vi-VN" altLang="en-US" sz="2000" dirty="0">
                <a:cs typeface="Arial" panose="020B0604020202020204" pitchFamily="34" charset="0"/>
              </a:rPr>
              <a:t>Thống kê số lượng bệnh nhân mắc bệnh tiểu đường trên toàn cầu</a:t>
            </a:r>
            <a:endParaRPr lang="en-US" altLang="en-US" sz="2000" dirty="0">
              <a:cs typeface="Arial" panose="020B0604020202020204" pitchFamily="34" charset="0"/>
            </a:endParaRPr>
          </a:p>
        </p:txBody>
      </p:sp>
      <p:sp>
        <p:nvSpPr>
          <p:cNvPr id="14" name="TextBox 13">
            <a:extLst>
              <a:ext uri="{FF2B5EF4-FFF2-40B4-BE49-F238E27FC236}">
                <a16:creationId xmlns:a16="http://schemas.microsoft.com/office/drawing/2014/main" id="{96C96E17-1226-0F35-BB60-257357B34691}"/>
              </a:ext>
            </a:extLst>
          </p:cNvPr>
          <p:cNvSpPr txBox="1"/>
          <p:nvPr/>
        </p:nvSpPr>
        <p:spPr>
          <a:xfrm>
            <a:off x="628241" y="1094794"/>
            <a:ext cx="4872867" cy="1938992"/>
          </a:xfrm>
          <a:prstGeom prst="rect">
            <a:avLst/>
          </a:prstGeom>
          <a:noFill/>
        </p:spPr>
        <p:txBody>
          <a:bodyPr wrap="square">
            <a:spAutoFit/>
          </a:bodyPr>
          <a:lstStyle/>
          <a:p>
            <a:r>
              <a:rPr lang="en-US" sz="2400" dirty="0" err="1">
                <a:latin typeface="Arial" panose="020B0604020202020204" pitchFamily="34" charset="0"/>
                <a:cs typeface="Arial" panose="020B0604020202020204" pitchFamily="34" charset="0"/>
              </a:rPr>
              <a:t>Ngày</a:t>
            </a:r>
            <a:r>
              <a:rPr lang="en-US" sz="2400" dirty="0">
                <a:latin typeface="Arial" panose="020B0604020202020204" pitchFamily="34" charset="0"/>
                <a:cs typeface="Arial" panose="020B0604020202020204" pitchFamily="34" charset="0"/>
              </a:rPr>
              <a:t> nay, </a:t>
            </a:r>
            <a:r>
              <a:rPr lang="en-US" sz="2400" dirty="0" err="1">
                <a:latin typeface="Arial" panose="020B0604020202020204" pitchFamily="34" charset="0"/>
                <a:cs typeface="Arial" panose="020B0604020202020204" pitchFamily="34" charset="0"/>
              </a:rPr>
              <a:t>hơn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nửa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tỉ</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người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đang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sống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chung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với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bệnh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tiểu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đường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trên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toàn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thế</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giới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Đây</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là</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căn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bệnh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có</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mức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độ</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gia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tăng</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người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mắc</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bệnh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nhanh</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nhất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thế</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kỉ</a:t>
            </a:r>
            <a:r>
              <a:rPr lang="en-US" sz="2400" dirty="0">
                <a:latin typeface="Arial" panose="020B0604020202020204" pitchFamily="34" charset="0"/>
                <a:cs typeface="Arial" panose="020B0604020202020204" pitchFamily="34" charset="0"/>
              </a:rPr>
              <a:t> XXI.</a:t>
            </a:r>
          </a:p>
        </p:txBody>
      </p:sp>
    </p:spTree>
    <p:extLst>
      <p:ext uri="{BB962C8B-B14F-4D97-AF65-F5344CB8AC3E}">
        <p14:creationId xmlns:p14="http://schemas.microsoft.com/office/powerpoint/2010/main" val="12911994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randombar(horizontal)">
                                      <p:cBhvr>
                                        <p:cTn id="7" dur="500"/>
                                        <p:tgtEl>
                                          <p:spTgt spid="11">
                                            <p:txEl>
                                              <p:pRg st="0" end="0"/>
                                            </p:txEl>
                                          </p:spTgt>
                                        </p:tgtEl>
                                      </p:cBhvr>
                                    </p:animEffect>
                                  </p:childTnLst>
                                </p:cTn>
                              </p:par>
                              <p:par>
                                <p:cTn id="8" presetID="2" presetClass="entr" presetSubtype="4"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 calcmode="lin" valueType="num">
                                      <p:cBhvr additive="base">
                                        <p:cTn id="10" dur="500" fill="hold"/>
                                        <p:tgtEl>
                                          <p:spTgt spid="10"/>
                                        </p:tgtEl>
                                        <p:attrNameLst>
                                          <p:attrName>ppt_x</p:attrName>
                                        </p:attrNameLst>
                                      </p:cBhvr>
                                      <p:tavLst>
                                        <p:tav tm="0">
                                          <p:val>
                                            <p:strVal val="#ppt_x"/>
                                          </p:val>
                                        </p:tav>
                                        <p:tav tm="100000">
                                          <p:val>
                                            <p:strVal val="#ppt_x"/>
                                          </p:val>
                                        </p:tav>
                                      </p:tavLst>
                                    </p:anim>
                                    <p:anim calcmode="lin" valueType="num">
                                      <p:cBhvr additive="base">
                                        <p:cTn id="11"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1">
            <a:extLst>
              <a:ext uri="{FF2B5EF4-FFF2-40B4-BE49-F238E27FC236}">
                <a16:creationId xmlns:a16="http://schemas.microsoft.com/office/drawing/2014/main" id="{E08ECBEB-2701-062A-8BE6-363497690E6E}"/>
              </a:ext>
            </a:extLst>
          </p:cNvPr>
          <p:cNvSpPr txBox="1">
            <a:spLocks noChangeArrowheads="1"/>
          </p:cNvSpPr>
          <p:nvPr/>
        </p:nvSpPr>
        <p:spPr bwMode="auto">
          <a:xfrm>
            <a:off x="-18391" y="0"/>
            <a:ext cx="1221039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ts val="450"/>
              </a:spcBef>
              <a:spcAft>
                <a:spcPts val="450"/>
              </a:spcAft>
              <a:buNone/>
            </a:pPr>
            <a:r>
              <a:rPr lang="en-US" altLang="en-US" sz="3200" b="1" dirty="0">
                <a:cs typeface="Arial" panose="020B0604020202020204" pitchFamily="34" charset="0"/>
              </a:rPr>
              <a:t>2. </a:t>
            </a:r>
            <a:r>
              <a:rPr lang="en-US" altLang="en-US" sz="3200" b="1" dirty="0" err="1">
                <a:cs typeface="Arial" panose="020B0604020202020204" pitchFamily="34" charset="0"/>
              </a:rPr>
              <a:t>Phát</a:t>
            </a:r>
            <a:r>
              <a:rPr lang="en-US" altLang="en-US" sz="3200" b="1" dirty="0">
                <a:cs typeface="Arial" panose="020B0604020202020204" pitchFamily="34" charset="0"/>
              </a:rPr>
              <a:t> </a:t>
            </a:r>
            <a:r>
              <a:rPr lang="en-US" altLang="en-US" sz="3200" b="1" dirty="0" err="1">
                <a:cs typeface="Arial" panose="020B0604020202020204" pitchFamily="34" charset="0"/>
              </a:rPr>
              <a:t>biểu</a:t>
            </a:r>
            <a:r>
              <a:rPr lang="en-US" altLang="en-US" sz="3200" b="1" dirty="0">
                <a:cs typeface="Arial" panose="020B0604020202020204" pitchFamily="34" charset="0"/>
              </a:rPr>
              <a:t> </a:t>
            </a:r>
            <a:r>
              <a:rPr lang="en-US" altLang="en-US" sz="3200" b="1" dirty="0" err="1">
                <a:cs typeface="Arial" panose="020B0604020202020204" pitchFamily="34" charset="0"/>
              </a:rPr>
              <a:t>bài</a:t>
            </a:r>
            <a:r>
              <a:rPr lang="en-US" altLang="en-US" sz="3200" b="1" dirty="0">
                <a:cs typeface="Arial" panose="020B0604020202020204" pitchFamily="34" charset="0"/>
              </a:rPr>
              <a:t> </a:t>
            </a:r>
            <a:r>
              <a:rPr lang="en-US" altLang="en-US" sz="3200" b="1" dirty="0" err="1">
                <a:cs typeface="Arial" panose="020B0604020202020204" pitchFamily="34" charset="0"/>
              </a:rPr>
              <a:t>toán</a:t>
            </a:r>
            <a:endParaRPr lang="en-US" altLang="en-US" sz="3200" b="1" dirty="0">
              <a:cs typeface="Arial" panose="020B0604020202020204" pitchFamily="34" charset="0"/>
            </a:endParaRPr>
          </a:p>
        </p:txBody>
      </p:sp>
      <p:sp>
        <p:nvSpPr>
          <p:cNvPr id="12" name="TextBox 1">
            <a:extLst>
              <a:ext uri="{FF2B5EF4-FFF2-40B4-BE49-F238E27FC236}">
                <a16:creationId xmlns:a16="http://schemas.microsoft.com/office/drawing/2014/main" id="{F33490C3-2B1B-8878-BC10-9A3F6321D47F}"/>
              </a:ext>
            </a:extLst>
          </p:cNvPr>
          <p:cNvSpPr txBox="1">
            <a:spLocks noChangeArrowheads="1"/>
          </p:cNvSpPr>
          <p:nvPr/>
        </p:nvSpPr>
        <p:spPr bwMode="auto">
          <a:xfrm>
            <a:off x="335360" y="584775"/>
            <a:ext cx="1221039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ts val="450"/>
              </a:spcBef>
              <a:spcAft>
                <a:spcPts val="450"/>
              </a:spcAft>
              <a:buNone/>
            </a:pPr>
            <a:r>
              <a:rPr lang="vi-VN" altLang="en-US" sz="2000" b="1" dirty="0">
                <a:cs typeface="Arial" panose="020B0604020202020204" pitchFamily="34" charset="0"/>
              </a:rPr>
              <a:t>Bệnh tiểu đường là gì?</a:t>
            </a:r>
            <a:endParaRPr lang="en-US" altLang="en-US" sz="2000" b="1" dirty="0">
              <a:cs typeface="Arial" panose="020B0604020202020204" pitchFamily="34" charset="0"/>
            </a:endParaRPr>
          </a:p>
        </p:txBody>
      </p:sp>
      <p:sp>
        <p:nvSpPr>
          <p:cNvPr id="13" name="TextBox 1">
            <a:extLst>
              <a:ext uri="{FF2B5EF4-FFF2-40B4-BE49-F238E27FC236}">
                <a16:creationId xmlns:a16="http://schemas.microsoft.com/office/drawing/2014/main" id="{2B108667-9C19-B7F6-F32C-91D595EB3F6D}"/>
              </a:ext>
            </a:extLst>
          </p:cNvPr>
          <p:cNvSpPr txBox="1">
            <a:spLocks noChangeArrowheads="1"/>
          </p:cNvSpPr>
          <p:nvPr/>
        </p:nvSpPr>
        <p:spPr bwMode="auto">
          <a:xfrm>
            <a:off x="119336" y="1155220"/>
            <a:ext cx="12210391"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lvl="0">
              <a:buNone/>
            </a:pPr>
            <a:r>
              <a:rPr lang="vi-VN" sz="2400" dirty="0">
                <a:cs typeface="Arial" panose="020B0604020202020204" pitchFamily="34" charset="0"/>
              </a:rPr>
              <a:t>	Bệnh tiểu đường, là một tình trạng xảy ra khi lượng đường trong máu tăng lên do cơ thể không thể sản xuất đủ hormone insulin hoặc không thể sử dụng insulin một cách hiệu quả.</a:t>
            </a:r>
          </a:p>
          <a:p>
            <a:pPr lvl="0">
              <a:buNone/>
            </a:pPr>
            <a:endParaRPr lang="en-US" sz="2000" dirty="0">
              <a:cs typeface="Arial" panose="020B0604020202020204" pitchFamily="34" charset="0"/>
            </a:endParaRPr>
          </a:p>
        </p:txBody>
      </p:sp>
    </p:spTree>
    <p:extLst>
      <p:ext uri="{BB962C8B-B14F-4D97-AF65-F5344CB8AC3E}">
        <p14:creationId xmlns:p14="http://schemas.microsoft.com/office/powerpoint/2010/main" val="661430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randombar(horizontal)">
                                      <p:cBhvr>
                                        <p:cTn id="7" dur="500"/>
                                        <p:tgtEl>
                                          <p:spTgt spid="12">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13">
                                            <p:txEl>
                                              <p:pRg st="0" end="0"/>
                                            </p:txEl>
                                          </p:spTgt>
                                        </p:tgtEl>
                                        <p:attrNameLst>
                                          <p:attrName>style.visibility</p:attrName>
                                        </p:attrNameLst>
                                      </p:cBhvr>
                                      <p:to>
                                        <p:strVal val="visible"/>
                                      </p:to>
                                    </p:set>
                                    <p:animEffect transition="in" filter="randombar(horizontal)">
                                      <p:cBhvr>
                                        <p:cTn id="10" dur="500"/>
                                        <p:tgtEl>
                                          <p:spTgt spid="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1">
            <a:extLst>
              <a:ext uri="{FF2B5EF4-FFF2-40B4-BE49-F238E27FC236}">
                <a16:creationId xmlns:a16="http://schemas.microsoft.com/office/drawing/2014/main" id="{E08ECBEB-2701-062A-8BE6-363497690E6E}"/>
              </a:ext>
            </a:extLst>
          </p:cNvPr>
          <p:cNvSpPr txBox="1">
            <a:spLocks noChangeArrowheads="1"/>
          </p:cNvSpPr>
          <p:nvPr/>
        </p:nvSpPr>
        <p:spPr bwMode="auto">
          <a:xfrm>
            <a:off x="48378" y="63052"/>
            <a:ext cx="1221039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ts val="450"/>
              </a:spcBef>
              <a:spcAft>
                <a:spcPts val="450"/>
              </a:spcAft>
              <a:buNone/>
            </a:pPr>
            <a:r>
              <a:rPr lang="en-US" altLang="en-US" sz="3200" b="1" dirty="0">
                <a:cs typeface="Arial" panose="020B0604020202020204" pitchFamily="34" charset="0"/>
              </a:rPr>
              <a:t>2. </a:t>
            </a:r>
            <a:r>
              <a:rPr lang="en-US" altLang="en-US" sz="3200" b="1" dirty="0" err="1">
                <a:cs typeface="Arial" panose="020B0604020202020204" pitchFamily="34" charset="0"/>
              </a:rPr>
              <a:t>Phát</a:t>
            </a:r>
            <a:r>
              <a:rPr lang="en-US" altLang="en-US" sz="3200" b="1" dirty="0">
                <a:cs typeface="Arial" panose="020B0604020202020204" pitchFamily="34" charset="0"/>
              </a:rPr>
              <a:t> </a:t>
            </a:r>
            <a:r>
              <a:rPr lang="en-US" altLang="en-US" sz="3200" b="1" dirty="0" err="1">
                <a:cs typeface="Arial" panose="020B0604020202020204" pitchFamily="34" charset="0"/>
              </a:rPr>
              <a:t>biểu</a:t>
            </a:r>
            <a:r>
              <a:rPr lang="en-US" altLang="en-US" sz="3200" b="1" dirty="0">
                <a:cs typeface="Arial" panose="020B0604020202020204" pitchFamily="34" charset="0"/>
              </a:rPr>
              <a:t> </a:t>
            </a:r>
            <a:r>
              <a:rPr lang="en-US" altLang="en-US" sz="3200" b="1" dirty="0" err="1">
                <a:cs typeface="Arial" panose="020B0604020202020204" pitchFamily="34" charset="0"/>
              </a:rPr>
              <a:t>bài</a:t>
            </a:r>
            <a:r>
              <a:rPr lang="en-US" altLang="en-US" sz="3200" b="1" dirty="0">
                <a:cs typeface="Arial" panose="020B0604020202020204" pitchFamily="34" charset="0"/>
              </a:rPr>
              <a:t> </a:t>
            </a:r>
            <a:r>
              <a:rPr lang="en-US" altLang="en-US" sz="3200" b="1" dirty="0" err="1">
                <a:cs typeface="Arial" panose="020B0604020202020204" pitchFamily="34" charset="0"/>
              </a:rPr>
              <a:t>toán</a:t>
            </a:r>
            <a:endParaRPr lang="en-US" altLang="en-US" sz="3200" b="1" dirty="0">
              <a:cs typeface="Arial" panose="020B0604020202020204" pitchFamily="34" charset="0"/>
            </a:endParaRPr>
          </a:p>
        </p:txBody>
      </p:sp>
      <p:sp>
        <p:nvSpPr>
          <p:cNvPr id="11" name="TextBox 1">
            <a:extLst>
              <a:ext uri="{FF2B5EF4-FFF2-40B4-BE49-F238E27FC236}">
                <a16:creationId xmlns:a16="http://schemas.microsoft.com/office/drawing/2014/main" id="{71FBEBCE-54C9-42AF-A5E8-B020E18BE23F}"/>
              </a:ext>
            </a:extLst>
          </p:cNvPr>
          <p:cNvSpPr txBox="1">
            <a:spLocks noChangeArrowheads="1"/>
          </p:cNvSpPr>
          <p:nvPr/>
        </p:nvSpPr>
        <p:spPr bwMode="auto">
          <a:xfrm>
            <a:off x="335360" y="699748"/>
            <a:ext cx="1221039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ts val="450"/>
              </a:spcBef>
              <a:spcAft>
                <a:spcPts val="450"/>
              </a:spcAft>
              <a:buNone/>
            </a:pPr>
            <a:r>
              <a:rPr lang="vi-VN" altLang="en-US" sz="2000" b="1" dirty="0">
                <a:cs typeface="Arial" panose="020B0604020202020204" pitchFamily="34" charset="0"/>
              </a:rPr>
              <a:t>Nguyên nhân gây ra bệnh tiểu đường</a:t>
            </a:r>
            <a:r>
              <a:rPr lang="en-US" altLang="en-US" sz="2000" b="1" dirty="0">
                <a:cs typeface="Arial" panose="020B0604020202020204" pitchFamily="34" charset="0"/>
              </a:rPr>
              <a:t>?</a:t>
            </a:r>
            <a:r>
              <a:rPr lang="vi-VN" altLang="en-US" sz="2000" b="1" dirty="0">
                <a:cs typeface="Arial" panose="020B0604020202020204" pitchFamily="34" charset="0"/>
              </a:rPr>
              <a:t> </a:t>
            </a:r>
            <a:endParaRPr lang="en-US" altLang="en-US" sz="2000" b="1" dirty="0">
              <a:cs typeface="Arial" panose="020B0604020202020204" pitchFamily="34" charset="0"/>
            </a:endParaRPr>
          </a:p>
        </p:txBody>
      </p:sp>
      <p:sp>
        <p:nvSpPr>
          <p:cNvPr id="4" name="TextBox 3">
            <a:extLst>
              <a:ext uri="{FF2B5EF4-FFF2-40B4-BE49-F238E27FC236}">
                <a16:creationId xmlns:a16="http://schemas.microsoft.com/office/drawing/2014/main" id="{3BC0017E-E2CF-5611-5B13-E20D3A438695}"/>
              </a:ext>
            </a:extLst>
          </p:cNvPr>
          <p:cNvSpPr txBox="1"/>
          <p:nvPr/>
        </p:nvSpPr>
        <p:spPr>
          <a:xfrm>
            <a:off x="551385" y="1268760"/>
            <a:ext cx="5544616" cy="1143903"/>
          </a:xfrm>
          <a:prstGeom prst="rect">
            <a:avLst/>
          </a:prstGeom>
          <a:noFill/>
        </p:spPr>
        <p:txBody>
          <a:bodyPr wrap="square">
            <a:spAutoFit/>
          </a:bodyPr>
          <a:lstStyle/>
          <a:p>
            <a:pPr marL="342900" indent="-342900">
              <a:spcBef>
                <a:spcPts val="450"/>
              </a:spcBef>
              <a:spcAft>
                <a:spcPts val="450"/>
              </a:spcAft>
              <a:buFont typeface="Arial" panose="020B0604020202020204" pitchFamily="34" charset="0"/>
              <a:buChar char="•"/>
            </a:pPr>
            <a:r>
              <a:rPr lang="en-US" altLang="en-US" sz="2000" dirty="0" err="1">
                <a:latin typeface="Arial" panose="020B0604020202020204" pitchFamily="34" charset="0"/>
                <a:cs typeface="Arial" panose="020B0604020202020204" pitchFamily="34" charset="0"/>
              </a:rPr>
              <a:t>Thiếu</a:t>
            </a:r>
            <a:r>
              <a:rPr lang="en-US" altLang="en-US" sz="2000" dirty="0">
                <a:latin typeface="Arial" panose="020B0604020202020204" pitchFamily="34" charset="0"/>
                <a:cs typeface="Arial" panose="020B0604020202020204" pitchFamily="34" charset="0"/>
              </a:rPr>
              <a:t> insulin.</a:t>
            </a:r>
          </a:p>
          <a:p>
            <a:pPr marL="342900" indent="-342900">
              <a:spcBef>
                <a:spcPts val="450"/>
              </a:spcBef>
              <a:spcAft>
                <a:spcPts val="450"/>
              </a:spcAft>
              <a:buFont typeface="Arial" panose="020B0604020202020204" pitchFamily="34" charset="0"/>
              <a:buChar char="•"/>
            </a:pPr>
            <a:r>
              <a:rPr lang="en-US" altLang="en-US" sz="2000" dirty="0" err="1">
                <a:latin typeface="Arial" panose="020B0604020202020204" pitchFamily="34" charset="0"/>
                <a:cs typeface="Arial" panose="020B0604020202020204" pitchFamily="34" charset="0"/>
              </a:rPr>
              <a:t>Tế</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bào</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không</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có</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khả</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năng</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đáp</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ứng</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với</a:t>
            </a:r>
            <a:r>
              <a:rPr lang="en-US" altLang="en-US" sz="2000" dirty="0">
                <a:latin typeface="Arial" panose="020B0604020202020204" pitchFamily="34" charset="0"/>
                <a:cs typeface="Arial" panose="020B0604020202020204" pitchFamily="34" charset="0"/>
              </a:rPr>
              <a:t> Insulin.</a:t>
            </a:r>
          </a:p>
        </p:txBody>
      </p:sp>
      <p:pic>
        <p:nvPicPr>
          <p:cNvPr id="5" name="Picture 4">
            <a:extLst>
              <a:ext uri="{FF2B5EF4-FFF2-40B4-BE49-F238E27FC236}">
                <a16:creationId xmlns:a16="http://schemas.microsoft.com/office/drawing/2014/main" id="{4154FF0E-F573-1E71-6F47-6A7C51E3C629}"/>
              </a:ext>
            </a:extLst>
          </p:cNvPr>
          <p:cNvPicPr/>
          <p:nvPr/>
        </p:nvPicPr>
        <p:blipFill rotWithShape="1">
          <a:blip r:embed="rId3">
            <a:extLst>
              <a:ext uri="{28A0092B-C50C-407E-A947-70E740481C1C}">
                <a14:useLocalDpi xmlns:a14="http://schemas.microsoft.com/office/drawing/2010/main" val="0"/>
              </a:ext>
            </a:extLst>
          </a:blip>
          <a:stretch/>
        </p:blipFill>
        <p:spPr bwMode="auto">
          <a:xfrm>
            <a:off x="6153573" y="355439"/>
            <a:ext cx="5751829" cy="4314939"/>
          </a:xfrm>
          <a:prstGeom prst="rect">
            <a:avLst/>
          </a:prstGeom>
          <a:noFill/>
          <a:ln>
            <a:noFill/>
          </a:ln>
          <a:extLst>
            <a:ext uri="{53640926-AAD7-44D8-BBD7-CCE9431645EC}">
              <a14:shadowObscured xmlns:a14="http://schemas.microsoft.com/office/drawing/2010/main"/>
            </a:ext>
          </a:extLst>
        </p:spPr>
      </p:pic>
      <p:sp>
        <p:nvSpPr>
          <p:cNvPr id="17" name="TextBox 1">
            <a:extLst>
              <a:ext uri="{FF2B5EF4-FFF2-40B4-BE49-F238E27FC236}">
                <a16:creationId xmlns:a16="http://schemas.microsoft.com/office/drawing/2014/main" id="{0E5F7583-0930-2984-1062-DC780D5E2FDC}"/>
              </a:ext>
            </a:extLst>
          </p:cNvPr>
          <p:cNvSpPr txBox="1">
            <a:spLocks noChangeArrowheads="1"/>
          </p:cNvSpPr>
          <p:nvPr/>
        </p:nvSpPr>
        <p:spPr bwMode="auto">
          <a:xfrm>
            <a:off x="6153573" y="4807365"/>
            <a:ext cx="575182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a:spcBef>
                <a:spcPts val="450"/>
              </a:spcBef>
              <a:spcAft>
                <a:spcPts val="450"/>
              </a:spcAft>
              <a:buNone/>
            </a:pPr>
            <a:r>
              <a:rPr lang="en-US" altLang="en-US" sz="2000" dirty="0" err="1">
                <a:cs typeface="Arial" panose="020B0604020202020204" pitchFamily="34" charset="0"/>
              </a:rPr>
              <a:t>Hình</a:t>
            </a:r>
            <a:r>
              <a:rPr lang="en-US" altLang="en-US" sz="2000" dirty="0">
                <a:cs typeface="Arial" panose="020B0604020202020204" pitchFamily="34" charset="0"/>
              </a:rPr>
              <a:t> 2. </a:t>
            </a:r>
            <a:r>
              <a:rPr lang="en-US" altLang="en-US" sz="2000" dirty="0" err="1">
                <a:cs typeface="Arial" panose="020B0604020202020204" pitchFamily="34" charset="0"/>
              </a:rPr>
              <a:t>Đặc</a:t>
            </a:r>
            <a:r>
              <a:rPr lang="en-US" altLang="en-US" sz="2000" dirty="0">
                <a:cs typeface="Arial" panose="020B0604020202020204" pitchFamily="34" charset="0"/>
              </a:rPr>
              <a:t> </a:t>
            </a:r>
            <a:r>
              <a:rPr lang="en-US" altLang="en-US" sz="2000" dirty="0" err="1">
                <a:cs typeface="Arial" panose="020B0604020202020204" pitchFamily="34" charset="0"/>
              </a:rPr>
              <a:t>trưng</a:t>
            </a:r>
            <a:r>
              <a:rPr lang="en-US" altLang="en-US" sz="2000" dirty="0">
                <a:cs typeface="Arial" panose="020B0604020202020204" pitchFamily="34" charset="0"/>
              </a:rPr>
              <a:t> </a:t>
            </a:r>
            <a:r>
              <a:rPr lang="en-US" altLang="en-US" sz="2000" dirty="0" err="1">
                <a:cs typeface="Arial" panose="020B0604020202020204" pitchFamily="34" charset="0"/>
              </a:rPr>
              <a:t>của</a:t>
            </a:r>
            <a:r>
              <a:rPr lang="en-US" altLang="en-US" sz="2000" dirty="0">
                <a:cs typeface="Arial" panose="020B0604020202020204" pitchFamily="34" charset="0"/>
              </a:rPr>
              <a:t> </a:t>
            </a:r>
            <a:r>
              <a:rPr lang="en-US" altLang="en-US" sz="2000" dirty="0" err="1">
                <a:cs typeface="Arial" panose="020B0604020202020204" pitchFamily="34" charset="0"/>
              </a:rPr>
              <a:t>bệnh</a:t>
            </a:r>
            <a:r>
              <a:rPr lang="en-US" altLang="en-US" sz="2000" dirty="0">
                <a:cs typeface="Arial" panose="020B0604020202020204" pitchFamily="34" charset="0"/>
              </a:rPr>
              <a:t> </a:t>
            </a:r>
            <a:r>
              <a:rPr lang="en-US" altLang="en-US" sz="2000" dirty="0" err="1">
                <a:cs typeface="Arial" panose="020B0604020202020204" pitchFamily="34" charset="0"/>
              </a:rPr>
              <a:t>tiểu</a:t>
            </a:r>
            <a:r>
              <a:rPr lang="en-US" altLang="en-US" sz="2000" dirty="0">
                <a:cs typeface="Arial" panose="020B0604020202020204" pitchFamily="34" charset="0"/>
              </a:rPr>
              <a:t> </a:t>
            </a:r>
            <a:r>
              <a:rPr lang="en-US" altLang="en-US" sz="2000" dirty="0" err="1">
                <a:cs typeface="Arial" panose="020B0604020202020204" pitchFamily="34" charset="0"/>
              </a:rPr>
              <a:t>đường</a:t>
            </a:r>
            <a:endParaRPr lang="en-US" altLang="en-US" sz="2000" dirty="0">
              <a:cs typeface="Arial" panose="020B0604020202020204" pitchFamily="34" charset="0"/>
            </a:endParaRPr>
          </a:p>
        </p:txBody>
      </p:sp>
    </p:spTree>
    <p:extLst>
      <p:ext uri="{BB962C8B-B14F-4D97-AF65-F5344CB8AC3E}">
        <p14:creationId xmlns:p14="http://schemas.microsoft.com/office/powerpoint/2010/main" val="7692978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randombar(horizontal)">
                                      <p:cBhvr>
                                        <p:cTn id="7" dur="500"/>
                                        <p:tgtEl>
                                          <p:spTgt spid="11">
                                            <p:txEl>
                                              <p:pRg st="0" end="0"/>
                                            </p:txEl>
                                          </p:spTgt>
                                        </p:tgtEl>
                                      </p:cBhvr>
                                    </p:animEffect>
                                  </p:childTnLst>
                                </p:cTn>
                              </p:par>
                              <p:par>
                                <p:cTn id="8" presetID="2" presetClass="entr" presetSubtype="4"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 calcmode="lin" valueType="num">
                                      <p:cBhvr additive="base">
                                        <p:cTn id="10" dur="10" fill="hold"/>
                                        <p:tgtEl>
                                          <p:spTgt spid="5"/>
                                        </p:tgtEl>
                                        <p:attrNameLst>
                                          <p:attrName>ppt_x</p:attrName>
                                        </p:attrNameLst>
                                      </p:cBhvr>
                                      <p:tavLst>
                                        <p:tav tm="0">
                                          <p:val>
                                            <p:strVal val="#ppt_x"/>
                                          </p:val>
                                        </p:tav>
                                        <p:tav tm="100000">
                                          <p:val>
                                            <p:strVal val="#ppt_x"/>
                                          </p:val>
                                        </p:tav>
                                      </p:tavLst>
                                    </p:anim>
                                    <p:anim calcmode="lin" valueType="num">
                                      <p:cBhvr additive="base">
                                        <p:cTn id="11" dur="10" fill="hold"/>
                                        <p:tgtEl>
                                          <p:spTgt spid="5"/>
                                        </p:tgtEl>
                                        <p:attrNameLst>
                                          <p:attrName>ppt_y</p:attrName>
                                        </p:attrNameLst>
                                      </p:cBhvr>
                                      <p:tavLst>
                                        <p:tav tm="0">
                                          <p:val>
                                            <p:strVal val="1+#ppt_h/2"/>
                                          </p:val>
                                        </p:tav>
                                        <p:tav tm="100000">
                                          <p:val>
                                            <p:strVal val="#ppt_y"/>
                                          </p:val>
                                        </p:tav>
                                      </p:tavLst>
                                    </p:anim>
                                  </p:childTnLst>
                                </p:cTn>
                              </p:par>
                              <p:par>
                                <p:cTn id="12" presetID="2" presetClass="entr" presetSubtype="4" fill="hold" grpId="0" nodeType="withEffect">
                                  <p:stCondLst>
                                    <p:cond delay="0"/>
                                  </p:st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fill="hold"/>
                                        <p:tgtEl>
                                          <p:spTgt spid="17"/>
                                        </p:tgtEl>
                                        <p:attrNameLst>
                                          <p:attrName>ppt_x</p:attrName>
                                        </p:attrNameLst>
                                      </p:cBhvr>
                                      <p:tavLst>
                                        <p:tav tm="0">
                                          <p:val>
                                            <p:strVal val="#ppt_x"/>
                                          </p:val>
                                        </p:tav>
                                        <p:tav tm="100000">
                                          <p:val>
                                            <p:strVal val="#ppt_x"/>
                                          </p:val>
                                        </p:tav>
                                      </p:tavLst>
                                    </p:anim>
                                    <p:anim calcmode="lin" valueType="num">
                                      <p:cBhvr additive="base">
                                        <p:cTn id="15"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a:extLst>
              <a:ext uri="{FF2B5EF4-FFF2-40B4-BE49-F238E27FC236}">
                <a16:creationId xmlns:a16="http://schemas.microsoft.com/office/drawing/2014/main" id="{E34591D9-9E35-52CC-2B93-504E66169804}"/>
              </a:ext>
            </a:extLst>
          </p:cNvPr>
          <p:cNvSpPr txBox="1">
            <a:spLocks noChangeArrowheads="1"/>
          </p:cNvSpPr>
          <p:nvPr/>
        </p:nvSpPr>
        <p:spPr bwMode="auto">
          <a:xfrm>
            <a:off x="335361" y="576897"/>
            <a:ext cx="118282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ts val="450"/>
              </a:spcBef>
              <a:spcAft>
                <a:spcPts val="450"/>
              </a:spcAft>
              <a:buNone/>
            </a:pPr>
            <a:r>
              <a:rPr lang="en-US" altLang="en-US" sz="2000" b="1" dirty="0" err="1">
                <a:cs typeface="Arial" panose="020B0604020202020204" pitchFamily="34" charset="0"/>
              </a:rPr>
              <a:t>Các</a:t>
            </a:r>
            <a:r>
              <a:rPr lang="en-US" altLang="en-US" sz="2000" b="1" dirty="0">
                <a:cs typeface="Arial" panose="020B0604020202020204" pitchFamily="34" charset="0"/>
              </a:rPr>
              <a:t> </a:t>
            </a:r>
            <a:r>
              <a:rPr lang="en-US" altLang="en-US" sz="2000" b="1" dirty="0" err="1">
                <a:cs typeface="Arial" panose="020B0604020202020204" pitchFamily="34" charset="0"/>
              </a:rPr>
              <a:t>loại</a:t>
            </a:r>
            <a:r>
              <a:rPr lang="en-US" altLang="en-US" sz="2000" b="1" dirty="0">
                <a:cs typeface="Arial" panose="020B0604020202020204" pitchFamily="34" charset="0"/>
              </a:rPr>
              <a:t> </a:t>
            </a:r>
            <a:r>
              <a:rPr lang="en-US" altLang="en-US" sz="2000" b="1" dirty="0" err="1">
                <a:cs typeface="Arial" panose="020B0604020202020204" pitchFamily="34" charset="0"/>
              </a:rPr>
              <a:t>bệnh</a:t>
            </a:r>
            <a:r>
              <a:rPr lang="en-US" altLang="en-US" sz="2000" b="1" dirty="0">
                <a:cs typeface="Arial" panose="020B0604020202020204" pitchFamily="34" charset="0"/>
              </a:rPr>
              <a:t> </a:t>
            </a:r>
            <a:r>
              <a:rPr lang="en-US" altLang="en-US" sz="2000" b="1" dirty="0" err="1">
                <a:cs typeface="Arial" panose="020B0604020202020204" pitchFamily="34" charset="0"/>
              </a:rPr>
              <a:t>tiểu</a:t>
            </a:r>
            <a:r>
              <a:rPr lang="en-US" altLang="en-US" sz="2000" b="1" dirty="0">
                <a:cs typeface="Arial" panose="020B0604020202020204" pitchFamily="34" charset="0"/>
              </a:rPr>
              <a:t> </a:t>
            </a:r>
            <a:r>
              <a:rPr lang="en-US" altLang="en-US" sz="2000" b="1" dirty="0" err="1">
                <a:cs typeface="Arial" panose="020B0604020202020204" pitchFamily="34" charset="0"/>
              </a:rPr>
              <a:t>đường</a:t>
            </a:r>
            <a:endParaRPr lang="en-US" altLang="en-US" sz="2000" b="1" dirty="0">
              <a:cs typeface="Arial" panose="020B0604020202020204" pitchFamily="34" charset="0"/>
            </a:endParaRPr>
          </a:p>
        </p:txBody>
      </p:sp>
      <p:sp>
        <p:nvSpPr>
          <p:cNvPr id="8" name="TextBox 1">
            <a:extLst>
              <a:ext uri="{FF2B5EF4-FFF2-40B4-BE49-F238E27FC236}">
                <a16:creationId xmlns:a16="http://schemas.microsoft.com/office/drawing/2014/main" id="{AADF9C56-B2BB-6B7C-90AC-33A3DF35ED4E}"/>
              </a:ext>
            </a:extLst>
          </p:cNvPr>
          <p:cNvSpPr txBox="1">
            <a:spLocks noChangeArrowheads="1"/>
          </p:cNvSpPr>
          <p:nvPr/>
        </p:nvSpPr>
        <p:spPr bwMode="auto">
          <a:xfrm>
            <a:off x="0" y="1147342"/>
            <a:ext cx="12210391" cy="4057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marL="342900" indent="-342900">
              <a:spcBef>
                <a:spcPts val="450"/>
              </a:spcBef>
              <a:spcAft>
                <a:spcPts val="450"/>
              </a:spcAft>
            </a:pPr>
            <a:r>
              <a:rPr lang="en-US" altLang="en-US" sz="2800" dirty="0" err="1">
                <a:cs typeface="Arial" panose="020B0604020202020204" pitchFamily="34" charset="0"/>
              </a:rPr>
              <a:t>Bệnh</a:t>
            </a:r>
            <a:r>
              <a:rPr lang="en-US" altLang="en-US" sz="2800" dirty="0">
                <a:cs typeface="Arial" panose="020B0604020202020204" pitchFamily="34" charset="0"/>
              </a:rPr>
              <a:t> </a:t>
            </a:r>
            <a:r>
              <a:rPr lang="en-US" altLang="en-US" sz="2800" dirty="0" err="1">
                <a:cs typeface="Arial" panose="020B0604020202020204" pitchFamily="34" charset="0"/>
              </a:rPr>
              <a:t>tiểu</a:t>
            </a:r>
            <a:r>
              <a:rPr lang="en-US" altLang="en-US" sz="2800" dirty="0">
                <a:cs typeface="Arial" panose="020B0604020202020204" pitchFamily="34" charset="0"/>
              </a:rPr>
              <a:t> </a:t>
            </a:r>
            <a:r>
              <a:rPr lang="en-US" altLang="en-US" sz="2800" dirty="0" err="1">
                <a:cs typeface="Arial" panose="020B0604020202020204" pitchFamily="34" charset="0"/>
              </a:rPr>
              <a:t>đường</a:t>
            </a:r>
            <a:r>
              <a:rPr lang="en-US" altLang="en-US" sz="2800" dirty="0">
                <a:cs typeface="Arial" panose="020B0604020202020204" pitchFamily="34" charset="0"/>
              </a:rPr>
              <a:t> </a:t>
            </a:r>
            <a:r>
              <a:rPr lang="en-US" altLang="en-US" sz="2800" dirty="0" err="1">
                <a:cs typeface="Arial" panose="020B0604020202020204" pitchFamily="34" charset="0"/>
              </a:rPr>
              <a:t>loại</a:t>
            </a:r>
            <a:r>
              <a:rPr lang="en-US" altLang="en-US" sz="2800" dirty="0">
                <a:cs typeface="Arial" panose="020B0604020202020204" pitchFamily="34" charset="0"/>
              </a:rPr>
              <a:t> 1.</a:t>
            </a:r>
          </a:p>
          <a:p>
            <a:pPr lvl="1" indent="0">
              <a:spcBef>
                <a:spcPts val="450"/>
              </a:spcBef>
              <a:spcAft>
                <a:spcPts val="450"/>
              </a:spcAft>
              <a:buNone/>
            </a:pPr>
            <a:r>
              <a:rPr lang="en-US" altLang="en-US" sz="2000" dirty="0" err="1">
                <a:cs typeface="Arial" panose="020B0604020202020204" pitchFamily="34" charset="0"/>
              </a:rPr>
              <a:t>Nguyên</a:t>
            </a:r>
            <a:r>
              <a:rPr lang="en-US" altLang="en-US" sz="2000" dirty="0">
                <a:cs typeface="Arial" panose="020B0604020202020204" pitchFamily="34" charset="0"/>
              </a:rPr>
              <a:t> </a:t>
            </a:r>
            <a:r>
              <a:rPr lang="en-US" altLang="en-US" sz="2000" dirty="0" err="1">
                <a:cs typeface="Arial" panose="020B0604020202020204" pitchFamily="34" charset="0"/>
              </a:rPr>
              <a:t>nhân</a:t>
            </a:r>
            <a:r>
              <a:rPr lang="en-US" altLang="en-US" sz="2000" dirty="0">
                <a:cs typeface="Arial" panose="020B0604020202020204" pitchFamily="34" charset="0"/>
              </a:rPr>
              <a:t>: </a:t>
            </a:r>
            <a:r>
              <a:rPr lang="vi-VN" altLang="en-US" sz="2000" dirty="0">
                <a:cs typeface="Arial" panose="020B0604020202020204" pitchFamily="34" charset="0"/>
              </a:rPr>
              <a:t>gây ra bởi quá trình tự miễn dịch do hệ thống miễn dịch của cơ thể tấn công các tế bào beta sản xuất insulin của tuyến tụy. Kết quả là cơ thể sản xuất rất ít hoặc không thể sản xuất insulin</a:t>
            </a:r>
            <a:r>
              <a:rPr lang="en-US" altLang="en-US" sz="2000" dirty="0">
                <a:cs typeface="Arial" panose="020B0604020202020204" pitchFamily="34" charset="0"/>
              </a:rPr>
              <a:t>.</a:t>
            </a:r>
          </a:p>
          <a:p>
            <a:pPr lvl="1" indent="0">
              <a:spcBef>
                <a:spcPts val="450"/>
              </a:spcBef>
              <a:spcAft>
                <a:spcPts val="450"/>
              </a:spcAft>
              <a:buNone/>
            </a:pPr>
            <a:r>
              <a:rPr lang="en-US" altLang="en-US" sz="2000" dirty="0" err="1">
                <a:cs typeface="Arial" panose="020B0604020202020204" pitchFamily="34" charset="0"/>
              </a:rPr>
              <a:t>Triệu</a:t>
            </a:r>
            <a:r>
              <a:rPr lang="en-US" altLang="en-US" sz="2000" dirty="0">
                <a:cs typeface="Arial" panose="020B0604020202020204" pitchFamily="34" charset="0"/>
              </a:rPr>
              <a:t> </a:t>
            </a:r>
            <a:r>
              <a:rPr lang="en-US" altLang="en-US" sz="2000" dirty="0" err="1">
                <a:cs typeface="Arial" panose="020B0604020202020204" pitchFamily="34" charset="0"/>
              </a:rPr>
              <a:t>chứng</a:t>
            </a:r>
            <a:r>
              <a:rPr lang="en-US" altLang="en-US" sz="2000" dirty="0">
                <a:cs typeface="Arial" panose="020B0604020202020204" pitchFamily="34" charset="0"/>
              </a:rPr>
              <a:t>: </a:t>
            </a:r>
            <a:r>
              <a:rPr lang="vi-VN" altLang="en-US" sz="2000" dirty="0">
                <a:cs typeface="Arial" panose="020B0604020202020204" pitchFamily="34" charset="0"/>
              </a:rPr>
              <a:t>Khát nước quá mức: Khát dữ dội mặc dù uống nhiều nước</a:t>
            </a:r>
            <a:r>
              <a:rPr lang="en-US" altLang="en-US" sz="2000" dirty="0">
                <a:cs typeface="Arial" panose="020B0604020202020204" pitchFamily="34" charset="0"/>
              </a:rPr>
              <a:t>, t</a:t>
            </a:r>
            <a:r>
              <a:rPr lang="vi-VN" altLang="en-US" sz="2000" dirty="0">
                <a:cs typeface="Arial" panose="020B0604020202020204" pitchFamily="34" charset="0"/>
              </a:rPr>
              <a:t>hường xuyên đi tiểu và đái dầm</a:t>
            </a:r>
            <a:r>
              <a:rPr lang="en-US" altLang="en-US" sz="2000" dirty="0">
                <a:cs typeface="Arial" panose="020B0604020202020204" pitchFamily="34" charset="0"/>
              </a:rPr>
              <a:t>, t</a:t>
            </a:r>
            <a:r>
              <a:rPr lang="vi-VN" altLang="en-US" sz="2000" dirty="0">
                <a:cs typeface="Arial" panose="020B0604020202020204" pitchFamily="34" charset="0"/>
              </a:rPr>
              <a:t>hiếu năng lượng hoặc mệt mỏi</a:t>
            </a:r>
            <a:r>
              <a:rPr lang="en-US" altLang="en-US" sz="2000" dirty="0">
                <a:cs typeface="Arial" panose="020B0604020202020204" pitchFamily="34" charset="0"/>
              </a:rPr>
              <a:t>, l</a:t>
            </a:r>
            <a:r>
              <a:rPr lang="vi-VN" altLang="en-US" sz="2000" dirty="0">
                <a:cs typeface="Arial" panose="020B0604020202020204" pitchFamily="34" charset="0"/>
              </a:rPr>
              <a:t>iên tục cảm thấy đói</a:t>
            </a:r>
            <a:r>
              <a:rPr lang="en-US" altLang="en-US" sz="2000" dirty="0">
                <a:cs typeface="Arial" panose="020B0604020202020204" pitchFamily="34" charset="0"/>
              </a:rPr>
              <a:t>, g</a:t>
            </a:r>
            <a:r>
              <a:rPr lang="vi-VN" altLang="en-US" sz="2000" dirty="0">
                <a:cs typeface="Arial" panose="020B0604020202020204" pitchFamily="34" charset="0"/>
              </a:rPr>
              <a:t>iảm cân đột ngột</a:t>
            </a:r>
            <a:r>
              <a:rPr lang="en-US" altLang="en-US" sz="2000" dirty="0">
                <a:cs typeface="Arial" panose="020B0604020202020204" pitchFamily="34" charset="0"/>
              </a:rPr>
              <a:t>, </a:t>
            </a:r>
            <a:r>
              <a:rPr lang="vi-VN" altLang="en-US" sz="2000" dirty="0">
                <a:cs typeface="Arial" panose="020B0604020202020204" pitchFamily="34" charset="0"/>
              </a:rPr>
              <a:t>mờ mắt</a:t>
            </a:r>
            <a:r>
              <a:rPr lang="en-US" altLang="en-US" sz="2000" dirty="0">
                <a:cs typeface="Arial" panose="020B0604020202020204" pitchFamily="34" charset="0"/>
              </a:rPr>
              <a:t>.</a:t>
            </a:r>
          </a:p>
          <a:p>
            <a:pPr marL="342900" indent="-342900">
              <a:spcBef>
                <a:spcPts val="450"/>
              </a:spcBef>
              <a:spcAft>
                <a:spcPts val="450"/>
              </a:spcAft>
              <a:buFont typeface="Arial" panose="020B0604020202020204" pitchFamily="34" charset="0"/>
              <a:buChar char="•"/>
            </a:pPr>
            <a:r>
              <a:rPr lang="vi-VN" altLang="en-US" sz="2800" dirty="0">
                <a:cs typeface="Arial" panose="020B0604020202020204" pitchFamily="34" charset="0"/>
              </a:rPr>
              <a:t>Bệnh tiểu đường loại </a:t>
            </a:r>
            <a:r>
              <a:rPr lang="en-US" altLang="en-US" sz="2800" dirty="0">
                <a:cs typeface="Arial" panose="020B0604020202020204" pitchFamily="34" charset="0"/>
              </a:rPr>
              <a:t>2</a:t>
            </a:r>
            <a:r>
              <a:rPr lang="vi-VN" altLang="en-US" sz="2800" dirty="0">
                <a:cs typeface="Arial" panose="020B0604020202020204" pitchFamily="34" charset="0"/>
              </a:rPr>
              <a:t>.</a:t>
            </a:r>
            <a:endParaRPr lang="en-US" altLang="en-US" sz="2800" dirty="0">
              <a:cs typeface="Arial" panose="020B0604020202020204" pitchFamily="34" charset="0"/>
            </a:endParaRPr>
          </a:p>
          <a:p>
            <a:pPr lvl="1" indent="0">
              <a:spcBef>
                <a:spcPts val="450"/>
              </a:spcBef>
              <a:spcAft>
                <a:spcPts val="450"/>
              </a:spcAft>
              <a:buNone/>
            </a:pPr>
            <a:r>
              <a:rPr lang="en-US" altLang="en-US" sz="2000" dirty="0" err="1">
                <a:cs typeface="Arial" panose="020B0604020202020204" pitchFamily="34" charset="0"/>
              </a:rPr>
              <a:t>Nguyên</a:t>
            </a:r>
            <a:r>
              <a:rPr lang="en-US" altLang="en-US" sz="2000" dirty="0">
                <a:cs typeface="Arial" panose="020B0604020202020204" pitchFamily="34" charset="0"/>
              </a:rPr>
              <a:t> </a:t>
            </a:r>
            <a:r>
              <a:rPr lang="en-US" altLang="en-US" sz="2000" dirty="0" err="1">
                <a:cs typeface="Arial" panose="020B0604020202020204" pitchFamily="34" charset="0"/>
              </a:rPr>
              <a:t>nhân</a:t>
            </a:r>
            <a:r>
              <a:rPr lang="en-US" altLang="en-US" sz="2000" dirty="0">
                <a:cs typeface="Arial" panose="020B0604020202020204" pitchFamily="34" charset="0"/>
              </a:rPr>
              <a:t>: </a:t>
            </a:r>
            <a:r>
              <a:rPr lang="vi-VN" altLang="en-US" sz="2000" dirty="0">
                <a:cs typeface="Arial" panose="020B0604020202020204" pitchFamily="34" charset="0"/>
              </a:rPr>
              <a:t>tăng đường huyết gây ra bởi việc các tế bào của cơ thể không có khả năng đáp ứng hoàn toàn với insulin, tình trạng này được gọi là kháng insulin</a:t>
            </a:r>
          </a:p>
          <a:p>
            <a:pPr lvl="1" indent="0">
              <a:spcBef>
                <a:spcPts val="450"/>
              </a:spcBef>
              <a:spcAft>
                <a:spcPts val="450"/>
              </a:spcAft>
              <a:buNone/>
            </a:pPr>
            <a:r>
              <a:rPr lang="en-US" altLang="en-US" sz="2000" dirty="0" err="1">
                <a:cs typeface="Arial" panose="020B0604020202020204" pitchFamily="34" charset="0"/>
              </a:rPr>
              <a:t>Triệu</a:t>
            </a:r>
            <a:r>
              <a:rPr lang="en-US" altLang="en-US" sz="2000" dirty="0">
                <a:cs typeface="Arial" panose="020B0604020202020204" pitchFamily="34" charset="0"/>
              </a:rPr>
              <a:t> </a:t>
            </a:r>
            <a:r>
              <a:rPr lang="en-US" altLang="en-US" sz="2000" dirty="0" err="1">
                <a:cs typeface="Arial" panose="020B0604020202020204" pitchFamily="34" charset="0"/>
              </a:rPr>
              <a:t>chứng</a:t>
            </a:r>
            <a:r>
              <a:rPr lang="en-US" altLang="en-US" sz="2000" dirty="0">
                <a:cs typeface="Arial" panose="020B0604020202020204" pitchFamily="34" charset="0"/>
              </a:rPr>
              <a:t>: </a:t>
            </a:r>
            <a:r>
              <a:rPr lang="en-US" altLang="en-US" sz="2000" dirty="0" err="1">
                <a:cs typeface="Arial" panose="020B0604020202020204" pitchFamily="34" charset="0"/>
              </a:rPr>
              <a:t>tương</a:t>
            </a:r>
            <a:r>
              <a:rPr lang="en-US" altLang="en-US" sz="2000" dirty="0">
                <a:cs typeface="Arial" panose="020B0604020202020204" pitchFamily="34" charset="0"/>
              </a:rPr>
              <a:t> </a:t>
            </a:r>
            <a:r>
              <a:rPr lang="en-US" altLang="en-US" sz="2000" dirty="0" err="1">
                <a:cs typeface="Arial" panose="020B0604020202020204" pitchFamily="34" charset="0"/>
              </a:rPr>
              <a:t>tự</a:t>
            </a:r>
            <a:r>
              <a:rPr lang="en-US" altLang="en-US" sz="2000" dirty="0">
                <a:cs typeface="Arial" panose="020B0604020202020204" pitchFamily="34" charset="0"/>
              </a:rPr>
              <a:t> </a:t>
            </a:r>
            <a:r>
              <a:rPr lang="en-US" altLang="en-US" sz="2000" dirty="0" err="1">
                <a:cs typeface="Arial" panose="020B0604020202020204" pitchFamily="34" charset="0"/>
              </a:rPr>
              <a:t>như</a:t>
            </a:r>
            <a:r>
              <a:rPr lang="en-US" altLang="en-US" sz="2000" dirty="0">
                <a:cs typeface="Arial" panose="020B0604020202020204" pitchFamily="34" charset="0"/>
              </a:rPr>
              <a:t> </a:t>
            </a:r>
            <a:r>
              <a:rPr lang="en-US" altLang="en-US" sz="2000" dirty="0" err="1">
                <a:cs typeface="Arial" panose="020B0604020202020204" pitchFamily="34" charset="0"/>
              </a:rPr>
              <a:t>bệnh</a:t>
            </a:r>
            <a:r>
              <a:rPr lang="en-US" altLang="en-US" sz="2000" dirty="0">
                <a:cs typeface="Arial" panose="020B0604020202020204" pitchFamily="34" charset="0"/>
              </a:rPr>
              <a:t> </a:t>
            </a:r>
            <a:r>
              <a:rPr lang="en-US" altLang="en-US" sz="2000" dirty="0" err="1">
                <a:cs typeface="Arial" panose="020B0604020202020204" pitchFamily="34" charset="0"/>
              </a:rPr>
              <a:t>tiểu</a:t>
            </a:r>
            <a:r>
              <a:rPr lang="en-US" altLang="en-US" sz="2000" dirty="0">
                <a:cs typeface="Arial" panose="020B0604020202020204" pitchFamily="34" charset="0"/>
              </a:rPr>
              <a:t> </a:t>
            </a:r>
            <a:r>
              <a:rPr lang="en-US" altLang="en-US" sz="2000" dirty="0" err="1">
                <a:cs typeface="Arial" panose="020B0604020202020204" pitchFamily="34" charset="0"/>
              </a:rPr>
              <a:t>đường</a:t>
            </a:r>
            <a:r>
              <a:rPr lang="en-US" altLang="en-US" sz="2000" dirty="0">
                <a:cs typeface="Arial" panose="020B0604020202020204" pitchFamily="34" charset="0"/>
              </a:rPr>
              <a:t> </a:t>
            </a:r>
            <a:r>
              <a:rPr lang="en-US" altLang="en-US" sz="2000" dirty="0" err="1">
                <a:cs typeface="Arial" panose="020B0604020202020204" pitchFamily="34" charset="0"/>
              </a:rPr>
              <a:t>loại</a:t>
            </a:r>
            <a:r>
              <a:rPr lang="en-US" altLang="en-US" sz="2000" dirty="0">
                <a:cs typeface="Arial" panose="020B0604020202020204" pitchFamily="34" charset="0"/>
              </a:rPr>
              <a:t> 1, </a:t>
            </a:r>
            <a:r>
              <a:rPr lang="en-US" altLang="en-US" sz="2000" dirty="0" err="1">
                <a:cs typeface="Arial" panose="020B0604020202020204" pitchFamily="34" charset="0"/>
              </a:rPr>
              <a:t>thậm</a:t>
            </a:r>
            <a:r>
              <a:rPr lang="en-US" altLang="en-US" sz="2000" dirty="0">
                <a:cs typeface="Arial" panose="020B0604020202020204" pitchFamily="34" charset="0"/>
              </a:rPr>
              <a:t> </a:t>
            </a:r>
            <a:r>
              <a:rPr lang="en-US" altLang="en-US" sz="2000" dirty="0" err="1">
                <a:cs typeface="Arial" panose="020B0604020202020204" pitchFamily="34" charset="0"/>
              </a:rPr>
              <a:t>chí</a:t>
            </a:r>
            <a:r>
              <a:rPr lang="en-US" altLang="en-US" sz="2000" dirty="0">
                <a:cs typeface="Arial" panose="020B0604020202020204" pitchFamily="34" charset="0"/>
              </a:rPr>
              <a:t> </a:t>
            </a:r>
            <a:r>
              <a:rPr lang="en-US" altLang="en-US" sz="2000" dirty="0" err="1">
                <a:cs typeface="Arial" panose="020B0604020202020204" pitchFamily="34" charset="0"/>
              </a:rPr>
              <a:t>là</a:t>
            </a:r>
            <a:r>
              <a:rPr lang="en-US" altLang="en-US" sz="2000" dirty="0">
                <a:cs typeface="Arial" panose="020B0604020202020204" pitchFamily="34" charset="0"/>
              </a:rPr>
              <a:t> </a:t>
            </a:r>
            <a:r>
              <a:rPr lang="en-US" altLang="en-US" sz="2000" dirty="0" err="1">
                <a:cs typeface="Arial" panose="020B0604020202020204" pitchFamily="34" charset="0"/>
              </a:rPr>
              <a:t>hoàn</a:t>
            </a:r>
            <a:r>
              <a:rPr lang="en-US" altLang="en-US" sz="2000" dirty="0">
                <a:cs typeface="Arial" panose="020B0604020202020204" pitchFamily="34" charset="0"/>
              </a:rPr>
              <a:t> </a:t>
            </a:r>
            <a:r>
              <a:rPr lang="en-US" altLang="en-US" sz="2000" dirty="0" err="1">
                <a:cs typeface="Arial" panose="020B0604020202020204" pitchFamily="34" charset="0"/>
              </a:rPr>
              <a:t>toàn</a:t>
            </a:r>
            <a:r>
              <a:rPr lang="en-US" altLang="en-US" sz="2000" dirty="0">
                <a:cs typeface="Arial" panose="020B0604020202020204" pitchFamily="34" charset="0"/>
              </a:rPr>
              <a:t> </a:t>
            </a:r>
            <a:r>
              <a:rPr lang="en-US" altLang="en-US" sz="2000" dirty="0" err="1">
                <a:cs typeface="Arial" panose="020B0604020202020204" pitchFamily="34" charset="0"/>
              </a:rPr>
              <a:t>không</a:t>
            </a:r>
            <a:r>
              <a:rPr lang="en-US" altLang="en-US" sz="2000" dirty="0">
                <a:cs typeface="Arial" panose="020B0604020202020204" pitchFamily="34" charset="0"/>
              </a:rPr>
              <a:t> </a:t>
            </a:r>
            <a:r>
              <a:rPr lang="en-US" altLang="en-US" sz="2000" dirty="0" err="1">
                <a:cs typeface="Arial" panose="020B0604020202020204" pitchFamily="34" charset="0"/>
              </a:rPr>
              <a:t>có</a:t>
            </a:r>
            <a:r>
              <a:rPr lang="en-US" altLang="en-US" sz="2000" dirty="0">
                <a:cs typeface="Arial" panose="020B0604020202020204" pitchFamily="34" charset="0"/>
              </a:rPr>
              <a:t> </a:t>
            </a:r>
            <a:r>
              <a:rPr lang="en-US" altLang="en-US" sz="2000" dirty="0" err="1">
                <a:cs typeface="Arial" panose="020B0604020202020204" pitchFamily="34" charset="0"/>
              </a:rPr>
              <a:t>triệu</a:t>
            </a:r>
            <a:r>
              <a:rPr lang="en-US" altLang="en-US" sz="2000" dirty="0">
                <a:cs typeface="Arial" panose="020B0604020202020204" pitchFamily="34" charset="0"/>
              </a:rPr>
              <a:t> </a:t>
            </a:r>
            <a:r>
              <a:rPr lang="en-US" altLang="en-US" sz="2000" dirty="0" err="1">
                <a:cs typeface="Arial" panose="020B0604020202020204" pitchFamily="34" charset="0"/>
              </a:rPr>
              <a:t>chứng</a:t>
            </a:r>
            <a:r>
              <a:rPr lang="en-US" altLang="en-US" sz="2000" dirty="0">
                <a:cs typeface="Arial" panose="020B0604020202020204" pitchFamily="34" charset="0"/>
              </a:rPr>
              <a:t>.</a:t>
            </a:r>
          </a:p>
        </p:txBody>
      </p:sp>
      <p:sp>
        <p:nvSpPr>
          <p:cNvPr id="13" name="TextBox 1">
            <a:extLst>
              <a:ext uri="{FF2B5EF4-FFF2-40B4-BE49-F238E27FC236}">
                <a16:creationId xmlns:a16="http://schemas.microsoft.com/office/drawing/2014/main" id="{9CED1F7E-D83A-78D1-94EA-09A509BF39EF}"/>
              </a:ext>
            </a:extLst>
          </p:cNvPr>
          <p:cNvSpPr txBox="1">
            <a:spLocks noChangeArrowheads="1"/>
          </p:cNvSpPr>
          <p:nvPr/>
        </p:nvSpPr>
        <p:spPr bwMode="auto">
          <a:xfrm>
            <a:off x="28434" y="0"/>
            <a:ext cx="1221039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ts val="450"/>
              </a:spcBef>
              <a:spcAft>
                <a:spcPts val="450"/>
              </a:spcAft>
              <a:buNone/>
            </a:pPr>
            <a:r>
              <a:rPr lang="en-US" altLang="en-US" sz="3200" b="1" dirty="0">
                <a:cs typeface="Arial" panose="020B0604020202020204" pitchFamily="34" charset="0"/>
              </a:rPr>
              <a:t>2. </a:t>
            </a:r>
            <a:r>
              <a:rPr lang="en-US" altLang="en-US" sz="3200" b="1" dirty="0" err="1">
                <a:cs typeface="Arial" panose="020B0604020202020204" pitchFamily="34" charset="0"/>
              </a:rPr>
              <a:t>Phát</a:t>
            </a:r>
            <a:r>
              <a:rPr lang="en-US" altLang="en-US" sz="3200" b="1" dirty="0">
                <a:cs typeface="Arial" panose="020B0604020202020204" pitchFamily="34" charset="0"/>
              </a:rPr>
              <a:t> </a:t>
            </a:r>
            <a:r>
              <a:rPr lang="en-US" altLang="en-US" sz="3200" b="1" dirty="0" err="1">
                <a:cs typeface="Arial" panose="020B0604020202020204" pitchFamily="34" charset="0"/>
              </a:rPr>
              <a:t>biểu</a:t>
            </a:r>
            <a:r>
              <a:rPr lang="en-US" altLang="en-US" sz="3200" b="1" dirty="0">
                <a:cs typeface="Arial" panose="020B0604020202020204" pitchFamily="34" charset="0"/>
              </a:rPr>
              <a:t> </a:t>
            </a:r>
            <a:r>
              <a:rPr lang="en-US" altLang="en-US" sz="3200" b="1" dirty="0" err="1">
                <a:cs typeface="Arial" panose="020B0604020202020204" pitchFamily="34" charset="0"/>
              </a:rPr>
              <a:t>bài</a:t>
            </a:r>
            <a:r>
              <a:rPr lang="en-US" altLang="en-US" sz="3200" b="1" dirty="0">
                <a:cs typeface="Arial" panose="020B0604020202020204" pitchFamily="34" charset="0"/>
              </a:rPr>
              <a:t> </a:t>
            </a:r>
            <a:r>
              <a:rPr lang="en-US" altLang="en-US" sz="3200" b="1" dirty="0" err="1">
                <a:cs typeface="Arial" panose="020B0604020202020204" pitchFamily="34" charset="0"/>
              </a:rPr>
              <a:t>toán</a:t>
            </a:r>
            <a:endParaRPr lang="en-US" altLang="en-US" sz="3200" b="1" dirty="0">
              <a:cs typeface="Arial" panose="020B0604020202020204" pitchFamily="34" charset="0"/>
            </a:endParaRPr>
          </a:p>
        </p:txBody>
      </p:sp>
    </p:spTree>
    <p:extLst>
      <p:ext uri="{BB962C8B-B14F-4D97-AF65-F5344CB8AC3E}">
        <p14:creationId xmlns:p14="http://schemas.microsoft.com/office/powerpoint/2010/main" val="9778464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a:extLst>
              <a:ext uri="{FF2B5EF4-FFF2-40B4-BE49-F238E27FC236}">
                <a16:creationId xmlns:a16="http://schemas.microsoft.com/office/drawing/2014/main" id="{E34591D9-9E35-52CC-2B93-504E66169804}"/>
              </a:ext>
            </a:extLst>
          </p:cNvPr>
          <p:cNvSpPr txBox="1">
            <a:spLocks noChangeArrowheads="1"/>
          </p:cNvSpPr>
          <p:nvPr/>
        </p:nvSpPr>
        <p:spPr bwMode="auto">
          <a:xfrm>
            <a:off x="335360" y="584775"/>
            <a:ext cx="1181151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ts val="450"/>
              </a:spcBef>
              <a:spcAft>
                <a:spcPts val="450"/>
              </a:spcAft>
              <a:buNone/>
            </a:pPr>
            <a:r>
              <a:rPr lang="en-US" altLang="en-US" sz="2000" b="1" dirty="0" err="1">
                <a:cs typeface="Arial" panose="020B0604020202020204" pitchFamily="34" charset="0"/>
              </a:rPr>
              <a:t>Hậu</a:t>
            </a:r>
            <a:r>
              <a:rPr lang="en-US" altLang="en-US" sz="2000" b="1" dirty="0">
                <a:cs typeface="Arial" panose="020B0604020202020204" pitchFamily="34" charset="0"/>
              </a:rPr>
              <a:t> </a:t>
            </a:r>
            <a:r>
              <a:rPr lang="en-US" altLang="en-US" sz="2000" b="1" dirty="0" err="1">
                <a:cs typeface="Arial" panose="020B0604020202020204" pitchFamily="34" charset="0"/>
              </a:rPr>
              <a:t>quả</a:t>
            </a:r>
            <a:r>
              <a:rPr lang="en-US" altLang="en-US" sz="2000" b="1" dirty="0">
                <a:cs typeface="Arial" panose="020B0604020202020204" pitchFamily="34" charset="0"/>
              </a:rPr>
              <a:t> </a:t>
            </a:r>
            <a:r>
              <a:rPr lang="en-US" altLang="en-US" sz="2000" b="1" dirty="0" err="1">
                <a:cs typeface="Arial" panose="020B0604020202020204" pitchFamily="34" charset="0"/>
              </a:rPr>
              <a:t>của</a:t>
            </a:r>
            <a:r>
              <a:rPr lang="vi-VN" altLang="en-US" sz="2000" b="1" dirty="0">
                <a:cs typeface="Arial" panose="020B0604020202020204" pitchFamily="34" charset="0"/>
              </a:rPr>
              <a:t> bệnh tiểu đường</a:t>
            </a:r>
            <a:r>
              <a:rPr lang="en-US" altLang="en-US" sz="2000" b="1" dirty="0">
                <a:cs typeface="Arial" panose="020B0604020202020204" pitchFamily="34" charset="0"/>
              </a:rPr>
              <a:t>?</a:t>
            </a:r>
            <a:r>
              <a:rPr lang="vi-VN" altLang="en-US" sz="2000" b="1" dirty="0">
                <a:cs typeface="Arial" panose="020B0604020202020204" pitchFamily="34" charset="0"/>
              </a:rPr>
              <a:t> </a:t>
            </a:r>
            <a:endParaRPr lang="en-US" altLang="en-US" sz="2000" b="1" dirty="0">
              <a:cs typeface="Arial" panose="020B0604020202020204" pitchFamily="34" charset="0"/>
            </a:endParaRPr>
          </a:p>
        </p:txBody>
      </p:sp>
      <p:sp>
        <p:nvSpPr>
          <p:cNvPr id="8" name="TextBox 1">
            <a:extLst>
              <a:ext uri="{FF2B5EF4-FFF2-40B4-BE49-F238E27FC236}">
                <a16:creationId xmlns:a16="http://schemas.microsoft.com/office/drawing/2014/main" id="{AADF9C56-B2BB-6B7C-90AC-33A3DF35ED4E}"/>
              </a:ext>
            </a:extLst>
          </p:cNvPr>
          <p:cNvSpPr txBox="1">
            <a:spLocks noChangeArrowheads="1"/>
          </p:cNvSpPr>
          <p:nvPr/>
        </p:nvSpPr>
        <p:spPr bwMode="auto">
          <a:xfrm>
            <a:off x="551385" y="1169550"/>
            <a:ext cx="11595490" cy="170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marL="342900" indent="-342900">
              <a:spcBef>
                <a:spcPts val="450"/>
              </a:spcBef>
              <a:spcAft>
                <a:spcPts val="450"/>
              </a:spcAft>
            </a:pPr>
            <a:r>
              <a:rPr lang="en-US" altLang="en-US" sz="2000" dirty="0">
                <a:cs typeface="Arial" panose="020B0604020202020204" pitchFamily="34" charset="0"/>
              </a:rPr>
              <a:t>G</a:t>
            </a:r>
            <a:r>
              <a:rPr lang="vi-VN" altLang="en-US" sz="2000" dirty="0">
                <a:cs typeface="Arial" panose="020B0604020202020204" pitchFamily="34" charset="0"/>
              </a:rPr>
              <a:t>ây bệnh tim mạch</a:t>
            </a:r>
            <a:r>
              <a:rPr lang="en-US" altLang="en-US" sz="2000" dirty="0">
                <a:cs typeface="Arial" panose="020B0604020202020204" pitchFamily="34" charset="0"/>
              </a:rPr>
              <a:t>.</a:t>
            </a:r>
          </a:p>
          <a:p>
            <a:pPr marL="342900" indent="-342900">
              <a:spcBef>
                <a:spcPts val="450"/>
              </a:spcBef>
              <a:spcAft>
                <a:spcPts val="450"/>
              </a:spcAft>
            </a:pPr>
            <a:r>
              <a:rPr lang="en-US" altLang="en-US" sz="2000" dirty="0">
                <a:cs typeface="Arial" panose="020B0604020202020204" pitchFamily="34" charset="0"/>
              </a:rPr>
              <a:t>T</a:t>
            </a:r>
            <a:r>
              <a:rPr lang="vi-VN" altLang="en-US" sz="2000" dirty="0">
                <a:cs typeface="Arial" panose="020B0604020202020204" pitchFamily="34" charset="0"/>
              </a:rPr>
              <a:t>ổn thương thần kinh</a:t>
            </a:r>
            <a:r>
              <a:rPr lang="en-US" altLang="en-US" sz="2000" dirty="0">
                <a:cs typeface="Arial" panose="020B0604020202020204" pitchFamily="34" charset="0"/>
              </a:rPr>
              <a:t>.</a:t>
            </a:r>
          </a:p>
          <a:p>
            <a:pPr marL="342900" indent="-342900">
              <a:spcBef>
                <a:spcPts val="450"/>
              </a:spcBef>
              <a:spcAft>
                <a:spcPts val="450"/>
              </a:spcAft>
            </a:pPr>
            <a:r>
              <a:rPr lang="en-US" altLang="en-US" sz="2000" dirty="0">
                <a:cs typeface="Arial" panose="020B0604020202020204" pitchFamily="34" charset="0"/>
              </a:rPr>
              <a:t>T</a:t>
            </a:r>
            <a:r>
              <a:rPr lang="vi-VN" altLang="en-US" sz="2000" dirty="0">
                <a:cs typeface="Arial" panose="020B0604020202020204" pitchFamily="34" charset="0"/>
              </a:rPr>
              <a:t>ổn thương thận</a:t>
            </a:r>
            <a:r>
              <a:rPr lang="en-US" altLang="en-US" sz="2000" dirty="0">
                <a:cs typeface="Arial" panose="020B0604020202020204" pitchFamily="34" charset="0"/>
              </a:rPr>
              <a:t>.</a:t>
            </a:r>
          </a:p>
          <a:p>
            <a:pPr marL="342900" indent="-342900">
              <a:spcBef>
                <a:spcPts val="450"/>
              </a:spcBef>
              <a:spcAft>
                <a:spcPts val="450"/>
              </a:spcAft>
            </a:pPr>
            <a:r>
              <a:rPr lang="en-US" altLang="en-US" sz="2000" dirty="0" err="1">
                <a:cs typeface="Arial" panose="020B0604020202020204" pitchFamily="34" charset="0"/>
              </a:rPr>
              <a:t>Gây</a:t>
            </a:r>
            <a:r>
              <a:rPr lang="en-US" altLang="en-US" sz="2000" dirty="0">
                <a:cs typeface="Arial" panose="020B0604020202020204" pitchFamily="34" charset="0"/>
              </a:rPr>
              <a:t> </a:t>
            </a:r>
            <a:r>
              <a:rPr lang="en-US" altLang="en-US" sz="2000" dirty="0" err="1">
                <a:cs typeface="Arial" panose="020B0604020202020204" pitchFamily="34" charset="0"/>
              </a:rPr>
              <a:t>bệnh</a:t>
            </a:r>
            <a:r>
              <a:rPr lang="en-US" altLang="en-US" sz="2000" dirty="0">
                <a:cs typeface="Arial" panose="020B0604020202020204" pitchFamily="34" charset="0"/>
              </a:rPr>
              <a:t> </a:t>
            </a:r>
            <a:r>
              <a:rPr lang="en-US" altLang="en-US" sz="2000" dirty="0" err="1">
                <a:cs typeface="Arial" panose="020B0604020202020204" pitchFamily="34" charset="0"/>
              </a:rPr>
              <a:t>về</a:t>
            </a:r>
            <a:r>
              <a:rPr lang="en-US" altLang="en-US" sz="2000" dirty="0">
                <a:cs typeface="Arial" panose="020B0604020202020204" pitchFamily="34" charset="0"/>
              </a:rPr>
              <a:t> </a:t>
            </a:r>
            <a:r>
              <a:rPr lang="en-US" altLang="en-US" sz="2000" dirty="0" err="1">
                <a:cs typeface="Arial" panose="020B0604020202020204" pitchFamily="34" charset="0"/>
              </a:rPr>
              <a:t>võng</a:t>
            </a:r>
            <a:r>
              <a:rPr lang="en-US" altLang="en-US" sz="2000" dirty="0">
                <a:cs typeface="Arial" panose="020B0604020202020204" pitchFamily="34" charset="0"/>
              </a:rPr>
              <a:t> </a:t>
            </a:r>
            <a:r>
              <a:rPr lang="en-US" altLang="en-US" sz="2000" dirty="0" err="1">
                <a:cs typeface="Arial" panose="020B0604020202020204" pitchFamily="34" charset="0"/>
              </a:rPr>
              <a:t>mạc</a:t>
            </a:r>
            <a:r>
              <a:rPr lang="en-US" altLang="en-US" sz="2000" dirty="0">
                <a:cs typeface="Arial" panose="020B0604020202020204" pitchFamily="34" charset="0"/>
              </a:rPr>
              <a:t>.</a:t>
            </a:r>
          </a:p>
        </p:txBody>
      </p:sp>
      <p:sp>
        <p:nvSpPr>
          <p:cNvPr id="12" name="TextBox 1">
            <a:extLst>
              <a:ext uri="{FF2B5EF4-FFF2-40B4-BE49-F238E27FC236}">
                <a16:creationId xmlns:a16="http://schemas.microsoft.com/office/drawing/2014/main" id="{BBF3B67F-A989-C7C4-4F4E-51B9DB402D78}"/>
              </a:ext>
            </a:extLst>
          </p:cNvPr>
          <p:cNvSpPr txBox="1">
            <a:spLocks noChangeArrowheads="1"/>
          </p:cNvSpPr>
          <p:nvPr/>
        </p:nvSpPr>
        <p:spPr bwMode="auto">
          <a:xfrm>
            <a:off x="45124" y="0"/>
            <a:ext cx="1210175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ts val="450"/>
              </a:spcBef>
              <a:spcAft>
                <a:spcPts val="450"/>
              </a:spcAft>
              <a:buNone/>
            </a:pPr>
            <a:r>
              <a:rPr lang="en-US" altLang="en-US" sz="3200" b="1" dirty="0">
                <a:cs typeface="Arial" panose="020B0604020202020204" pitchFamily="34" charset="0"/>
              </a:rPr>
              <a:t>2. </a:t>
            </a:r>
            <a:r>
              <a:rPr lang="en-US" altLang="en-US" sz="3200" b="1" dirty="0" err="1">
                <a:cs typeface="Arial" panose="020B0604020202020204" pitchFamily="34" charset="0"/>
              </a:rPr>
              <a:t>Phát</a:t>
            </a:r>
            <a:r>
              <a:rPr lang="en-US" altLang="en-US" sz="3200" b="1" dirty="0">
                <a:cs typeface="Arial" panose="020B0604020202020204" pitchFamily="34" charset="0"/>
              </a:rPr>
              <a:t> </a:t>
            </a:r>
            <a:r>
              <a:rPr lang="en-US" altLang="en-US" sz="3200" b="1" dirty="0" err="1">
                <a:cs typeface="Arial" panose="020B0604020202020204" pitchFamily="34" charset="0"/>
              </a:rPr>
              <a:t>biểu</a:t>
            </a:r>
            <a:r>
              <a:rPr lang="en-US" altLang="en-US" sz="3200" b="1" dirty="0">
                <a:cs typeface="Arial" panose="020B0604020202020204" pitchFamily="34" charset="0"/>
              </a:rPr>
              <a:t> </a:t>
            </a:r>
            <a:r>
              <a:rPr lang="en-US" altLang="en-US" sz="3200" b="1" dirty="0" err="1">
                <a:cs typeface="Arial" panose="020B0604020202020204" pitchFamily="34" charset="0"/>
              </a:rPr>
              <a:t>bài</a:t>
            </a:r>
            <a:r>
              <a:rPr lang="en-US" altLang="en-US" sz="3200" b="1" dirty="0">
                <a:cs typeface="Arial" panose="020B0604020202020204" pitchFamily="34" charset="0"/>
              </a:rPr>
              <a:t> </a:t>
            </a:r>
            <a:r>
              <a:rPr lang="en-US" altLang="en-US" sz="3200" b="1" dirty="0" err="1">
                <a:cs typeface="Arial" panose="020B0604020202020204" pitchFamily="34" charset="0"/>
              </a:rPr>
              <a:t>toán</a:t>
            </a:r>
            <a:endParaRPr lang="en-US" altLang="en-US" sz="3200" b="1" dirty="0">
              <a:cs typeface="Arial" panose="020B0604020202020204" pitchFamily="34" charset="0"/>
            </a:endParaRPr>
          </a:p>
        </p:txBody>
      </p:sp>
      <p:pic>
        <p:nvPicPr>
          <p:cNvPr id="1026" name="Picture 2">
            <a:extLst>
              <a:ext uri="{FF2B5EF4-FFF2-40B4-BE49-F238E27FC236}">
                <a16:creationId xmlns:a16="http://schemas.microsoft.com/office/drawing/2014/main" id="{34D6B67E-89DB-D75C-4C9C-4AC0704E24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7848" y="584775"/>
            <a:ext cx="7315200" cy="5419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6940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a:extLst>
              <a:ext uri="{FF2B5EF4-FFF2-40B4-BE49-F238E27FC236}">
                <a16:creationId xmlns:a16="http://schemas.microsoft.com/office/drawing/2014/main" id="{E34591D9-9E35-52CC-2B93-504E66169804}"/>
              </a:ext>
            </a:extLst>
          </p:cNvPr>
          <p:cNvSpPr txBox="1">
            <a:spLocks noChangeArrowheads="1"/>
          </p:cNvSpPr>
          <p:nvPr/>
        </p:nvSpPr>
        <p:spPr bwMode="auto">
          <a:xfrm>
            <a:off x="335360" y="584775"/>
            <a:ext cx="1181151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ts val="450"/>
              </a:spcBef>
              <a:spcAft>
                <a:spcPts val="450"/>
              </a:spcAft>
              <a:buNone/>
            </a:pPr>
            <a:r>
              <a:rPr lang="en-US" altLang="en-US" sz="2000" b="1" dirty="0" err="1">
                <a:cs typeface="Arial" panose="020B0604020202020204" pitchFamily="34" charset="0"/>
              </a:rPr>
              <a:t>Mục</a:t>
            </a:r>
            <a:r>
              <a:rPr lang="en-US" altLang="en-US" sz="2000" b="1" dirty="0">
                <a:cs typeface="Arial" panose="020B0604020202020204" pitchFamily="34" charset="0"/>
              </a:rPr>
              <a:t> </a:t>
            </a:r>
            <a:r>
              <a:rPr lang="en-US" altLang="en-US" sz="2000" b="1" dirty="0" err="1">
                <a:cs typeface="Arial" panose="020B0604020202020204" pitchFamily="34" charset="0"/>
              </a:rPr>
              <a:t>tiêu</a:t>
            </a:r>
            <a:r>
              <a:rPr lang="en-US" altLang="en-US" sz="2000" b="1" dirty="0">
                <a:cs typeface="Arial" panose="020B0604020202020204" pitchFamily="34" charset="0"/>
              </a:rPr>
              <a:t> </a:t>
            </a:r>
            <a:r>
              <a:rPr lang="en-US" altLang="en-US" sz="2000" b="1" dirty="0" err="1">
                <a:cs typeface="Arial" panose="020B0604020202020204" pitchFamily="34" charset="0"/>
              </a:rPr>
              <a:t>nghiên</a:t>
            </a:r>
            <a:r>
              <a:rPr lang="en-US" altLang="en-US" sz="2000" b="1" dirty="0">
                <a:cs typeface="Arial" panose="020B0604020202020204" pitchFamily="34" charset="0"/>
              </a:rPr>
              <a:t> </a:t>
            </a:r>
            <a:r>
              <a:rPr lang="en-US" altLang="en-US" sz="2000" b="1" dirty="0" err="1">
                <a:cs typeface="Arial" panose="020B0604020202020204" pitchFamily="34" charset="0"/>
              </a:rPr>
              <a:t>cứu</a:t>
            </a:r>
            <a:endParaRPr lang="en-US" altLang="en-US" sz="2000" b="1" dirty="0">
              <a:cs typeface="Arial" panose="020B0604020202020204" pitchFamily="34" charset="0"/>
            </a:endParaRPr>
          </a:p>
        </p:txBody>
      </p:sp>
      <p:sp>
        <p:nvSpPr>
          <p:cNvPr id="8" name="TextBox 1">
            <a:extLst>
              <a:ext uri="{FF2B5EF4-FFF2-40B4-BE49-F238E27FC236}">
                <a16:creationId xmlns:a16="http://schemas.microsoft.com/office/drawing/2014/main" id="{AADF9C56-B2BB-6B7C-90AC-33A3DF35ED4E}"/>
              </a:ext>
            </a:extLst>
          </p:cNvPr>
          <p:cNvSpPr txBox="1">
            <a:spLocks noChangeArrowheads="1"/>
          </p:cNvSpPr>
          <p:nvPr/>
        </p:nvSpPr>
        <p:spPr bwMode="auto">
          <a:xfrm>
            <a:off x="45124" y="1134088"/>
            <a:ext cx="12101754" cy="498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just">
              <a:lnSpc>
                <a:spcPct val="150000"/>
              </a:lnSpc>
              <a:spcBef>
                <a:spcPts val="600"/>
              </a:spcBef>
              <a:spcAft>
                <a:spcPts val="600"/>
              </a:spcAft>
              <a:buNone/>
            </a:pPr>
            <a:r>
              <a:rPr lang="en-US" sz="2000" dirty="0">
                <a:effectLst/>
                <a:ea typeface="Calibri" panose="020F0502020204030204" pitchFamily="34" charset="0"/>
                <a:cs typeface="Arial" panose="020B0604020202020204" pitchFamily="34" charset="0"/>
              </a:rPr>
              <a:t>	</a:t>
            </a:r>
            <a:r>
              <a:rPr lang="en-US" sz="2000" dirty="0" err="1">
                <a:effectLst/>
                <a:ea typeface="Calibri" panose="020F0502020204030204" pitchFamily="34" charset="0"/>
                <a:cs typeface="Arial" panose="020B0604020202020204" pitchFamily="34" charset="0"/>
              </a:rPr>
              <a:t>Xây</a:t>
            </a:r>
            <a:r>
              <a:rPr lang="en-US" sz="2000" dirty="0">
                <a:effectLst/>
                <a:ea typeface="Calibri" panose="020F0502020204030204" pitchFamily="34" charset="0"/>
                <a:cs typeface="Arial" panose="020B0604020202020204" pitchFamily="34" charset="0"/>
              </a:rPr>
              <a:t> </a:t>
            </a:r>
            <a:r>
              <a:rPr lang="en-US" sz="2000" dirty="0" err="1">
                <a:effectLst/>
                <a:ea typeface="Calibri" panose="020F0502020204030204" pitchFamily="34" charset="0"/>
                <a:cs typeface="Arial" panose="020B0604020202020204" pitchFamily="34" charset="0"/>
              </a:rPr>
              <a:t>dựng</a:t>
            </a:r>
            <a:r>
              <a:rPr lang="en-US" sz="2000" dirty="0">
                <a:effectLst/>
                <a:ea typeface="Calibri" panose="020F0502020204030204" pitchFamily="34" charset="0"/>
                <a:cs typeface="Arial" panose="020B0604020202020204" pitchFamily="34" charset="0"/>
              </a:rPr>
              <a:t> </a:t>
            </a:r>
            <a:r>
              <a:rPr lang="en-US" sz="2000" dirty="0" err="1">
                <a:effectLst/>
                <a:ea typeface="Calibri" panose="020F0502020204030204" pitchFamily="34" charset="0"/>
                <a:cs typeface="Arial" panose="020B0604020202020204" pitchFamily="34" charset="0"/>
              </a:rPr>
              <a:t>một</a:t>
            </a:r>
            <a:r>
              <a:rPr lang="en-US" sz="2000" dirty="0">
                <a:effectLst/>
                <a:ea typeface="Calibri" panose="020F0502020204030204" pitchFamily="34" charset="0"/>
                <a:cs typeface="Arial" panose="020B0604020202020204" pitchFamily="34" charset="0"/>
              </a:rPr>
              <a:t> </a:t>
            </a:r>
            <a:r>
              <a:rPr lang="en-US" sz="2000" dirty="0" err="1">
                <a:effectLst/>
                <a:ea typeface="Calibri" panose="020F0502020204030204" pitchFamily="34" charset="0"/>
                <a:cs typeface="Arial" panose="020B0604020202020204" pitchFamily="34" charset="0"/>
              </a:rPr>
              <a:t>hệ</a:t>
            </a:r>
            <a:r>
              <a:rPr lang="en-US" sz="2000" dirty="0">
                <a:effectLst/>
                <a:ea typeface="Calibri" panose="020F0502020204030204" pitchFamily="34" charset="0"/>
                <a:cs typeface="Arial" panose="020B0604020202020204" pitchFamily="34" charset="0"/>
              </a:rPr>
              <a:t> </a:t>
            </a:r>
            <a:r>
              <a:rPr lang="en-US" sz="2000" dirty="0" err="1">
                <a:effectLst/>
                <a:ea typeface="Calibri" panose="020F0502020204030204" pitchFamily="34" charset="0"/>
                <a:cs typeface="Arial" panose="020B0604020202020204" pitchFamily="34" charset="0"/>
              </a:rPr>
              <a:t>thống</a:t>
            </a:r>
            <a:r>
              <a:rPr lang="en-US" sz="2000" dirty="0">
                <a:effectLst/>
                <a:ea typeface="Calibri" panose="020F0502020204030204" pitchFamily="34" charset="0"/>
                <a:cs typeface="Arial" panose="020B0604020202020204" pitchFamily="34" charset="0"/>
              </a:rPr>
              <a:t> </a:t>
            </a:r>
            <a:r>
              <a:rPr lang="en-US" sz="2000" dirty="0" err="1">
                <a:effectLst/>
                <a:ea typeface="Calibri" panose="020F0502020204030204" pitchFamily="34" charset="0"/>
                <a:cs typeface="Arial" panose="020B0604020202020204" pitchFamily="34" charset="0"/>
              </a:rPr>
              <a:t>hỗ</a:t>
            </a:r>
            <a:r>
              <a:rPr lang="en-US" sz="2000" dirty="0">
                <a:effectLst/>
                <a:ea typeface="Calibri" panose="020F0502020204030204" pitchFamily="34" charset="0"/>
                <a:cs typeface="Arial" panose="020B0604020202020204" pitchFamily="34" charset="0"/>
              </a:rPr>
              <a:t> </a:t>
            </a:r>
            <a:r>
              <a:rPr lang="en-US" sz="2000" dirty="0" err="1">
                <a:effectLst/>
                <a:ea typeface="Calibri" panose="020F0502020204030204" pitchFamily="34" charset="0"/>
                <a:cs typeface="Arial" panose="020B0604020202020204" pitchFamily="34" charset="0"/>
              </a:rPr>
              <a:t>trợ</a:t>
            </a:r>
            <a:r>
              <a:rPr lang="en-US" sz="2000" dirty="0">
                <a:effectLst/>
                <a:ea typeface="Calibri" panose="020F0502020204030204" pitchFamily="34" charset="0"/>
                <a:cs typeface="Arial" panose="020B0604020202020204" pitchFamily="34" charset="0"/>
              </a:rPr>
              <a:t> </a:t>
            </a:r>
            <a:r>
              <a:rPr lang="en-US" sz="2000" dirty="0" err="1">
                <a:effectLst/>
                <a:ea typeface="Calibri" panose="020F0502020204030204" pitchFamily="34" charset="0"/>
                <a:cs typeface="Arial" panose="020B0604020202020204" pitchFamily="34" charset="0"/>
              </a:rPr>
              <a:t>dự</a:t>
            </a:r>
            <a:r>
              <a:rPr lang="en-US" sz="2000" dirty="0">
                <a:effectLst/>
                <a:ea typeface="Calibri" panose="020F0502020204030204" pitchFamily="34" charset="0"/>
                <a:cs typeface="Arial" panose="020B0604020202020204" pitchFamily="34" charset="0"/>
              </a:rPr>
              <a:t> </a:t>
            </a:r>
            <a:r>
              <a:rPr lang="en-US" sz="2000" dirty="0" err="1">
                <a:effectLst/>
                <a:ea typeface="Calibri" panose="020F0502020204030204" pitchFamily="34" charset="0"/>
                <a:cs typeface="Arial" panose="020B0604020202020204" pitchFamily="34" charset="0"/>
              </a:rPr>
              <a:t>đoán</a:t>
            </a:r>
            <a:r>
              <a:rPr lang="en-US" sz="2000" dirty="0">
                <a:effectLst/>
                <a:ea typeface="Calibri" panose="020F0502020204030204" pitchFamily="34" charset="0"/>
                <a:cs typeface="Arial" panose="020B0604020202020204" pitchFamily="34" charset="0"/>
              </a:rPr>
              <a:t> </a:t>
            </a:r>
            <a:r>
              <a:rPr lang="en-US" sz="2000" dirty="0" err="1">
                <a:effectLst/>
                <a:ea typeface="Calibri" panose="020F0502020204030204" pitchFamily="34" charset="0"/>
                <a:cs typeface="Arial" panose="020B0604020202020204" pitchFamily="34" charset="0"/>
              </a:rPr>
              <a:t>bệnh</a:t>
            </a:r>
            <a:r>
              <a:rPr lang="en-US" sz="2000" dirty="0">
                <a:effectLst/>
                <a:ea typeface="Calibri" panose="020F0502020204030204" pitchFamily="34" charset="0"/>
                <a:cs typeface="Arial" panose="020B0604020202020204" pitchFamily="34" charset="0"/>
              </a:rPr>
              <a:t> </a:t>
            </a:r>
            <a:r>
              <a:rPr lang="en-US" sz="2000" dirty="0" err="1">
                <a:effectLst/>
                <a:ea typeface="Calibri" panose="020F0502020204030204" pitchFamily="34" charset="0"/>
                <a:cs typeface="Arial" panose="020B0604020202020204" pitchFamily="34" charset="0"/>
              </a:rPr>
              <a:t>tiểu</a:t>
            </a:r>
            <a:r>
              <a:rPr lang="en-US" sz="2000" dirty="0">
                <a:effectLst/>
                <a:ea typeface="Calibri" panose="020F0502020204030204" pitchFamily="34" charset="0"/>
                <a:cs typeface="Arial" panose="020B0604020202020204" pitchFamily="34" charset="0"/>
              </a:rPr>
              <a:t> </a:t>
            </a:r>
            <a:r>
              <a:rPr lang="en-US" sz="2000" dirty="0" err="1">
                <a:effectLst/>
                <a:ea typeface="Calibri" panose="020F0502020204030204" pitchFamily="34" charset="0"/>
                <a:cs typeface="Arial" panose="020B0604020202020204" pitchFamily="34" charset="0"/>
              </a:rPr>
              <a:t>đường</a:t>
            </a:r>
            <a:r>
              <a:rPr lang="en-US" sz="2000" dirty="0">
                <a:effectLst/>
                <a:ea typeface="Calibri" panose="020F0502020204030204" pitchFamily="34" charset="0"/>
                <a:cs typeface="Arial" panose="020B0604020202020204" pitchFamily="34" charset="0"/>
              </a:rPr>
              <a:t> </a:t>
            </a:r>
            <a:r>
              <a:rPr lang="en-US" sz="2000" dirty="0" err="1">
                <a:effectLst/>
                <a:ea typeface="Calibri" panose="020F0502020204030204" pitchFamily="34" charset="0"/>
                <a:cs typeface="Arial" panose="020B0604020202020204" pitchFamily="34" charset="0"/>
              </a:rPr>
              <a:t>dựa</a:t>
            </a:r>
            <a:r>
              <a:rPr lang="en-US" sz="2000" dirty="0">
                <a:effectLst/>
                <a:ea typeface="Calibri" panose="020F0502020204030204" pitchFamily="34" charset="0"/>
                <a:cs typeface="Arial" panose="020B0604020202020204" pitchFamily="34" charset="0"/>
              </a:rPr>
              <a:t> </a:t>
            </a:r>
            <a:r>
              <a:rPr lang="en-US" sz="2000" dirty="0" err="1">
                <a:effectLst/>
                <a:ea typeface="Calibri" panose="020F0502020204030204" pitchFamily="34" charset="0"/>
                <a:cs typeface="Arial" panose="020B0604020202020204" pitchFamily="34" charset="0"/>
              </a:rPr>
              <a:t>trên</a:t>
            </a:r>
            <a:r>
              <a:rPr lang="en-US" sz="2000" dirty="0">
                <a:effectLst/>
                <a:ea typeface="Calibri" panose="020F0502020204030204" pitchFamily="34" charset="0"/>
                <a:cs typeface="Arial" panose="020B0604020202020204" pitchFamily="34" charset="0"/>
              </a:rPr>
              <a:t> </a:t>
            </a:r>
            <a:r>
              <a:rPr lang="en-US" sz="2000" dirty="0" err="1">
                <a:ea typeface="Calibri" panose="020F0502020204030204" pitchFamily="34" charset="0"/>
                <a:cs typeface="Arial" panose="020B0604020202020204" pitchFamily="34" charset="0"/>
              </a:rPr>
              <a:t>các</a:t>
            </a:r>
            <a:r>
              <a:rPr lang="en-US" sz="2000" dirty="0">
                <a:effectLst/>
                <a:ea typeface="Calibri" panose="020F0502020204030204" pitchFamily="34" charset="0"/>
                <a:cs typeface="Arial" panose="020B0604020202020204" pitchFamily="34" charset="0"/>
              </a:rPr>
              <a:t> </a:t>
            </a:r>
            <a:r>
              <a:rPr lang="en-US" sz="2000" dirty="0" err="1">
                <a:effectLst/>
                <a:ea typeface="Calibri" panose="020F0502020204030204" pitchFamily="34" charset="0"/>
                <a:cs typeface="Arial" panose="020B0604020202020204" pitchFamily="34" charset="0"/>
              </a:rPr>
              <a:t>kỹ</a:t>
            </a:r>
            <a:r>
              <a:rPr lang="en-US" sz="2000" dirty="0">
                <a:effectLst/>
                <a:ea typeface="Calibri" panose="020F0502020204030204" pitchFamily="34" charset="0"/>
                <a:cs typeface="Arial" panose="020B0604020202020204" pitchFamily="34" charset="0"/>
              </a:rPr>
              <a:t> </a:t>
            </a:r>
            <a:r>
              <a:rPr lang="en-US" sz="2000" dirty="0" err="1">
                <a:effectLst/>
                <a:ea typeface="Calibri" panose="020F0502020204030204" pitchFamily="34" charset="0"/>
                <a:cs typeface="Arial" panose="020B0604020202020204" pitchFamily="34" charset="0"/>
              </a:rPr>
              <a:t>thuật</a:t>
            </a:r>
            <a:r>
              <a:rPr lang="en-US" sz="2000" dirty="0">
                <a:effectLst/>
                <a:ea typeface="Calibri" panose="020F0502020204030204" pitchFamily="34" charset="0"/>
                <a:cs typeface="Arial" panose="020B0604020202020204" pitchFamily="34" charset="0"/>
              </a:rPr>
              <a:t> </a:t>
            </a:r>
            <a:r>
              <a:rPr lang="en-US" sz="2000" dirty="0" err="1">
                <a:effectLst/>
                <a:ea typeface="Calibri" panose="020F0502020204030204" pitchFamily="34" charset="0"/>
                <a:cs typeface="Arial" panose="020B0604020202020204" pitchFamily="34" charset="0"/>
              </a:rPr>
              <a:t>học</a:t>
            </a:r>
            <a:r>
              <a:rPr lang="en-US" sz="2000" dirty="0">
                <a:effectLst/>
                <a:ea typeface="Calibri" panose="020F0502020204030204" pitchFamily="34" charset="0"/>
                <a:cs typeface="Arial" panose="020B0604020202020204" pitchFamily="34" charset="0"/>
              </a:rPr>
              <a:t> </a:t>
            </a:r>
            <a:r>
              <a:rPr lang="en-US" sz="2000" dirty="0" err="1">
                <a:effectLst/>
                <a:ea typeface="Calibri" panose="020F0502020204030204" pitchFamily="34" charset="0"/>
                <a:cs typeface="Arial" panose="020B0604020202020204" pitchFamily="34" charset="0"/>
              </a:rPr>
              <a:t>máy</a:t>
            </a:r>
            <a:r>
              <a:rPr lang="en-US" sz="2000" dirty="0">
                <a:ea typeface="Calibri" panose="020F0502020204030204" pitchFamily="34" charset="0"/>
                <a:cs typeface="Arial" panose="020B0604020202020204" pitchFamily="34" charset="0"/>
              </a:rPr>
              <a:t>.</a:t>
            </a:r>
          </a:p>
        </p:txBody>
      </p:sp>
      <p:sp>
        <p:nvSpPr>
          <p:cNvPr id="12" name="TextBox 1">
            <a:extLst>
              <a:ext uri="{FF2B5EF4-FFF2-40B4-BE49-F238E27FC236}">
                <a16:creationId xmlns:a16="http://schemas.microsoft.com/office/drawing/2014/main" id="{BBF3B67F-A989-C7C4-4F4E-51B9DB402D78}"/>
              </a:ext>
            </a:extLst>
          </p:cNvPr>
          <p:cNvSpPr txBox="1">
            <a:spLocks noChangeArrowheads="1"/>
          </p:cNvSpPr>
          <p:nvPr/>
        </p:nvSpPr>
        <p:spPr bwMode="auto">
          <a:xfrm>
            <a:off x="45123" y="0"/>
            <a:ext cx="1214687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ts val="450"/>
              </a:spcBef>
              <a:spcAft>
                <a:spcPts val="450"/>
              </a:spcAft>
              <a:buNone/>
            </a:pPr>
            <a:r>
              <a:rPr lang="en-US" altLang="en-US" sz="3200" b="1" dirty="0">
                <a:cs typeface="Arial" panose="020B0604020202020204" pitchFamily="34" charset="0"/>
              </a:rPr>
              <a:t>2. </a:t>
            </a:r>
            <a:r>
              <a:rPr lang="en-US" altLang="en-US" sz="3200" b="1" dirty="0" err="1">
                <a:cs typeface="Arial" panose="020B0604020202020204" pitchFamily="34" charset="0"/>
              </a:rPr>
              <a:t>Phát</a:t>
            </a:r>
            <a:r>
              <a:rPr lang="en-US" altLang="en-US" sz="3200" b="1" dirty="0">
                <a:cs typeface="Arial" panose="020B0604020202020204" pitchFamily="34" charset="0"/>
              </a:rPr>
              <a:t> </a:t>
            </a:r>
            <a:r>
              <a:rPr lang="en-US" altLang="en-US" sz="3200" b="1" dirty="0" err="1">
                <a:cs typeface="Arial" panose="020B0604020202020204" pitchFamily="34" charset="0"/>
              </a:rPr>
              <a:t>biểu</a:t>
            </a:r>
            <a:r>
              <a:rPr lang="en-US" altLang="en-US" sz="3200" b="1" dirty="0">
                <a:cs typeface="Arial" panose="020B0604020202020204" pitchFamily="34" charset="0"/>
              </a:rPr>
              <a:t> </a:t>
            </a:r>
            <a:r>
              <a:rPr lang="en-US" altLang="en-US" sz="3200" b="1" dirty="0" err="1">
                <a:cs typeface="Arial" panose="020B0604020202020204" pitchFamily="34" charset="0"/>
              </a:rPr>
              <a:t>bài</a:t>
            </a:r>
            <a:r>
              <a:rPr lang="en-US" altLang="en-US" sz="3200" b="1" dirty="0">
                <a:cs typeface="Arial" panose="020B0604020202020204" pitchFamily="34" charset="0"/>
              </a:rPr>
              <a:t> </a:t>
            </a:r>
            <a:r>
              <a:rPr lang="en-US" altLang="en-US" sz="3200" b="1" dirty="0" err="1">
                <a:cs typeface="Arial" panose="020B0604020202020204" pitchFamily="34" charset="0"/>
              </a:rPr>
              <a:t>toán</a:t>
            </a:r>
            <a:endParaRPr lang="en-US" altLang="en-US" sz="3200" b="1" dirty="0">
              <a:cs typeface="Arial" panose="020B0604020202020204" pitchFamily="34" charset="0"/>
            </a:endParaRPr>
          </a:p>
        </p:txBody>
      </p:sp>
    </p:spTree>
    <p:extLst>
      <p:ext uri="{BB962C8B-B14F-4D97-AF65-F5344CB8AC3E}">
        <p14:creationId xmlns:p14="http://schemas.microsoft.com/office/powerpoint/2010/main" val="32143961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1">
            <a:extLst>
              <a:ext uri="{FF2B5EF4-FFF2-40B4-BE49-F238E27FC236}">
                <a16:creationId xmlns:a16="http://schemas.microsoft.com/office/drawing/2014/main" id="{E08ECBEB-2701-062A-8BE6-363497690E6E}"/>
              </a:ext>
            </a:extLst>
          </p:cNvPr>
          <p:cNvSpPr txBox="1">
            <a:spLocks noChangeArrowheads="1"/>
          </p:cNvSpPr>
          <p:nvPr/>
        </p:nvSpPr>
        <p:spPr bwMode="auto">
          <a:xfrm>
            <a:off x="-26149" y="0"/>
            <a:ext cx="1221039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ts val="450"/>
              </a:spcBef>
              <a:spcAft>
                <a:spcPts val="450"/>
              </a:spcAft>
              <a:buNone/>
            </a:pPr>
            <a:r>
              <a:rPr lang="en-US" altLang="en-US" sz="3200" b="1" dirty="0">
                <a:cs typeface="Arial" panose="020B0604020202020204" pitchFamily="34" charset="0"/>
              </a:rPr>
              <a:t>3. </a:t>
            </a:r>
            <a:r>
              <a:rPr lang="en-US" altLang="en-US" sz="3200" b="1" dirty="0" err="1">
                <a:cs typeface="Arial" panose="020B0604020202020204" pitchFamily="34" charset="0"/>
              </a:rPr>
              <a:t>Xây</a:t>
            </a:r>
            <a:r>
              <a:rPr lang="en-US" altLang="en-US" sz="3200" b="1" dirty="0">
                <a:cs typeface="Arial" panose="020B0604020202020204" pitchFamily="34" charset="0"/>
              </a:rPr>
              <a:t> </a:t>
            </a:r>
            <a:r>
              <a:rPr lang="en-US" altLang="en-US" sz="3200" b="1" dirty="0" err="1">
                <a:cs typeface="Arial" panose="020B0604020202020204" pitchFamily="34" charset="0"/>
              </a:rPr>
              <a:t>dựng</a:t>
            </a:r>
            <a:r>
              <a:rPr lang="en-US" altLang="en-US" sz="3200" b="1" dirty="0">
                <a:cs typeface="Arial" panose="020B0604020202020204" pitchFamily="34" charset="0"/>
              </a:rPr>
              <a:t> </a:t>
            </a:r>
            <a:r>
              <a:rPr lang="en-US" altLang="en-US" sz="3200" b="1" dirty="0" err="1">
                <a:cs typeface="Arial" panose="020B0604020202020204" pitchFamily="34" charset="0"/>
              </a:rPr>
              <a:t>ứng</a:t>
            </a:r>
            <a:r>
              <a:rPr lang="en-US" altLang="en-US" sz="3200" b="1" dirty="0">
                <a:cs typeface="Arial" panose="020B0604020202020204" pitchFamily="34" charset="0"/>
              </a:rPr>
              <a:t> </a:t>
            </a:r>
            <a:r>
              <a:rPr lang="en-US" altLang="en-US" sz="3200" b="1" dirty="0" err="1">
                <a:cs typeface="Arial" panose="020B0604020202020204" pitchFamily="34" charset="0"/>
              </a:rPr>
              <a:t>dụng</a:t>
            </a:r>
            <a:endParaRPr lang="en-US" altLang="en-US" sz="3200" b="1" dirty="0">
              <a:cs typeface="Arial" panose="020B0604020202020204" pitchFamily="34" charset="0"/>
            </a:endParaRPr>
          </a:p>
        </p:txBody>
      </p:sp>
      <p:sp>
        <p:nvSpPr>
          <p:cNvPr id="3" name="TextBox 1">
            <a:extLst>
              <a:ext uri="{FF2B5EF4-FFF2-40B4-BE49-F238E27FC236}">
                <a16:creationId xmlns:a16="http://schemas.microsoft.com/office/drawing/2014/main" id="{E34591D9-9E35-52CC-2B93-504E66169804}"/>
              </a:ext>
            </a:extLst>
          </p:cNvPr>
          <p:cNvSpPr txBox="1">
            <a:spLocks noChangeArrowheads="1"/>
          </p:cNvSpPr>
          <p:nvPr/>
        </p:nvSpPr>
        <p:spPr bwMode="auto">
          <a:xfrm>
            <a:off x="158821" y="584775"/>
            <a:ext cx="1198585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ts val="450"/>
              </a:spcBef>
              <a:spcAft>
                <a:spcPts val="450"/>
              </a:spcAft>
              <a:buNone/>
            </a:pPr>
            <a:r>
              <a:rPr lang="en-US" altLang="en-US" sz="2000" b="1" dirty="0" err="1">
                <a:cs typeface="Arial" panose="020B0604020202020204" pitchFamily="34" charset="0"/>
              </a:rPr>
              <a:t>Thuộc</a:t>
            </a:r>
            <a:r>
              <a:rPr lang="en-US" altLang="en-US" sz="2000" b="1" dirty="0">
                <a:cs typeface="Arial" panose="020B0604020202020204" pitchFamily="34" charset="0"/>
              </a:rPr>
              <a:t> </a:t>
            </a:r>
            <a:r>
              <a:rPr lang="en-US" altLang="en-US" sz="2000" b="1" dirty="0" err="1">
                <a:cs typeface="Arial" panose="020B0604020202020204" pitchFamily="34" charset="0"/>
              </a:rPr>
              <a:t>tính</a:t>
            </a:r>
            <a:r>
              <a:rPr lang="en-US" altLang="en-US" sz="2000" b="1" dirty="0">
                <a:cs typeface="Arial" panose="020B0604020202020204" pitchFamily="34" charset="0"/>
              </a:rPr>
              <a:t> </a:t>
            </a:r>
            <a:r>
              <a:rPr lang="en-US" altLang="en-US" sz="2000" b="1" dirty="0" err="1">
                <a:cs typeface="Arial" panose="020B0604020202020204" pitchFamily="34" charset="0"/>
              </a:rPr>
              <a:t>của</a:t>
            </a:r>
            <a:r>
              <a:rPr lang="en-US" altLang="en-US" sz="2000" b="1" dirty="0">
                <a:cs typeface="Arial" panose="020B0604020202020204" pitchFamily="34" charset="0"/>
              </a:rPr>
              <a:t> </a:t>
            </a:r>
            <a:r>
              <a:rPr lang="en-US" altLang="en-US" sz="2000" b="1" dirty="0" err="1">
                <a:cs typeface="Arial" panose="020B0604020202020204" pitchFamily="34" charset="0"/>
              </a:rPr>
              <a:t>tập</a:t>
            </a:r>
            <a:r>
              <a:rPr lang="en-US" altLang="en-US" sz="2000" b="1" dirty="0">
                <a:cs typeface="Arial" panose="020B0604020202020204" pitchFamily="34" charset="0"/>
              </a:rPr>
              <a:t> </a:t>
            </a:r>
            <a:r>
              <a:rPr lang="en-US" altLang="en-US" sz="2000" b="1" dirty="0" err="1">
                <a:cs typeface="Arial" panose="020B0604020202020204" pitchFamily="34" charset="0"/>
              </a:rPr>
              <a:t>dữ</a:t>
            </a:r>
            <a:r>
              <a:rPr lang="en-US" altLang="en-US" sz="2000" b="1" dirty="0">
                <a:cs typeface="Arial" panose="020B0604020202020204" pitchFamily="34" charset="0"/>
              </a:rPr>
              <a:t> </a:t>
            </a:r>
            <a:r>
              <a:rPr lang="en-US" altLang="en-US" sz="2000" b="1" dirty="0" err="1">
                <a:cs typeface="Arial" panose="020B0604020202020204" pitchFamily="34" charset="0"/>
              </a:rPr>
              <a:t>liệu</a:t>
            </a:r>
            <a:endParaRPr lang="en-US" altLang="en-US" sz="2000" b="1" dirty="0">
              <a:cs typeface="Arial" panose="020B0604020202020204" pitchFamily="34" charset="0"/>
            </a:endParaRPr>
          </a:p>
        </p:txBody>
      </p:sp>
      <p:graphicFrame>
        <p:nvGraphicFramePr>
          <p:cNvPr id="4" name="Table 3">
            <a:extLst>
              <a:ext uri="{FF2B5EF4-FFF2-40B4-BE49-F238E27FC236}">
                <a16:creationId xmlns:a16="http://schemas.microsoft.com/office/drawing/2014/main" id="{B3906B4D-D79B-BC16-7901-B02A771E989D}"/>
              </a:ext>
            </a:extLst>
          </p:cNvPr>
          <p:cNvGraphicFramePr>
            <a:graphicFrameLocks noGrp="1"/>
          </p:cNvGraphicFramePr>
          <p:nvPr>
            <p:extLst>
              <p:ext uri="{D42A27DB-BD31-4B8C-83A1-F6EECF244321}">
                <p14:modId xmlns:p14="http://schemas.microsoft.com/office/powerpoint/2010/main" val="2961676795"/>
              </p:ext>
            </p:extLst>
          </p:nvPr>
        </p:nvGraphicFramePr>
        <p:xfrm>
          <a:off x="1039177" y="2348880"/>
          <a:ext cx="10225137" cy="2658130"/>
        </p:xfrm>
        <a:graphic>
          <a:graphicData uri="http://schemas.openxmlformats.org/drawingml/2006/table">
            <a:tbl>
              <a:tblPr firstRow="1" firstCol="1" bandRow="1">
                <a:tableStyleId>{5940675A-B579-460E-94D1-54222C63F5DA}</a:tableStyleId>
              </a:tblPr>
              <a:tblGrid>
                <a:gridCol w="3408379">
                  <a:extLst>
                    <a:ext uri="{9D8B030D-6E8A-4147-A177-3AD203B41FA5}">
                      <a16:colId xmlns:a16="http://schemas.microsoft.com/office/drawing/2014/main" val="3639433209"/>
                    </a:ext>
                  </a:extLst>
                </a:gridCol>
                <a:gridCol w="3408379">
                  <a:extLst>
                    <a:ext uri="{9D8B030D-6E8A-4147-A177-3AD203B41FA5}">
                      <a16:colId xmlns:a16="http://schemas.microsoft.com/office/drawing/2014/main" val="3772144956"/>
                    </a:ext>
                  </a:extLst>
                </a:gridCol>
                <a:gridCol w="3408379">
                  <a:extLst>
                    <a:ext uri="{9D8B030D-6E8A-4147-A177-3AD203B41FA5}">
                      <a16:colId xmlns:a16="http://schemas.microsoft.com/office/drawing/2014/main" val="1261771260"/>
                    </a:ext>
                  </a:extLst>
                </a:gridCol>
              </a:tblGrid>
              <a:tr h="265813">
                <a:tc>
                  <a:txBody>
                    <a:bodyPr/>
                    <a:lstStyle/>
                    <a:p>
                      <a:pPr marL="0" marR="0">
                        <a:lnSpc>
                          <a:spcPct val="107000"/>
                        </a:lnSpc>
                        <a:spcBef>
                          <a:spcPts val="0"/>
                        </a:spcBef>
                        <a:spcAft>
                          <a:spcPts val="0"/>
                        </a:spcAft>
                      </a:pPr>
                      <a:r>
                        <a:rPr lang="en-US" sz="1600">
                          <a:effectLst/>
                          <a:latin typeface="Arial" panose="020B0604020202020204" pitchFamily="34" charset="0"/>
                          <a:cs typeface="Arial" panose="020B0604020202020204" pitchFamily="34" charset="0"/>
                        </a:rPr>
                        <a:t>Serial no</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nSpc>
                          <a:spcPct val="107000"/>
                        </a:lnSpc>
                        <a:spcBef>
                          <a:spcPts val="0"/>
                        </a:spcBef>
                        <a:spcAft>
                          <a:spcPts val="0"/>
                        </a:spcAft>
                      </a:pPr>
                      <a:r>
                        <a:rPr lang="en-US" sz="1600">
                          <a:effectLst/>
                          <a:latin typeface="Arial" panose="020B0604020202020204" pitchFamily="34" charset="0"/>
                          <a:cs typeface="Arial" panose="020B0604020202020204" pitchFamily="34" charset="0"/>
                        </a:rPr>
                        <a:t>Attribute Names</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nSpc>
                          <a:spcPct val="107000"/>
                        </a:lnSpc>
                        <a:spcBef>
                          <a:spcPts val="0"/>
                        </a:spcBef>
                        <a:spcAft>
                          <a:spcPts val="0"/>
                        </a:spcAft>
                      </a:pPr>
                      <a:r>
                        <a:rPr lang="en-US" sz="1600">
                          <a:effectLst/>
                          <a:latin typeface="Arial" panose="020B0604020202020204" pitchFamily="34" charset="0"/>
                          <a:cs typeface="Arial" panose="020B0604020202020204" pitchFamily="34" charset="0"/>
                        </a:rPr>
                        <a:t>Description</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661775403"/>
                  </a:ext>
                </a:extLst>
              </a:tr>
              <a:tr h="265813">
                <a:tc>
                  <a:txBody>
                    <a:bodyPr/>
                    <a:lstStyle/>
                    <a:p>
                      <a:pPr marL="0" marR="0">
                        <a:lnSpc>
                          <a:spcPct val="107000"/>
                        </a:lnSpc>
                        <a:spcBef>
                          <a:spcPts val="0"/>
                        </a:spcBef>
                        <a:spcAft>
                          <a:spcPts val="0"/>
                        </a:spcAft>
                      </a:pPr>
                      <a:r>
                        <a:rPr lang="en-US" sz="1600">
                          <a:effectLst/>
                          <a:latin typeface="Arial" panose="020B0604020202020204" pitchFamily="34" charset="0"/>
                          <a:cs typeface="Arial" panose="020B0604020202020204" pitchFamily="34" charset="0"/>
                        </a:rPr>
                        <a:t>1</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nSpc>
                          <a:spcPct val="107000"/>
                        </a:lnSpc>
                        <a:spcBef>
                          <a:spcPts val="0"/>
                        </a:spcBef>
                        <a:spcAft>
                          <a:spcPts val="0"/>
                        </a:spcAft>
                      </a:pPr>
                      <a:r>
                        <a:rPr lang="en-US" sz="1600">
                          <a:effectLst/>
                          <a:latin typeface="Arial" panose="020B0604020202020204" pitchFamily="34" charset="0"/>
                          <a:cs typeface="Arial" panose="020B0604020202020204" pitchFamily="34" charset="0"/>
                        </a:rPr>
                        <a:t>Pregnancies</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nSpc>
                          <a:spcPct val="107000"/>
                        </a:lnSpc>
                        <a:spcBef>
                          <a:spcPts val="0"/>
                        </a:spcBef>
                        <a:spcAft>
                          <a:spcPts val="0"/>
                        </a:spcAft>
                      </a:pPr>
                      <a:r>
                        <a:rPr lang="en-US" sz="1600">
                          <a:effectLst/>
                          <a:latin typeface="Arial" panose="020B0604020202020204" pitchFamily="34" charset="0"/>
                          <a:cs typeface="Arial" panose="020B0604020202020204" pitchFamily="34" charset="0"/>
                        </a:rPr>
                        <a:t>Số lần đã mang thai</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459572141"/>
                  </a:ext>
                </a:extLst>
              </a:tr>
              <a:tr h="265813">
                <a:tc>
                  <a:txBody>
                    <a:bodyPr/>
                    <a:lstStyle/>
                    <a:p>
                      <a:pPr marL="0" marR="0">
                        <a:lnSpc>
                          <a:spcPct val="107000"/>
                        </a:lnSpc>
                        <a:spcBef>
                          <a:spcPts val="0"/>
                        </a:spcBef>
                        <a:spcAft>
                          <a:spcPts val="0"/>
                        </a:spcAft>
                      </a:pPr>
                      <a:r>
                        <a:rPr lang="en-US" sz="1600">
                          <a:effectLst/>
                          <a:latin typeface="Arial" panose="020B0604020202020204" pitchFamily="34" charset="0"/>
                          <a:cs typeface="Arial" panose="020B0604020202020204" pitchFamily="34" charset="0"/>
                        </a:rPr>
                        <a:t>2</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nSpc>
                          <a:spcPct val="107000"/>
                        </a:lnSpc>
                        <a:spcBef>
                          <a:spcPts val="0"/>
                        </a:spcBef>
                        <a:spcAft>
                          <a:spcPts val="0"/>
                        </a:spcAft>
                      </a:pPr>
                      <a:r>
                        <a:rPr lang="en-US" sz="1600" dirty="0">
                          <a:effectLst/>
                          <a:latin typeface="Arial" panose="020B0604020202020204" pitchFamily="34" charset="0"/>
                          <a:cs typeface="Arial" panose="020B0604020202020204" pitchFamily="34" charset="0"/>
                        </a:rPr>
                        <a:t>Glucose</a:t>
                      </a:r>
                      <a:endParaRPr lang="en-US" sz="16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nSpc>
                          <a:spcPct val="107000"/>
                        </a:lnSpc>
                        <a:spcBef>
                          <a:spcPts val="0"/>
                        </a:spcBef>
                        <a:spcAft>
                          <a:spcPts val="0"/>
                        </a:spcAft>
                      </a:pPr>
                      <a:r>
                        <a:rPr lang="en-US" sz="1600">
                          <a:effectLst/>
                          <a:latin typeface="Arial" panose="020B0604020202020204" pitchFamily="34" charset="0"/>
                          <a:cs typeface="Arial" panose="020B0604020202020204" pitchFamily="34" charset="0"/>
                        </a:rPr>
                        <a:t>Nồng độ glucose huyết tương</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891918850"/>
                  </a:ext>
                </a:extLst>
              </a:tr>
              <a:tr h="265813">
                <a:tc>
                  <a:txBody>
                    <a:bodyPr/>
                    <a:lstStyle/>
                    <a:p>
                      <a:pPr marL="0" marR="0">
                        <a:lnSpc>
                          <a:spcPct val="107000"/>
                        </a:lnSpc>
                        <a:spcBef>
                          <a:spcPts val="0"/>
                        </a:spcBef>
                        <a:spcAft>
                          <a:spcPts val="0"/>
                        </a:spcAft>
                      </a:pPr>
                      <a:r>
                        <a:rPr lang="en-US" sz="1600" dirty="0">
                          <a:effectLst/>
                          <a:latin typeface="Arial" panose="020B0604020202020204" pitchFamily="34" charset="0"/>
                          <a:cs typeface="Arial" panose="020B0604020202020204" pitchFamily="34" charset="0"/>
                        </a:rPr>
                        <a:t>3</a:t>
                      </a:r>
                      <a:endParaRPr lang="en-US" sz="16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nSpc>
                          <a:spcPct val="107000"/>
                        </a:lnSpc>
                        <a:spcBef>
                          <a:spcPts val="0"/>
                        </a:spcBef>
                        <a:spcAft>
                          <a:spcPts val="0"/>
                        </a:spcAft>
                      </a:pPr>
                      <a:r>
                        <a:rPr lang="en-US" sz="1600">
                          <a:effectLst/>
                          <a:latin typeface="Arial" panose="020B0604020202020204" pitchFamily="34" charset="0"/>
                          <a:cs typeface="Arial" panose="020B0604020202020204" pitchFamily="34" charset="0"/>
                        </a:rPr>
                        <a:t>BloodPressure</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nSpc>
                          <a:spcPct val="107000"/>
                        </a:lnSpc>
                        <a:spcBef>
                          <a:spcPts val="0"/>
                        </a:spcBef>
                        <a:spcAft>
                          <a:spcPts val="0"/>
                        </a:spcAft>
                      </a:pPr>
                      <a:r>
                        <a:rPr lang="en-US" sz="1600">
                          <a:effectLst/>
                          <a:latin typeface="Arial" panose="020B0604020202020204" pitchFamily="34" charset="0"/>
                          <a:cs typeface="Arial" panose="020B0604020202020204" pitchFamily="34" charset="0"/>
                        </a:rPr>
                        <a:t>huyết áp tâm trương</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699993911"/>
                  </a:ext>
                </a:extLst>
              </a:tr>
              <a:tr h="265813">
                <a:tc>
                  <a:txBody>
                    <a:bodyPr/>
                    <a:lstStyle/>
                    <a:p>
                      <a:pPr marL="0" marR="0">
                        <a:lnSpc>
                          <a:spcPct val="107000"/>
                        </a:lnSpc>
                        <a:spcBef>
                          <a:spcPts val="0"/>
                        </a:spcBef>
                        <a:spcAft>
                          <a:spcPts val="0"/>
                        </a:spcAft>
                      </a:pPr>
                      <a:r>
                        <a:rPr lang="en-US" sz="1600">
                          <a:effectLst/>
                          <a:latin typeface="Arial" panose="020B0604020202020204" pitchFamily="34" charset="0"/>
                          <a:cs typeface="Arial" panose="020B0604020202020204" pitchFamily="34" charset="0"/>
                        </a:rPr>
                        <a:t>4</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nSpc>
                          <a:spcPct val="107000"/>
                        </a:lnSpc>
                        <a:spcBef>
                          <a:spcPts val="0"/>
                        </a:spcBef>
                        <a:spcAft>
                          <a:spcPts val="0"/>
                        </a:spcAft>
                      </a:pPr>
                      <a:r>
                        <a:rPr lang="en-US" sz="1600">
                          <a:effectLst/>
                          <a:latin typeface="Arial" panose="020B0604020202020204" pitchFamily="34" charset="0"/>
                          <a:cs typeface="Arial" panose="020B0604020202020204" pitchFamily="34" charset="0"/>
                        </a:rPr>
                        <a:t>SkinThickness</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nSpc>
                          <a:spcPct val="107000"/>
                        </a:lnSpc>
                        <a:spcBef>
                          <a:spcPts val="0"/>
                        </a:spcBef>
                        <a:spcAft>
                          <a:spcPts val="0"/>
                        </a:spcAft>
                      </a:pPr>
                      <a:r>
                        <a:rPr lang="en-US" sz="1600" dirty="0" err="1">
                          <a:effectLst/>
                          <a:latin typeface="Arial" panose="020B0604020202020204" pitchFamily="34" charset="0"/>
                          <a:cs typeface="Arial" panose="020B0604020202020204" pitchFamily="34" charset="0"/>
                        </a:rPr>
                        <a:t>Độ</a:t>
                      </a:r>
                      <a:r>
                        <a:rPr lang="en-US" sz="1600" dirty="0">
                          <a:effectLst/>
                          <a:latin typeface="Arial" panose="020B0604020202020204" pitchFamily="34" charset="0"/>
                          <a:cs typeface="Arial" panose="020B0604020202020204" pitchFamily="34" charset="0"/>
                        </a:rPr>
                        <a:t> </a:t>
                      </a:r>
                      <a:r>
                        <a:rPr lang="en-US" sz="1600" dirty="0" err="1">
                          <a:effectLst/>
                          <a:latin typeface="Arial" panose="020B0604020202020204" pitchFamily="34" charset="0"/>
                          <a:cs typeface="Arial" panose="020B0604020202020204" pitchFamily="34" charset="0"/>
                        </a:rPr>
                        <a:t>dày</a:t>
                      </a:r>
                      <a:r>
                        <a:rPr lang="en-US" sz="1600" dirty="0">
                          <a:effectLst/>
                          <a:latin typeface="Arial" panose="020B0604020202020204" pitchFamily="34" charset="0"/>
                          <a:cs typeface="Arial" panose="020B0604020202020204" pitchFamily="34" charset="0"/>
                        </a:rPr>
                        <a:t> </a:t>
                      </a:r>
                      <a:r>
                        <a:rPr lang="en-US" sz="1600" dirty="0" err="1">
                          <a:effectLst/>
                          <a:latin typeface="Arial" panose="020B0604020202020204" pitchFamily="34" charset="0"/>
                          <a:cs typeface="Arial" panose="020B0604020202020204" pitchFamily="34" charset="0"/>
                        </a:rPr>
                        <a:t>nếp</a:t>
                      </a:r>
                      <a:r>
                        <a:rPr lang="en-US" sz="1600" dirty="0">
                          <a:effectLst/>
                          <a:latin typeface="Arial" panose="020B0604020202020204" pitchFamily="34" charset="0"/>
                          <a:cs typeface="Arial" panose="020B0604020202020204" pitchFamily="34" charset="0"/>
                        </a:rPr>
                        <a:t> da </a:t>
                      </a:r>
                      <a:r>
                        <a:rPr lang="en-US" sz="1600" dirty="0" err="1">
                          <a:effectLst/>
                          <a:latin typeface="Arial" panose="020B0604020202020204" pitchFamily="34" charset="0"/>
                          <a:cs typeface="Arial" panose="020B0604020202020204" pitchFamily="34" charset="0"/>
                        </a:rPr>
                        <a:t>cơ</a:t>
                      </a:r>
                      <a:r>
                        <a:rPr lang="en-US" sz="1600" dirty="0">
                          <a:effectLst/>
                          <a:latin typeface="Arial" panose="020B0604020202020204" pitchFamily="34" charset="0"/>
                          <a:cs typeface="Arial" panose="020B0604020202020204" pitchFamily="34" charset="0"/>
                        </a:rPr>
                        <a:t> tam </a:t>
                      </a:r>
                      <a:r>
                        <a:rPr lang="en-US" sz="1600" dirty="0" err="1">
                          <a:effectLst/>
                          <a:latin typeface="Arial" panose="020B0604020202020204" pitchFamily="34" charset="0"/>
                          <a:cs typeface="Arial" panose="020B0604020202020204" pitchFamily="34" charset="0"/>
                        </a:rPr>
                        <a:t>đầu</a:t>
                      </a:r>
                      <a:r>
                        <a:rPr lang="en-US" sz="1600" dirty="0">
                          <a:effectLst/>
                          <a:latin typeface="Arial" panose="020B0604020202020204" pitchFamily="34" charset="0"/>
                          <a:cs typeface="Arial" panose="020B0604020202020204" pitchFamily="34" charset="0"/>
                        </a:rPr>
                        <a:t> (mm)</a:t>
                      </a:r>
                      <a:endParaRPr lang="en-US" sz="16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972107093"/>
                  </a:ext>
                </a:extLst>
              </a:tr>
              <a:tr h="265813">
                <a:tc>
                  <a:txBody>
                    <a:bodyPr/>
                    <a:lstStyle/>
                    <a:p>
                      <a:pPr marL="0" marR="0">
                        <a:lnSpc>
                          <a:spcPct val="107000"/>
                        </a:lnSpc>
                        <a:spcBef>
                          <a:spcPts val="0"/>
                        </a:spcBef>
                        <a:spcAft>
                          <a:spcPts val="0"/>
                        </a:spcAft>
                      </a:pPr>
                      <a:r>
                        <a:rPr lang="en-US" sz="1600">
                          <a:effectLst/>
                          <a:latin typeface="Arial" panose="020B0604020202020204" pitchFamily="34" charset="0"/>
                          <a:cs typeface="Arial" panose="020B0604020202020204" pitchFamily="34" charset="0"/>
                        </a:rPr>
                        <a:t>5</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nSpc>
                          <a:spcPct val="107000"/>
                        </a:lnSpc>
                        <a:spcBef>
                          <a:spcPts val="0"/>
                        </a:spcBef>
                        <a:spcAft>
                          <a:spcPts val="0"/>
                        </a:spcAft>
                      </a:pPr>
                      <a:r>
                        <a:rPr lang="en-US" sz="1600">
                          <a:effectLst/>
                          <a:latin typeface="Arial" panose="020B0604020202020204" pitchFamily="34" charset="0"/>
                          <a:cs typeface="Arial" panose="020B0604020202020204" pitchFamily="34" charset="0"/>
                        </a:rPr>
                        <a:t>Insulin</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nSpc>
                          <a:spcPct val="107000"/>
                        </a:lnSpc>
                        <a:spcBef>
                          <a:spcPts val="0"/>
                        </a:spcBef>
                        <a:spcAft>
                          <a:spcPts val="0"/>
                        </a:spcAft>
                      </a:pPr>
                      <a:r>
                        <a:rPr lang="en-US" sz="1600">
                          <a:effectLst/>
                          <a:latin typeface="Arial" panose="020B0604020202020204" pitchFamily="34" charset="0"/>
                          <a:cs typeface="Arial" panose="020B0604020202020204" pitchFamily="34" charset="0"/>
                        </a:rPr>
                        <a:t>insulin huyết thanh 2 giờ</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487714845"/>
                  </a:ext>
                </a:extLst>
              </a:tr>
              <a:tr h="265813">
                <a:tc>
                  <a:txBody>
                    <a:bodyPr/>
                    <a:lstStyle/>
                    <a:p>
                      <a:pPr marL="0" marR="0">
                        <a:lnSpc>
                          <a:spcPct val="107000"/>
                        </a:lnSpc>
                        <a:spcBef>
                          <a:spcPts val="0"/>
                        </a:spcBef>
                        <a:spcAft>
                          <a:spcPts val="0"/>
                        </a:spcAft>
                      </a:pPr>
                      <a:r>
                        <a:rPr lang="en-US" sz="1600">
                          <a:effectLst/>
                          <a:latin typeface="Arial" panose="020B0604020202020204" pitchFamily="34" charset="0"/>
                          <a:cs typeface="Arial" panose="020B0604020202020204" pitchFamily="34" charset="0"/>
                        </a:rPr>
                        <a:t>6</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nSpc>
                          <a:spcPct val="107000"/>
                        </a:lnSpc>
                        <a:spcBef>
                          <a:spcPts val="0"/>
                        </a:spcBef>
                        <a:spcAft>
                          <a:spcPts val="0"/>
                        </a:spcAft>
                      </a:pPr>
                      <a:r>
                        <a:rPr lang="en-US" sz="1600">
                          <a:effectLst/>
                          <a:latin typeface="Arial" panose="020B0604020202020204" pitchFamily="34" charset="0"/>
                          <a:cs typeface="Arial" panose="020B0604020202020204" pitchFamily="34" charset="0"/>
                        </a:rPr>
                        <a:t>BMI</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nSpc>
                          <a:spcPct val="107000"/>
                        </a:lnSpc>
                        <a:spcBef>
                          <a:spcPts val="0"/>
                        </a:spcBef>
                        <a:spcAft>
                          <a:spcPts val="0"/>
                        </a:spcAft>
                      </a:pPr>
                      <a:r>
                        <a:rPr lang="en-US" sz="1600">
                          <a:effectLst/>
                          <a:latin typeface="Arial" panose="020B0604020202020204" pitchFamily="34" charset="0"/>
                          <a:cs typeface="Arial" panose="020B0604020202020204" pitchFamily="34" charset="0"/>
                        </a:rPr>
                        <a:t>chỉ số khối cơ thể</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855139196"/>
                  </a:ext>
                </a:extLst>
              </a:tr>
              <a:tr h="265813">
                <a:tc>
                  <a:txBody>
                    <a:bodyPr/>
                    <a:lstStyle/>
                    <a:p>
                      <a:pPr marL="0" marR="0">
                        <a:lnSpc>
                          <a:spcPct val="107000"/>
                        </a:lnSpc>
                        <a:spcBef>
                          <a:spcPts val="0"/>
                        </a:spcBef>
                        <a:spcAft>
                          <a:spcPts val="0"/>
                        </a:spcAft>
                      </a:pPr>
                      <a:r>
                        <a:rPr lang="en-US" sz="1600">
                          <a:effectLst/>
                          <a:latin typeface="Arial" panose="020B0604020202020204" pitchFamily="34" charset="0"/>
                          <a:cs typeface="Arial" panose="020B0604020202020204" pitchFamily="34" charset="0"/>
                        </a:rPr>
                        <a:t>7</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nSpc>
                          <a:spcPct val="107000"/>
                        </a:lnSpc>
                        <a:spcBef>
                          <a:spcPts val="0"/>
                        </a:spcBef>
                        <a:spcAft>
                          <a:spcPts val="0"/>
                        </a:spcAft>
                      </a:pPr>
                      <a:r>
                        <a:rPr lang="en-US" sz="1600">
                          <a:effectLst/>
                          <a:latin typeface="Arial" panose="020B0604020202020204" pitchFamily="34" charset="0"/>
                          <a:cs typeface="Arial" panose="020B0604020202020204" pitchFamily="34" charset="0"/>
                        </a:rPr>
                        <a:t>DiabetesPedigreeFunction</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nSpc>
                          <a:spcPct val="107000"/>
                        </a:lnSpc>
                        <a:spcBef>
                          <a:spcPts val="0"/>
                        </a:spcBef>
                        <a:spcAft>
                          <a:spcPts val="0"/>
                        </a:spcAft>
                      </a:pPr>
                      <a:r>
                        <a:rPr lang="en-US" sz="1600" err="1">
                          <a:effectLst/>
                          <a:latin typeface="Arial" panose="020B0604020202020204" pitchFamily="34" charset="0"/>
                          <a:cs typeface="Arial" panose="020B0604020202020204" pitchFamily="34" charset="0"/>
                        </a:rPr>
                        <a:t>Hàm</a:t>
                      </a:r>
                      <a:r>
                        <a:rPr lang="en-US" sz="1600">
                          <a:effectLst/>
                          <a:latin typeface="Arial" panose="020B0604020202020204" pitchFamily="34" charset="0"/>
                          <a:cs typeface="Arial" panose="020B0604020202020204" pitchFamily="34" charset="0"/>
                        </a:rPr>
                        <a:t> </a:t>
                      </a:r>
                      <a:r>
                        <a:rPr lang="en-US" sz="1600" err="1">
                          <a:effectLst/>
                          <a:latin typeface="Arial" panose="020B0604020202020204" pitchFamily="34" charset="0"/>
                          <a:cs typeface="Arial" panose="020B0604020202020204" pitchFamily="34" charset="0"/>
                        </a:rPr>
                        <a:t>phả</a:t>
                      </a:r>
                      <a:r>
                        <a:rPr lang="en-US" sz="1600">
                          <a:effectLst/>
                          <a:latin typeface="Arial" panose="020B0604020202020204" pitchFamily="34" charset="0"/>
                          <a:cs typeface="Arial" panose="020B0604020202020204" pitchFamily="34" charset="0"/>
                        </a:rPr>
                        <a:t> </a:t>
                      </a:r>
                      <a:r>
                        <a:rPr lang="en-US" sz="1600" err="1">
                          <a:effectLst/>
                          <a:latin typeface="Arial" panose="020B0604020202020204" pitchFamily="34" charset="0"/>
                          <a:cs typeface="Arial" panose="020B0604020202020204" pitchFamily="34" charset="0"/>
                        </a:rPr>
                        <a:t>hệ</a:t>
                      </a:r>
                      <a:r>
                        <a:rPr lang="en-US" sz="1600">
                          <a:effectLst/>
                          <a:latin typeface="Arial" panose="020B0604020202020204" pitchFamily="34" charset="0"/>
                          <a:cs typeface="Arial" panose="020B0604020202020204" pitchFamily="34" charset="0"/>
                        </a:rPr>
                        <a:t> </a:t>
                      </a:r>
                      <a:r>
                        <a:rPr lang="en-US" sz="1600" err="1">
                          <a:effectLst/>
                          <a:latin typeface="Arial" panose="020B0604020202020204" pitchFamily="34" charset="0"/>
                          <a:cs typeface="Arial" panose="020B0604020202020204" pitchFamily="34" charset="0"/>
                        </a:rPr>
                        <a:t>bệnh</a:t>
                      </a:r>
                      <a:r>
                        <a:rPr lang="en-US" sz="1600">
                          <a:effectLst/>
                          <a:latin typeface="Arial" panose="020B0604020202020204" pitchFamily="34" charset="0"/>
                          <a:cs typeface="Arial" panose="020B0604020202020204" pitchFamily="34" charset="0"/>
                        </a:rPr>
                        <a:t> </a:t>
                      </a:r>
                      <a:r>
                        <a:rPr lang="en-US" sz="1600" err="1">
                          <a:effectLst/>
                          <a:latin typeface="Arial" panose="020B0604020202020204" pitchFamily="34" charset="0"/>
                          <a:cs typeface="Arial" panose="020B0604020202020204" pitchFamily="34" charset="0"/>
                        </a:rPr>
                        <a:t>của</a:t>
                      </a:r>
                      <a:r>
                        <a:rPr lang="en-US" sz="1600">
                          <a:effectLst/>
                          <a:latin typeface="Arial" panose="020B0604020202020204" pitchFamily="34" charset="0"/>
                          <a:cs typeface="Arial" panose="020B0604020202020204" pitchFamily="34" charset="0"/>
                        </a:rPr>
                        <a:t> </a:t>
                      </a:r>
                      <a:r>
                        <a:rPr lang="en-US" sz="1600" err="1">
                          <a:effectLst/>
                          <a:latin typeface="Arial" panose="020B0604020202020204" pitchFamily="34" charset="0"/>
                          <a:cs typeface="Arial" panose="020B0604020202020204" pitchFamily="34" charset="0"/>
                        </a:rPr>
                        <a:t>tiểu</a:t>
                      </a:r>
                      <a:r>
                        <a:rPr lang="en-US" sz="1600">
                          <a:effectLst/>
                          <a:latin typeface="Arial" panose="020B0604020202020204" pitchFamily="34" charset="0"/>
                          <a:cs typeface="Arial" panose="020B0604020202020204" pitchFamily="34" charset="0"/>
                        </a:rPr>
                        <a:t> </a:t>
                      </a:r>
                      <a:r>
                        <a:rPr lang="en-US" sz="1600" err="1">
                          <a:effectLst/>
                          <a:latin typeface="Arial" panose="020B0604020202020204" pitchFamily="34" charset="0"/>
                          <a:cs typeface="Arial" panose="020B0604020202020204" pitchFamily="34" charset="0"/>
                        </a:rPr>
                        <a:t>đường</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796987508"/>
                  </a:ext>
                </a:extLst>
              </a:tr>
              <a:tr h="265813">
                <a:tc>
                  <a:txBody>
                    <a:bodyPr/>
                    <a:lstStyle/>
                    <a:p>
                      <a:pPr marL="0" marR="0">
                        <a:lnSpc>
                          <a:spcPct val="107000"/>
                        </a:lnSpc>
                        <a:spcBef>
                          <a:spcPts val="0"/>
                        </a:spcBef>
                        <a:spcAft>
                          <a:spcPts val="0"/>
                        </a:spcAft>
                      </a:pPr>
                      <a:r>
                        <a:rPr lang="en-US" sz="1600">
                          <a:effectLst/>
                          <a:latin typeface="Arial" panose="020B0604020202020204" pitchFamily="34" charset="0"/>
                          <a:cs typeface="Arial" panose="020B0604020202020204" pitchFamily="34" charset="0"/>
                        </a:rPr>
                        <a:t>8</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nSpc>
                          <a:spcPct val="107000"/>
                        </a:lnSpc>
                        <a:spcBef>
                          <a:spcPts val="0"/>
                        </a:spcBef>
                        <a:spcAft>
                          <a:spcPts val="0"/>
                        </a:spcAft>
                      </a:pPr>
                      <a:r>
                        <a:rPr lang="en-US" sz="1600" dirty="0">
                          <a:effectLst/>
                          <a:latin typeface="Arial" panose="020B0604020202020204" pitchFamily="34" charset="0"/>
                          <a:cs typeface="Arial" panose="020B0604020202020204" pitchFamily="34" charset="0"/>
                        </a:rPr>
                        <a:t>Age</a:t>
                      </a:r>
                      <a:endParaRPr lang="en-US" sz="16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nSpc>
                          <a:spcPct val="107000"/>
                        </a:lnSpc>
                        <a:spcBef>
                          <a:spcPts val="0"/>
                        </a:spcBef>
                        <a:spcAft>
                          <a:spcPts val="0"/>
                        </a:spcAft>
                      </a:pPr>
                      <a:r>
                        <a:rPr lang="en-US" sz="1600">
                          <a:effectLst/>
                          <a:latin typeface="Arial" panose="020B0604020202020204" pitchFamily="34" charset="0"/>
                          <a:cs typeface="Arial" panose="020B0604020202020204" pitchFamily="34" charset="0"/>
                        </a:rPr>
                        <a:t>Số tuổi</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050643211"/>
                  </a:ext>
                </a:extLst>
              </a:tr>
              <a:tr h="265813">
                <a:tc>
                  <a:txBody>
                    <a:bodyPr/>
                    <a:lstStyle/>
                    <a:p>
                      <a:pPr marL="0" marR="0">
                        <a:lnSpc>
                          <a:spcPct val="107000"/>
                        </a:lnSpc>
                        <a:spcBef>
                          <a:spcPts val="0"/>
                        </a:spcBef>
                        <a:spcAft>
                          <a:spcPts val="0"/>
                        </a:spcAft>
                      </a:pPr>
                      <a:r>
                        <a:rPr lang="en-US" sz="1600">
                          <a:effectLst/>
                          <a:latin typeface="Arial" panose="020B0604020202020204" pitchFamily="34" charset="0"/>
                          <a:cs typeface="Arial" panose="020B0604020202020204" pitchFamily="34" charset="0"/>
                        </a:rPr>
                        <a:t>9</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nSpc>
                          <a:spcPct val="107000"/>
                        </a:lnSpc>
                        <a:spcBef>
                          <a:spcPts val="0"/>
                        </a:spcBef>
                        <a:spcAft>
                          <a:spcPts val="0"/>
                        </a:spcAft>
                      </a:pPr>
                      <a:r>
                        <a:rPr lang="en-US" sz="1600">
                          <a:effectLst/>
                          <a:latin typeface="Arial" panose="020B0604020202020204" pitchFamily="34" charset="0"/>
                          <a:cs typeface="Arial" panose="020B0604020202020204" pitchFamily="34" charset="0"/>
                        </a:rPr>
                        <a:t>Outcome</a:t>
                      </a:r>
                      <a:endParaRPr lang="en-US" sz="16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nSpc>
                          <a:spcPct val="107000"/>
                        </a:lnSpc>
                        <a:spcBef>
                          <a:spcPts val="0"/>
                        </a:spcBef>
                        <a:spcAft>
                          <a:spcPts val="0"/>
                        </a:spcAft>
                      </a:pPr>
                      <a:r>
                        <a:rPr lang="en-US" sz="1600" dirty="0" err="1">
                          <a:effectLst/>
                          <a:latin typeface="Arial" panose="020B0604020202020204" pitchFamily="34" charset="0"/>
                          <a:cs typeface="Arial" panose="020B0604020202020204" pitchFamily="34" charset="0"/>
                        </a:rPr>
                        <a:t>Có</a:t>
                      </a:r>
                      <a:r>
                        <a:rPr lang="en-US" sz="1600" dirty="0">
                          <a:effectLst/>
                          <a:latin typeface="Arial" panose="020B0604020202020204" pitchFamily="34" charset="0"/>
                          <a:cs typeface="Arial" panose="020B0604020202020204" pitchFamily="34" charset="0"/>
                        </a:rPr>
                        <a:t> </a:t>
                      </a:r>
                      <a:r>
                        <a:rPr lang="en-US" sz="1600" dirty="0" err="1">
                          <a:effectLst/>
                          <a:latin typeface="Arial" panose="020B0604020202020204" pitchFamily="34" charset="0"/>
                          <a:cs typeface="Arial" panose="020B0604020202020204" pitchFamily="34" charset="0"/>
                        </a:rPr>
                        <a:t>bị</a:t>
                      </a:r>
                      <a:r>
                        <a:rPr lang="en-US" sz="1600" dirty="0">
                          <a:effectLst/>
                          <a:latin typeface="Arial" panose="020B0604020202020204" pitchFamily="34" charset="0"/>
                          <a:cs typeface="Arial" panose="020B0604020202020204" pitchFamily="34" charset="0"/>
                        </a:rPr>
                        <a:t> </a:t>
                      </a:r>
                      <a:r>
                        <a:rPr lang="en-US" sz="1600" dirty="0" err="1">
                          <a:effectLst/>
                          <a:latin typeface="Arial" panose="020B0604020202020204" pitchFamily="34" charset="0"/>
                          <a:cs typeface="Arial" panose="020B0604020202020204" pitchFamily="34" charset="0"/>
                        </a:rPr>
                        <a:t>tiêu</a:t>
                      </a:r>
                      <a:r>
                        <a:rPr lang="en-US" sz="1600" dirty="0">
                          <a:effectLst/>
                          <a:latin typeface="Arial" panose="020B0604020202020204" pitchFamily="34" charset="0"/>
                          <a:cs typeface="Arial" panose="020B0604020202020204" pitchFamily="34" charset="0"/>
                        </a:rPr>
                        <a:t> </a:t>
                      </a:r>
                      <a:r>
                        <a:rPr lang="en-US" sz="1600" dirty="0" err="1">
                          <a:effectLst/>
                          <a:latin typeface="Arial" panose="020B0604020202020204" pitchFamily="34" charset="0"/>
                          <a:cs typeface="Arial" panose="020B0604020202020204" pitchFamily="34" charset="0"/>
                        </a:rPr>
                        <a:t>đường</a:t>
                      </a:r>
                      <a:r>
                        <a:rPr lang="en-US" sz="1600" dirty="0">
                          <a:effectLst/>
                          <a:latin typeface="Arial" panose="020B0604020202020204" pitchFamily="34" charset="0"/>
                          <a:cs typeface="Arial" panose="020B0604020202020204" pitchFamily="34" charset="0"/>
                        </a:rPr>
                        <a:t> hay </a:t>
                      </a:r>
                      <a:r>
                        <a:rPr lang="en-US" sz="1600" dirty="0" err="1">
                          <a:effectLst/>
                          <a:latin typeface="Arial" panose="020B0604020202020204" pitchFamily="34" charset="0"/>
                          <a:cs typeface="Arial" panose="020B0604020202020204" pitchFamily="34" charset="0"/>
                        </a:rPr>
                        <a:t>không</a:t>
                      </a:r>
                      <a:endParaRPr lang="en-US" sz="16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578646191"/>
                  </a:ext>
                </a:extLst>
              </a:tr>
            </a:tbl>
          </a:graphicData>
        </a:graphic>
      </p:graphicFrame>
      <p:sp>
        <p:nvSpPr>
          <p:cNvPr id="5" name="TextBox 1">
            <a:extLst>
              <a:ext uri="{FF2B5EF4-FFF2-40B4-BE49-F238E27FC236}">
                <a16:creationId xmlns:a16="http://schemas.microsoft.com/office/drawing/2014/main" id="{34C82600-1524-649F-8BF3-D24E128CFFB1}"/>
              </a:ext>
            </a:extLst>
          </p:cNvPr>
          <p:cNvSpPr txBox="1">
            <a:spLocks noChangeArrowheads="1"/>
          </p:cNvSpPr>
          <p:nvPr/>
        </p:nvSpPr>
        <p:spPr bwMode="auto">
          <a:xfrm>
            <a:off x="4655840" y="5267646"/>
            <a:ext cx="486292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ts val="450"/>
              </a:spcBef>
              <a:spcAft>
                <a:spcPts val="450"/>
              </a:spcAft>
              <a:buNone/>
            </a:pPr>
            <a:r>
              <a:rPr lang="en-US" altLang="en-US" sz="2000" dirty="0" err="1">
                <a:cs typeface="Arial" panose="020B0604020202020204" pitchFamily="34" charset="0"/>
              </a:rPr>
              <a:t>Hình</a:t>
            </a:r>
            <a:r>
              <a:rPr lang="en-US" altLang="en-US" sz="2000" dirty="0">
                <a:cs typeface="Arial" panose="020B0604020202020204" pitchFamily="34" charset="0"/>
              </a:rPr>
              <a:t> 3. </a:t>
            </a:r>
            <a:r>
              <a:rPr lang="en-US" altLang="en-US" sz="2000" dirty="0" err="1">
                <a:cs typeface="Arial" panose="020B0604020202020204" pitchFamily="34" charset="0"/>
              </a:rPr>
              <a:t>Các</a:t>
            </a:r>
            <a:r>
              <a:rPr lang="en-US" altLang="en-US" sz="2000" dirty="0">
                <a:cs typeface="Arial" panose="020B0604020202020204" pitchFamily="34" charset="0"/>
              </a:rPr>
              <a:t> </a:t>
            </a:r>
            <a:r>
              <a:rPr lang="en-US" altLang="en-US" sz="2000" dirty="0" err="1">
                <a:cs typeface="Arial" panose="020B0604020202020204" pitchFamily="34" charset="0"/>
              </a:rPr>
              <a:t>thuộc</a:t>
            </a:r>
            <a:r>
              <a:rPr lang="en-US" altLang="en-US" sz="2000" dirty="0">
                <a:cs typeface="Arial" panose="020B0604020202020204" pitchFamily="34" charset="0"/>
              </a:rPr>
              <a:t> </a:t>
            </a:r>
            <a:r>
              <a:rPr lang="en-US" altLang="en-US" sz="2000" dirty="0" err="1">
                <a:cs typeface="Arial" panose="020B0604020202020204" pitchFamily="34" charset="0"/>
              </a:rPr>
              <a:t>tính</a:t>
            </a:r>
            <a:r>
              <a:rPr lang="en-US" altLang="en-US" sz="2000" dirty="0">
                <a:cs typeface="Arial" panose="020B0604020202020204" pitchFamily="34" charset="0"/>
              </a:rPr>
              <a:t> </a:t>
            </a:r>
            <a:r>
              <a:rPr lang="en-US" altLang="en-US" sz="2000" dirty="0" err="1">
                <a:cs typeface="Arial" panose="020B0604020202020204" pitchFamily="34" charset="0"/>
              </a:rPr>
              <a:t>của</a:t>
            </a:r>
            <a:r>
              <a:rPr lang="en-US" altLang="en-US" sz="2000" dirty="0">
                <a:cs typeface="Arial" panose="020B0604020202020204" pitchFamily="34" charset="0"/>
              </a:rPr>
              <a:t> </a:t>
            </a:r>
            <a:r>
              <a:rPr lang="en-US" altLang="en-US" sz="2000" dirty="0" err="1">
                <a:cs typeface="Arial" panose="020B0604020202020204" pitchFamily="34" charset="0"/>
              </a:rPr>
              <a:t>tập</a:t>
            </a:r>
            <a:r>
              <a:rPr lang="en-US" altLang="en-US" sz="2000" dirty="0">
                <a:cs typeface="Arial" panose="020B0604020202020204" pitchFamily="34" charset="0"/>
              </a:rPr>
              <a:t> </a:t>
            </a:r>
            <a:r>
              <a:rPr lang="en-US" altLang="en-US" sz="2000" dirty="0" err="1">
                <a:cs typeface="Arial" panose="020B0604020202020204" pitchFamily="34" charset="0"/>
              </a:rPr>
              <a:t>dữ</a:t>
            </a:r>
            <a:r>
              <a:rPr lang="en-US" altLang="en-US" sz="2000" dirty="0">
                <a:cs typeface="Arial" panose="020B0604020202020204" pitchFamily="34" charset="0"/>
              </a:rPr>
              <a:t> </a:t>
            </a:r>
            <a:r>
              <a:rPr lang="en-US" altLang="en-US" sz="2000" dirty="0" err="1">
                <a:cs typeface="Arial" panose="020B0604020202020204" pitchFamily="34" charset="0"/>
              </a:rPr>
              <a:t>liệu</a:t>
            </a:r>
            <a:endParaRPr lang="en-US" altLang="en-US" sz="2000" dirty="0">
              <a:cs typeface="Arial" panose="020B0604020202020204" pitchFamily="34" charset="0"/>
            </a:endParaRPr>
          </a:p>
        </p:txBody>
      </p:sp>
      <p:sp>
        <p:nvSpPr>
          <p:cNvPr id="8" name="TextBox 7">
            <a:extLst>
              <a:ext uri="{FF2B5EF4-FFF2-40B4-BE49-F238E27FC236}">
                <a16:creationId xmlns:a16="http://schemas.microsoft.com/office/drawing/2014/main" id="{DA49437E-FEFC-62E0-BA37-31DA2F30D793}"/>
              </a:ext>
            </a:extLst>
          </p:cNvPr>
          <p:cNvSpPr txBox="1"/>
          <p:nvPr/>
        </p:nvSpPr>
        <p:spPr>
          <a:xfrm>
            <a:off x="0" y="1018047"/>
            <a:ext cx="12144672" cy="707886"/>
          </a:xfrm>
          <a:prstGeom prst="rect">
            <a:avLst/>
          </a:prstGeom>
          <a:noFill/>
        </p:spPr>
        <p:txBody>
          <a:bodyPr wrap="square">
            <a:spAutoFit/>
          </a:bodyPr>
          <a:lstStyle/>
          <a:p>
            <a:r>
              <a:rPr lang="en-US" sz="2000" dirty="0" err="1">
                <a:effectLst/>
                <a:latin typeface="Arial" panose="020B0604020202020204" pitchFamily="34" charset="0"/>
                <a:ea typeface="Calibri" panose="020F0502020204030204" pitchFamily="34" charset="0"/>
                <a:cs typeface="Arial" panose="020B0604020202020204" pitchFamily="34" charset="0"/>
              </a:rPr>
              <a:t>Bộ</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dữ</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liệu</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được</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thu</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thập</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từ</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Bộ</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dữ</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liệu</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về</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bệnh</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tiểu</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đường</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được</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lấy</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từ</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bệnh</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viện</a:t>
            </a:r>
            <a:r>
              <a:rPr lang="en-US" sz="2000" dirty="0">
                <a:effectLst/>
                <a:latin typeface="Arial" panose="020B0604020202020204" pitchFamily="34" charset="0"/>
                <a:ea typeface="Calibri" panose="020F0502020204030204" pitchFamily="34" charset="0"/>
                <a:cs typeface="Arial" panose="020B0604020202020204" pitchFamily="34" charset="0"/>
              </a:rPr>
              <a:t> Frankfurt (</a:t>
            </a:r>
            <a:r>
              <a:rPr lang="en-US" sz="2000" dirty="0" err="1">
                <a:effectLst/>
                <a:latin typeface="Arial" panose="020B0604020202020204" pitchFamily="34" charset="0"/>
                <a:ea typeface="Calibri" panose="020F0502020204030204" pitchFamily="34" charset="0"/>
                <a:cs typeface="Arial" panose="020B0604020202020204" pitchFamily="34" charset="0"/>
              </a:rPr>
              <a:t>Đức</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có</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sẵn</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trên</a:t>
            </a:r>
            <a:r>
              <a:rPr lang="en-US" sz="2000" dirty="0">
                <a:effectLst/>
                <a:latin typeface="Arial" panose="020B0604020202020204" pitchFamily="34" charset="0"/>
                <a:ea typeface="Calibri" panose="020F0502020204030204" pitchFamily="34" charset="0"/>
                <a:cs typeface="Arial" panose="020B0604020202020204" pitchFamily="34" charset="0"/>
              </a:rPr>
              <a:t> Kaggle</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078738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1">
            <a:extLst>
              <a:ext uri="{FF2B5EF4-FFF2-40B4-BE49-F238E27FC236}">
                <a16:creationId xmlns:a16="http://schemas.microsoft.com/office/drawing/2014/main" id="{E08ECBEB-2701-062A-8BE6-363497690E6E}"/>
              </a:ext>
            </a:extLst>
          </p:cNvPr>
          <p:cNvSpPr txBox="1">
            <a:spLocks noChangeArrowheads="1"/>
          </p:cNvSpPr>
          <p:nvPr/>
        </p:nvSpPr>
        <p:spPr bwMode="auto">
          <a:xfrm>
            <a:off x="-9196" y="0"/>
            <a:ext cx="1221039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ts val="450"/>
              </a:spcBef>
              <a:spcAft>
                <a:spcPts val="450"/>
              </a:spcAft>
              <a:buNone/>
            </a:pPr>
            <a:r>
              <a:rPr lang="en-US" altLang="en-US" sz="3200" b="1" dirty="0">
                <a:cs typeface="Arial" panose="020B0604020202020204" pitchFamily="34" charset="0"/>
              </a:rPr>
              <a:t>3. </a:t>
            </a:r>
            <a:r>
              <a:rPr lang="en-US" altLang="en-US" sz="3200" b="1" dirty="0" err="1">
                <a:cs typeface="Arial" panose="020B0604020202020204" pitchFamily="34" charset="0"/>
              </a:rPr>
              <a:t>Xây</a:t>
            </a:r>
            <a:r>
              <a:rPr lang="en-US" altLang="en-US" sz="3200" b="1" dirty="0">
                <a:cs typeface="Arial" panose="020B0604020202020204" pitchFamily="34" charset="0"/>
              </a:rPr>
              <a:t> </a:t>
            </a:r>
            <a:r>
              <a:rPr lang="en-US" altLang="en-US" sz="3200" b="1" dirty="0" err="1">
                <a:cs typeface="Arial" panose="020B0604020202020204" pitchFamily="34" charset="0"/>
              </a:rPr>
              <a:t>dựng</a:t>
            </a:r>
            <a:r>
              <a:rPr lang="en-US" altLang="en-US" sz="3200" b="1" dirty="0">
                <a:cs typeface="Arial" panose="020B0604020202020204" pitchFamily="34" charset="0"/>
              </a:rPr>
              <a:t> </a:t>
            </a:r>
            <a:r>
              <a:rPr lang="en-US" altLang="en-US" sz="3200" b="1" dirty="0" err="1">
                <a:cs typeface="Arial" panose="020B0604020202020204" pitchFamily="34" charset="0"/>
              </a:rPr>
              <a:t>ứng</a:t>
            </a:r>
            <a:r>
              <a:rPr lang="en-US" altLang="en-US" sz="3200" b="1" dirty="0">
                <a:cs typeface="Arial" panose="020B0604020202020204" pitchFamily="34" charset="0"/>
              </a:rPr>
              <a:t> </a:t>
            </a:r>
            <a:r>
              <a:rPr lang="en-US" altLang="en-US" sz="3200" b="1" dirty="0" err="1">
                <a:cs typeface="Arial" panose="020B0604020202020204" pitchFamily="34" charset="0"/>
              </a:rPr>
              <a:t>dụng</a:t>
            </a:r>
            <a:endParaRPr lang="en-US" altLang="en-US" sz="3200" b="1" dirty="0">
              <a:cs typeface="Arial" panose="020B0604020202020204" pitchFamily="34" charset="0"/>
            </a:endParaRPr>
          </a:p>
        </p:txBody>
      </p:sp>
      <p:sp>
        <p:nvSpPr>
          <p:cNvPr id="3" name="TextBox 1">
            <a:extLst>
              <a:ext uri="{FF2B5EF4-FFF2-40B4-BE49-F238E27FC236}">
                <a16:creationId xmlns:a16="http://schemas.microsoft.com/office/drawing/2014/main" id="{E34591D9-9E35-52CC-2B93-504E66169804}"/>
              </a:ext>
            </a:extLst>
          </p:cNvPr>
          <p:cNvSpPr txBox="1">
            <a:spLocks noChangeArrowheads="1"/>
          </p:cNvSpPr>
          <p:nvPr/>
        </p:nvSpPr>
        <p:spPr bwMode="auto">
          <a:xfrm>
            <a:off x="-2620" y="677652"/>
            <a:ext cx="1221039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ts val="450"/>
              </a:spcBef>
              <a:spcAft>
                <a:spcPts val="450"/>
              </a:spcAft>
              <a:buNone/>
            </a:pPr>
            <a:r>
              <a:rPr lang="en-US" altLang="en-US" sz="2000" b="1" dirty="0" err="1">
                <a:cs typeface="Arial" panose="020B0604020202020204" pitchFamily="34" charset="0"/>
              </a:rPr>
              <a:t>Đặc</a:t>
            </a:r>
            <a:r>
              <a:rPr lang="en-US" altLang="en-US" sz="2000" b="1" dirty="0">
                <a:cs typeface="Arial" panose="020B0604020202020204" pitchFamily="34" charset="0"/>
              </a:rPr>
              <a:t> </a:t>
            </a:r>
            <a:r>
              <a:rPr lang="en-US" altLang="en-US" sz="2000" b="1" dirty="0" err="1">
                <a:cs typeface="Arial" panose="020B0604020202020204" pitchFamily="34" charset="0"/>
              </a:rPr>
              <a:t>điểm</a:t>
            </a:r>
            <a:r>
              <a:rPr lang="en-US" altLang="en-US" sz="2000" b="1" dirty="0">
                <a:cs typeface="Arial" panose="020B0604020202020204" pitchFamily="34" charset="0"/>
              </a:rPr>
              <a:t> </a:t>
            </a:r>
            <a:r>
              <a:rPr lang="en-US" altLang="en-US" sz="2000" b="1" dirty="0" err="1">
                <a:cs typeface="Arial" panose="020B0604020202020204" pitchFamily="34" charset="0"/>
              </a:rPr>
              <a:t>của</a:t>
            </a:r>
            <a:r>
              <a:rPr lang="en-US" altLang="en-US" sz="2000" b="1" dirty="0">
                <a:cs typeface="Arial" panose="020B0604020202020204" pitchFamily="34" charset="0"/>
              </a:rPr>
              <a:t> </a:t>
            </a:r>
            <a:r>
              <a:rPr lang="en-US" altLang="en-US" sz="2000" b="1" dirty="0" err="1">
                <a:cs typeface="Arial" panose="020B0604020202020204" pitchFamily="34" charset="0"/>
              </a:rPr>
              <a:t>tập</a:t>
            </a:r>
            <a:r>
              <a:rPr lang="en-US" altLang="en-US" sz="2000" b="1" dirty="0">
                <a:cs typeface="Arial" panose="020B0604020202020204" pitchFamily="34" charset="0"/>
              </a:rPr>
              <a:t> </a:t>
            </a:r>
            <a:r>
              <a:rPr lang="en-US" altLang="en-US" sz="2000" b="1" dirty="0" err="1">
                <a:cs typeface="Arial" panose="020B0604020202020204" pitchFamily="34" charset="0"/>
              </a:rPr>
              <a:t>dữ</a:t>
            </a:r>
            <a:r>
              <a:rPr lang="en-US" altLang="en-US" sz="2000" b="1" dirty="0">
                <a:cs typeface="Arial" panose="020B0604020202020204" pitchFamily="34" charset="0"/>
              </a:rPr>
              <a:t> </a:t>
            </a:r>
            <a:r>
              <a:rPr lang="en-US" altLang="en-US" sz="2000" b="1" dirty="0" err="1">
                <a:cs typeface="Arial" panose="020B0604020202020204" pitchFamily="34" charset="0"/>
              </a:rPr>
              <a:t>liệu</a:t>
            </a:r>
            <a:endParaRPr lang="en-US" altLang="en-US" sz="2000" b="1" dirty="0">
              <a:cs typeface="Arial" panose="020B0604020202020204" pitchFamily="34" charset="0"/>
            </a:endParaRPr>
          </a:p>
        </p:txBody>
      </p:sp>
      <p:sp>
        <p:nvSpPr>
          <p:cNvPr id="8" name="TextBox 1">
            <a:extLst>
              <a:ext uri="{FF2B5EF4-FFF2-40B4-BE49-F238E27FC236}">
                <a16:creationId xmlns:a16="http://schemas.microsoft.com/office/drawing/2014/main" id="{B7F629A8-45BB-274C-DA73-CFABE55F06ED}"/>
              </a:ext>
            </a:extLst>
          </p:cNvPr>
          <p:cNvSpPr txBox="1">
            <a:spLocks noChangeArrowheads="1"/>
          </p:cNvSpPr>
          <p:nvPr/>
        </p:nvSpPr>
        <p:spPr bwMode="auto">
          <a:xfrm>
            <a:off x="4420461" y="5129876"/>
            <a:ext cx="486292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ts val="450"/>
              </a:spcBef>
              <a:spcAft>
                <a:spcPts val="450"/>
              </a:spcAft>
              <a:buNone/>
            </a:pPr>
            <a:r>
              <a:rPr lang="en-US" altLang="en-US" sz="2000" err="1">
                <a:cs typeface="Arial" panose="020B0604020202020204" pitchFamily="34" charset="0"/>
              </a:rPr>
              <a:t>Hình</a:t>
            </a:r>
            <a:r>
              <a:rPr lang="en-US" altLang="en-US" sz="2000">
                <a:cs typeface="Arial" panose="020B0604020202020204" pitchFamily="34" charset="0"/>
              </a:rPr>
              <a:t> 4. </a:t>
            </a:r>
            <a:r>
              <a:rPr lang="en-US" altLang="en-US" sz="2000" err="1">
                <a:cs typeface="Arial" panose="020B0604020202020204" pitchFamily="34" charset="0"/>
              </a:rPr>
              <a:t>Tổng</a:t>
            </a:r>
            <a:r>
              <a:rPr lang="en-US" altLang="en-US" sz="2000">
                <a:cs typeface="Arial" panose="020B0604020202020204" pitchFamily="34" charset="0"/>
              </a:rPr>
              <a:t> </a:t>
            </a:r>
            <a:r>
              <a:rPr lang="en-US" altLang="en-US" sz="2000" err="1">
                <a:cs typeface="Arial" panose="020B0604020202020204" pitchFamily="34" charset="0"/>
              </a:rPr>
              <a:t>quan</a:t>
            </a:r>
            <a:r>
              <a:rPr lang="en-US" altLang="en-US" sz="2000">
                <a:cs typeface="Arial" panose="020B0604020202020204" pitchFamily="34" charset="0"/>
              </a:rPr>
              <a:t> </a:t>
            </a:r>
            <a:r>
              <a:rPr lang="en-US" altLang="en-US" sz="2000" err="1">
                <a:cs typeface="Arial" panose="020B0604020202020204" pitchFamily="34" charset="0"/>
              </a:rPr>
              <a:t>tập</a:t>
            </a:r>
            <a:r>
              <a:rPr lang="en-US" altLang="en-US" sz="2000">
                <a:cs typeface="Arial" panose="020B0604020202020204" pitchFamily="34" charset="0"/>
              </a:rPr>
              <a:t> </a:t>
            </a:r>
            <a:r>
              <a:rPr lang="en-US" altLang="en-US" sz="2000" err="1">
                <a:cs typeface="Arial" panose="020B0604020202020204" pitchFamily="34" charset="0"/>
              </a:rPr>
              <a:t>dữ</a:t>
            </a:r>
            <a:r>
              <a:rPr lang="en-US" altLang="en-US" sz="2000">
                <a:cs typeface="Arial" panose="020B0604020202020204" pitchFamily="34" charset="0"/>
              </a:rPr>
              <a:t> </a:t>
            </a:r>
            <a:r>
              <a:rPr lang="en-US" altLang="en-US" sz="2000" err="1">
                <a:cs typeface="Arial" panose="020B0604020202020204" pitchFamily="34" charset="0"/>
              </a:rPr>
              <a:t>liệu</a:t>
            </a:r>
            <a:endParaRPr lang="en-US" altLang="en-US" sz="2000">
              <a:cs typeface="Arial" panose="020B0604020202020204" pitchFamily="34" charset="0"/>
            </a:endParaRPr>
          </a:p>
        </p:txBody>
      </p:sp>
      <p:pic>
        <p:nvPicPr>
          <p:cNvPr id="9" name="Picture 8">
            <a:extLst>
              <a:ext uri="{FF2B5EF4-FFF2-40B4-BE49-F238E27FC236}">
                <a16:creationId xmlns:a16="http://schemas.microsoft.com/office/drawing/2014/main" id="{FEE88F0E-768B-F75C-1E5B-04C85F7EC592}"/>
              </a:ext>
            </a:extLst>
          </p:cNvPr>
          <p:cNvPicPr/>
          <p:nvPr/>
        </p:nvPicPr>
        <p:blipFill>
          <a:blip r:embed="rId2"/>
          <a:stretch>
            <a:fillRect/>
          </a:stretch>
        </p:blipFill>
        <p:spPr>
          <a:xfrm>
            <a:off x="4007768" y="1792856"/>
            <a:ext cx="4663048" cy="3272287"/>
          </a:xfrm>
          <a:prstGeom prst="rect">
            <a:avLst/>
          </a:prstGeom>
        </p:spPr>
      </p:pic>
    </p:spTree>
    <p:extLst>
      <p:ext uri="{BB962C8B-B14F-4D97-AF65-F5344CB8AC3E}">
        <p14:creationId xmlns:p14="http://schemas.microsoft.com/office/powerpoint/2010/main" val="2145365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1">
            <a:extLst>
              <a:ext uri="{FF2B5EF4-FFF2-40B4-BE49-F238E27FC236}">
                <a16:creationId xmlns:a16="http://schemas.microsoft.com/office/drawing/2014/main" id="{E08ECBEB-2701-062A-8BE6-363497690E6E}"/>
              </a:ext>
            </a:extLst>
          </p:cNvPr>
          <p:cNvSpPr txBox="1">
            <a:spLocks noChangeArrowheads="1"/>
          </p:cNvSpPr>
          <p:nvPr/>
        </p:nvSpPr>
        <p:spPr bwMode="auto">
          <a:xfrm>
            <a:off x="4896" y="0"/>
            <a:ext cx="1221039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ts val="450"/>
              </a:spcBef>
              <a:spcAft>
                <a:spcPts val="450"/>
              </a:spcAft>
              <a:buNone/>
            </a:pPr>
            <a:r>
              <a:rPr lang="en-US" altLang="en-US" sz="3200" b="1" dirty="0">
                <a:cs typeface="Arial" panose="020B0604020202020204" pitchFamily="34" charset="0"/>
              </a:rPr>
              <a:t>3. </a:t>
            </a:r>
            <a:r>
              <a:rPr lang="en-US" altLang="en-US" sz="3200" b="1" dirty="0" err="1">
                <a:cs typeface="Arial" panose="020B0604020202020204" pitchFamily="34" charset="0"/>
              </a:rPr>
              <a:t>Xây</a:t>
            </a:r>
            <a:r>
              <a:rPr lang="en-US" altLang="en-US" sz="3200" b="1" dirty="0">
                <a:cs typeface="Arial" panose="020B0604020202020204" pitchFamily="34" charset="0"/>
              </a:rPr>
              <a:t> </a:t>
            </a:r>
            <a:r>
              <a:rPr lang="en-US" altLang="en-US" sz="3200" b="1" dirty="0" err="1">
                <a:cs typeface="Arial" panose="020B0604020202020204" pitchFamily="34" charset="0"/>
              </a:rPr>
              <a:t>dựng</a:t>
            </a:r>
            <a:r>
              <a:rPr lang="en-US" altLang="en-US" sz="3200" b="1" dirty="0">
                <a:cs typeface="Arial" panose="020B0604020202020204" pitchFamily="34" charset="0"/>
              </a:rPr>
              <a:t> </a:t>
            </a:r>
            <a:r>
              <a:rPr lang="en-US" altLang="en-US" sz="3200" b="1" dirty="0" err="1">
                <a:cs typeface="Arial" panose="020B0604020202020204" pitchFamily="34" charset="0"/>
              </a:rPr>
              <a:t>ứng</a:t>
            </a:r>
            <a:r>
              <a:rPr lang="en-US" altLang="en-US" sz="3200" b="1" dirty="0">
                <a:cs typeface="Arial" panose="020B0604020202020204" pitchFamily="34" charset="0"/>
              </a:rPr>
              <a:t> </a:t>
            </a:r>
            <a:r>
              <a:rPr lang="en-US" altLang="en-US" sz="3200" b="1" dirty="0" err="1">
                <a:cs typeface="Arial" panose="020B0604020202020204" pitchFamily="34" charset="0"/>
              </a:rPr>
              <a:t>dụng</a:t>
            </a:r>
            <a:endParaRPr lang="en-US" altLang="en-US" sz="3200" b="1" dirty="0">
              <a:cs typeface="Arial" panose="020B0604020202020204" pitchFamily="34" charset="0"/>
            </a:endParaRPr>
          </a:p>
        </p:txBody>
      </p:sp>
      <p:sp>
        <p:nvSpPr>
          <p:cNvPr id="3" name="TextBox 1">
            <a:extLst>
              <a:ext uri="{FF2B5EF4-FFF2-40B4-BE49-F238E27FC236}">
                <a16:creationId xmlns:a16="http://schemas.microsoft.com/office/drawing/2014/main" id="{E34591D9-9E35-52CC-2B93-504E66169804}"/>
              </a:ext>
            </a:extLst>
          </p:cNvPr>
          <p:cNvSpPr txBox="1">
            <a:spLocks noChangeArrowheads="1"/>
          </p:cNvSpPr>
          <p:nvPr/>
        </p:nvSpPr>
        <p:spPr bwMode="auto">
          <a:xfrm>
            <a:off x="335361" y="584775"/>
            <a:ext cx="1185174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ts val="450"/>
              </a:spcBef>
              <a:spcAft>
                <a:spcPts val="450"/>
              </a:spcAft>
              <a:buNone/>
            </a:pPr>
            <a:r>
              <a:rPr lang="en-US" altLang="en-US" sz="2000" b="1" dirty="0" err="1">
                <a:cs typeface="Arial" panose="020B0604020202020204" pitchFamily="34" charset="0"/>
              </a:rPr>
              <a:t>Đặc</a:t>
            </a:r>
            <a:r>
              <a:rPr lang="en-US" altLang="en-US" sz="2000" b="1" dirty="0">
                <a:cs typeface="Arial" panose="020B0604020202020204" pitchFamily="34" charset="0"/>
              </a:rPr>
              <a:t> </a:t>
            </a:r>
            <a:r>
              <a:rPr lang="en-US" altLang="en-US" sz="2000" b="1" dirty="0" err="1">
                <a:cs typeface="Arial" panose="020B0604020202020204" pitchFamily="34" charset="0"/>
              </a:rPr>
              <a:t>điểm</a:t>
            </a:r>
            <a:r>
              <a:rPr lang="en-US" altLang="en-US" sz="2000" b="1" dirty="0">
                <a:cs typeface="Arial" panose="020B0604020202020204" pitchFamily="34" charset="0"/>
              </a:rPr>
              <a:t> </a:t>
            </a:r>
            <a:r>
              <a:rPr lang="en-US" altLang="en-US" sz="2000" b="1" dirty="0" err="1">
                <a:cs typeface="Arial" panose="020B0604020202020204" pitchFamily="34" charset="0"/>
              </a:rPr>
              <a:t>của</a:t>
            </a:r>
            <a:r>
              <a:rPr lang="en-US" altLang="en-US" sz="2000" b="1" dirty="0">
                <a:cs typeface="Arial" panose="020B0604020202020204" pitchFamily="34" charset="0"/>
              </a:rPr>
              <a:t> </a:t>
            </a:r>
            <a:r>
              <a:rPr lang="en-US" altLang="en-US" sz="2000" b="1" dirty="0" err="1">
                <a:cs typeface="Arial" panose="020B0604020202020204" pitchFamily="34" charset="0"/>
              </a:rPr>
              <a:t>tập</a:t>
            </a:r>
            <a:r>
              <a:rPr lang="en-US" altLang="en-US" sz="2000" b="1" dirty="0">
                <a:cs typeface="Arial" panose="020B0604020202020204" pitchFamily="34" charset="0"/>
              </a:rPr>
              <a:t> </a:t>
            </a:r>
            <a:r>
              <a:rPr lang="en-US" altLang="en-US" sz="2000" b="1" dirty="0" err="1">
                <a:cs typeface="Arial" panose="020B0604020202020204" pitchFamily="34" charset="0"/>
              </a:rPr>
              <a:t>dữ</a:t>
            </a:r>
            <a:r>
              <a:rPr lang="en-US" altLang="en-US" sz="2000" b="1" dirty="0">
                <a:cs typeface="Arial" panose="020B0604020202020204" pitchFamily="34" charset="0"/>
              </a:rPr>
              <a:t> </a:t>
            </a:r>
            <a:r>
              <a:rPr lang="en-US" altLang="en-US" sz="2000" b="1" dirty="0" err="1">
                <a:cs typeface="Arial" panose="020B0604020202020204" pitchFamily="34" charset="0"/>
              </a:rPr>
              <a:t>liệu</a:t>
            </a:r>
            <a:endParaRPr lang="en-US" altLang="en-US" sz="2000" b="1" dirty="0">
              <a:cs typeface="Arial" panose="020B0604020202020204" pitchFamily="34" charset="0"/>
            </a:endParaRPr>
          </a:p>
        </p:txBody>
      </p:sp>
      <p:sp>
        <p:nvSpPr>
          <p:cNvPr id="4" name="TextBox 1">
            <a:extLst>
              <a:ext uri="{FF2B5EF4-FFF2-40B4-BE49-F238E27FC236}">
                <a16:creationId xmlns:a16="http://schemas.microsoft.com/office/drawing/2014/main" id="{E8FDC48F-A672-0E44-83FF-3F6AB0519E36}"/>
              </a:ext>
            </a:extLst>
          </p:cNvPr>
          <p:cNvSpPr txBox="1">
            <a:spLocks noChangeArrowheads="1"/>
          </p:cNvSpPr>
          <p:nvPr/>
        </p:nvSpPr>
        <p:spPr bwMode="auto">
          <a:xfrm>
            <a:off x="3071664" y="5732218"/>
            <a:ext cx="603255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ts val="450"/>
              </a:spcBef>
              <a:spcAft>
                <a:spcPts val="450"/>
              </a:spcAft>
              <a:buNone/>
            </a:pPr>
            <a:r>
              <a:rPr lang="en-US" altLang="en-US" sz="2000" dirty="0" err="1">
                <a:cs typeface="Arial" panose="020B0604020202020204" pitchFamily="34" charset="0"/>
              </a:rPr>
              <a:t>Hình</a:t>
            </a:r>
            <a:r>
              <a:rPr lang="en-US" altLang="en-US" sz="2000" dirty="0">
                <a:cs typeface="Arial" panose="020B0604020202020204" pitchFamily="34" charset="0"/>
              </a:rPr>
              <a:t> 5. </a:t>
            </a:r>
            <a:r>
              <a:rPr lang="en-US" altLang="en-US" sz="2000" dirty="0" err="1">
                <a:cs typeface="Arial" panose="020B0604020202020204" pitchFamily="34" charset="0"/>
              </a:rPr>
              <a:t>Biểu</a:t>
            </a:r>
            <a:r>
              <a:rPr lang="en-US" altLang="en-US" sz="2000" dirty="0">
                <a:cs typeface="Arial" panose="020B0604020202020204" pitchFamily="34" charset="0"/>
              </a:rPr>
              <a:t> </a:t>
            </a:r>
            <a:r>
              <a:rPr lang="en-US" altLang="en-US" sz="2000" dirty="0" err="1">
                <a:cs typeface="Arial" panose="020B0604020202020204" pitchFamily="34" charset="0"/>
              </a:rPr>
              <a:t>đồ</a:t>
            </a:r>
            <a:r>
              <a:rPr lang="en-US" altLang="en-US" sz="2000" dirty="0">
                <a:cs typeface="Arial" panose="020B0604020202020204" pitchFamily="34" charset="0"/>
              </a:rPr>
              <a:t> </a:t>
            </a:r>
            <a:r>
              <a:rPr lang="en-US" altLang="en-US" sz="2000" dirty="0" err="1">
                <a:cs typeface="Arial" panose="020B0604020202020204" pitchFamily="34" charset="0"/>
              </a:rPr>
              <a:t>phân</a:t>
            </a:r>
            <a:r>
              <a:rPr lang="en-US" altLang="en-US" sz="2000" dirty="0">
                <a:cs typeface="Arial" panose="020B0604020202020204" pitchFamily="34" charset="0"/>
              </a:rPr>
              <a:t> </a:t>
            </a:r>
            <a:r>
              <a:rPr lang="en-US" altLang="en-US" sz="2000" dirty="0" err="1">
                <a:cs typeface="Arial" panose="020B0604020202020204" pitchFamily="34" charset="0"/>
              </a:rPr>
              <a:t>phối</a:t>
            </a:r>
            <a:r>
              <a:rPr lang="en-US" altLang="en-US" sz="2000" dirty="0">
                <a:cs typeface="Arial" panose="020B0604020202020204" pitchFamily="34" charset="0"/>
              </a:rPr>
              <a:t> </a:t>
            </a:r>
            <a:r>
              <a:rPr lang="en-US" altLang="en-US" sz="2000" dirty="0" err="1">
                <a:cs typeface="Arial" panose="020B0604020202020204" pitchFamily="34" charset="0"/>
              </a:rPr>
              <a:t>các</a:t>
            </a:r>
            <a:r>
              <a:rPr lang="en-US" altLang="en-US" sz="2000" dirty="0">
                <a:cs typeface="Arial" panose="020B0604020202020204" pitchFamily="34" charset="0"/>
              </a:rPr>
              <a:t> </a:t>
            </a:r>
            <a:r>
              <a:rPr lang="en-US" altLang="en-US" sz="2000" dirty="0" err="1">
                <a:cs typeface="Arial" panose="020B0604020202020204" pitchFamily="34" charset="0"/>
              </a:rPr>
              <a:t>giá</a:t>
            </a:r>
            <a:r>
              <a:rPr lang="en-US" altLang="en-US" sz="2000" dirty="0">
                <a:cs typeface="Arial" panose="020B0604020202020204" pitchFamily="34" charset="0"/>
              </a:rPr>
              <a:t> </a:t>
            </a:r>
            <a:r>
              <a:rPr lang="en-US" altLang="en-US" sz="2000" dirty="0" err="1">
                <a:cs typeface="Arial" panose="020B0604020202020204" pitchFamily="34" charset="0"/>
              </a:rPr>
              <a:t>trị</a:t>
            </a:r>
            <a:r>
              <a:rPr lang="en-US" altLang="en-US" sz="2000" dirty="0">
                <a:cs typeface="Arial" panose="020B0604020202020204" pitchFamily="34" charset="0"/>
              </a:rPr>
              <a:t> </a:t>
            </a:r>
            <a:r>
              <a:rPr lang="en-US" altLang="en-US" sz="2000" dirty="0" err="1">
                <a:cs typeface="Arial" panose="020B0604020202020204" pitchFamily="34" charset="0"/>
              </a:rPr>
              <a:t>của</a:t>
            </a:r>
            <a:r>
              <a:rPr lang="en-US" altLang="en-US" sz="2000" dirty="0">
                <a:cs typeface="Arial" panose="020B0604020202020204" pitchFamily="34" charset="0"/>
              </a:rPr>
              <a:t> </a:t>
            </a:r>
            <a:r>
              <a:rPr lang="en-US" altLang="en-US" sz="2000" dirty="0" err="1">
                <a:cs typeface="Arial" panose="020B0604020202020204" pitchFamily="34" charset="0"/>
              </a:rPr>
              <a:t>tập</a:t>
            </a:r>
            <a:r>
              <a:rPr lang="en-US" altLang="en-US" sz="2000" dirty="0">
                <a:cs typeface="Arial" panose="020B0604020202020204" pitchFamily="34" charset="0"/>
              </a:rPr>
              <a:t> </a:t>
            </a:r>
            <a:r>
              <a:rPr lang="en-US" altLang="en-US" sz="2000" dirty="0" err="1">
                <a:cs typeface="Arial" panose="020B0604020202020204" pitchFamily="34" charset="0"/>
              </a:rPr>
              <a:t>dữ</a:t>
            </a:r>
            <a:r>
              <a:rPr lang="en-US" altLang="en-US" sz="2000" dirty="0">
                <a:cs typeface="Arial" panose="020B0604020202020204" pitchFamily="34" charset="0"/>
              </a:rPr>
              <a:t> </a:t>
            </a:r>
            <a:r>
              <a:rPr lang="en-US" altLang="en-US" sz="2000" dirty="0" err="1">
                <a:cs typeface="Arial" panose="020B0604020202020204" pitchFamily="34" charset="0"/>
              </a:rPr>
              <a:t>liệu</a:t>
            </a:r>
            <a:endParaRPr lang="en-US" altLang="en-US" sz="2000" dirty="0">
              <a:cs typeface="Arial" panose="020B0604020202020204" pitchFamily="34" charset="0"/>
            </a:endParaRPr>
          </a:p>
        </p:txBody>
      </p:sp>
      <p:pic>
        <p:nvPicPr>
          <p:cNvPr id="5" name="Picture 4">
            <a:extLst>
              <a:ext uri="{FF2B5EF4-FFF2-40B4-BE49-F238E27FC236}">
                <a16:creationId xmlns:a16="http://schemas.microsoft.com/office/drawing/2014/main" id="{9B9D1D49-0FAF-A787-3CB4-59D6BC9C5F95}"/>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15680" y="1127763"/>
            <a:ext cx="5888537" cy="4409177"/>
          </a:xfrm>
          <a:prstGeom prst="rect">
            <a:avLst/>
          </a:prstGeom>
          <a:noFill/>
          <a:ln>
            <a:noFill/>
          </a:ln>
        </p:spPr>
      </p:pic>
    </p:spTree>
    <p:extLst>
      <p:ext uri="{BB962C8B-B14F-4D97-AF65-F5344CB8AC3E}">
        <p14:creationId xmlns:p14="http://schemas.microsoft.com/office/powerpoint/2010/main" val="33022482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1">
            <a:extLst>
              <a:ext uri="{FF2B5EF4-FFF2-40B4-BE49-F238E27FC236}">
                <a16:creationId xmlns:a16="http://schemas.microsoft.com/office/drawing/2014/main" id="{E08ECBEB-2701-062A-8BE6-363497690E6E}"/>
              </a:ext>
            </a:extLst>
          </p:cNvPr>
          <p:cNvSpPr txBox="1">
            <a:spLocks noChangeArrowheads="1"/>
          </p:cNvSpPr>
          <p:nvPr/>
        </p:nvSpPr>
        <p:spPr bwMode="auto">
          <a:xfrm>
            <a:off x="-22715" y="0"/>
            <a:ext cx="1209538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ts val="450"/>
              </a:spcBef>
              <a:spcAft>
                <a:spcPts val="450"/>
              </a:spcAft>
              <a:buNone/>
            </a:pPr>
            <a:r>
              <a:rPr lang="en-US" altLang="en-US" sz="3200" b="1" dirty="0">
                <a:cs typeface="Arial" panose="020B0604020202020204" pitchFamily="34" charset="0"/>
              </a:rPr>
              <a:t>3. </a:t>
            </a:r>
            <a:r>
              <a:rPr lang="en-US" altLang="en-US" sz="3200" b="1" dirty="0" err="1">
                <a:cs typeface="Arial" panose="020B0604020202020204" pitchFamily="34" charset="0"/>
              </a:rPr>
              <a:t>Xây</a:t>
            </a:r>
            <a:r>
              <a:rPr lang="en-US" altLang="en-US" sz="3200" b="1" dirty="0">
                <a:cs typeface="Arial" panose="020B0604020202020204" pitchFamily="34" charset="0"/>
              </a:rPr>
              <a:t> </a:t>
            </a:r>
            <a:r>
              <a:rPr lang="en-US" altLang="en-US" sz="3200" b="1" dirty="0" err="1">
                <a:cs typeface="Arial" panose="020B0604020202020204" pitchFamily="34" charset="0"/>
              </a:rPr>
              <a:t>dựng</a:t>
            </a:r>
            <a:r>
              <a:rPr lang="en-US" altLang="en-US" sz="3200" b="1" dirty="0">
                <a:cs typeface="Arial" panose="020B0604020202020204" pitchFamily="34" charset="0"/>
              </a:rPr>
              <a:t> </a:t>
            </a:r>
            <a:r>
              <a:rPr lang="en-US" altLang="en-US" sz="3200" b="1" dirty="0" err="1">
                <a:cs typeface="Arial" panose="020B0604020202020204" pitchFamily="34" charset="0"/>
              </a:rPr>
              <a:t>ứng</a:t>
            </a:r>
            <a:r>
              <a:rPr lang="en-US" altLang="en-US" sz="3200" b="1" dirty="0">
                <a:cs typeface="Arial" panose="020B0604020202020204" pitchFamily="34" charset="0"/>
              </a:rPr>
              <a:t> </a:t>
            </a:r>
            <a:r>
              <a:rPr lang="en-US" altLang="en-US" sz="3200" b="1" dirty="0" err="1">
                <a:cs typeface="Arial" panose="020B0604020202020204" pitchFamily="34" charset="0"/>
              </a:rPr>
              <a:t>dụng</a:t>
            </a:r>
            <a:endParaRPr lang="en-US" altLang="en-US" sz="3200" b="1" dirty="0">
              <a:cs typeface="Arial" panose="020B0604020202020204" pitchFamily="34" charset="0"/>
            </a:endParaRPr>
          </a:p>
        </p:txBody>
      </p:sp>
      <p:sp>
        <p:nvSpPr>
          <p:cNvPr id="6" name="TextBox 1">
            <a:extLst>
              <a:ext uri="{FF2B5EF4-FFF2-40B4-BE49-F238E27FC236}">
                <a16:creationId xmlns:a16="http://schemas.microsoft.com/office/drawing/2014/main" id="{F77D4766-0D69-915F-11BF-44948C5EE691}"/>
              </a:ext>
            </a:extLst>
          </p:cNvPr>
          <p:cNvSpPr txBox="1">
            <a:spLocks noChangeArrowheads="1"/>
          </p:cNvSpPr>
          <p:nvPr/>
        </p:nvSpPr>
        <p:spPr bwMode="auto">
          <a:xfrm>
            <a:off x="263352" y="595529"/>
            <a:ext cx="1180931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ts val="450"/>
              </a:spcBef>
              <a:spcAft>
                <a:spcPts val="450"/>
              </a:spcAft>
              <a:buNone/>
            </a:pPr>
            <a:r>
              <a:rPr lang="en-US" altLang="en-US" sz="2000" b="1" dirty="0">
                <a:cs typeface="Arial" panose="020B0604020202020204" pitchFamily="34" charset="0"/>
              </a:rPr>
              <a:t>Logistic regression</a:t>
            </a:r>
          </a:p>
        </p:txBody>
      </p:sp>
      <p:pic>
        <p:nvPicPr>
          <p:cNvPr id="10" name="Picture 9">
            <a:extLst>
              <a:ext uri="{FF2B5EF4-FFF2-40B4-BE49-F238E27FC236}">
                <a16:creationId xmlns:a16="http://schemas.microsoft.com/office/drawing/2014/main" id="{29066640-BD36-AD58-8EA7-1FABEE27FF96}"/>
              </a:ext>
            </a:extLst>
          </p:cNvPr>
          <p:cNvPicPr>
            <a:picLocks noChangeAspect="1"/>
          </p:cNvPicPr>
          <p:nvPr/>
        </p:nvPicPr>
        <p:blipFill>
          <a:blip r:embed="rId2"/>
          <a:stretch>
            <a:fillRect/>
          </a:stretch>
        </p:blipFill>
        <p:spPr>
          <a:xfrm>
            <a:off x="184447" y="4437112"/>
            <a:ext cx="4902085" cy="1692670"/>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B4A5D2F-C29B-506F-F966-D1F4910F0D62}"/>
                  </a:ext>
                </a:extLst>
              </p:cNvPr>
              <p:cNvSpPr txBox="1">
                <a:spLocks noChangeArrowheads="1"/>
              </p:cNvSpPr>
              <p:nvPr/>
            </p:nvSpPr>
            <p:spPr bwMode="auto">
              <a:xfrm>
                <a:off x="6024975" y="4729145"/>
                <a:ext cx="5040560" cy="82157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nSpc>
                    <a:spcPct val="107000"/>
                  </a:lnSpc>
                  <a:spcAft>
                    <a:spcPts val="800"/>
                  </a:spcAft>
                </a:pPr>
                <a:r>
                  <a:rPr lang="en-US" sz="1800" dirty="0" err="1">
                    <a:effectLst/>
                    <a:ea typeface="Times New Roman" panose="02020603050405020304" pitchFamily="18" charset="0"/>
                    <a:cs typeface="Arial" panose="020B0604020202020204" pitchFamily="34" charset="0"/>
                  </a:rPr>
                  <a:t>Nếu</a:t>
                </a:r>
                <a:r>
                  <a:rPr lang="en-US" sz="1800" dirty="0">
                    <a:effectLst/>
                    <a:ea typeface="Times New Roman" panose="02020603050405020304" pitchFamily="18" charset="0"/>
                    <a:cs typeface="Arial" panose="020B0604020202020204" pitchFamily="34" charset="0"/>
                  </a:rPr>
                  <a:t> </a:t>
                </a:r>
                <a:r>
                  <a:rPr lang="el-GR" sz="1800" dirty="0">
                    <a:ea typeface="Times New Roman" panose="02020603050405020304" pitchFamily="18" charset="0"/>
                    <a:cs typeface="Arial" panose="020B0604020202020204" pitchFamily="34" charset="0"/>
                  </a:rPr>
                  <a:t>σ(</a:t>
                </a:r>
                <a:r>
                  <a:rPr lang="en-US" sz="1800" dirty="0">
                    <a:ea typeface="Times New Roman" panose="02020603050405020304" pitchFamily="18" charset="0"/>
                    <a:cs typeface="Arial" panose="020B0604020202020204" pitchFamily="34" charset="0"/>
                  </a:rPr>
                  <a:t>z) </a:t>
                </a:r>
                <a14:m>
                  <m:oMath xmlns:m="http://schemas.openxmlformats.org/officeDocument/2006/math">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sz="1800" dirty="0">
                    <a:effectLst/>
                    <a:ea typeface="Times New Roman" panose="02020603050405020304" pitchFamily="18" charset="0"/>
                    <a:cs typeface="Arial" panose="020B0604020202020204" pitchFamily="34" charset="0"/>
                  </a:rPr>
                  <a:t> 0.5 </a:t>
                </a:r>
                <a:r>
                  <a:rPr lang="en-US" sz="1800" dirty="0" err="1">
                    <a:effectLst/>
                    <a:ea typeface="Times New Roman" panose="02020603050405020304" pitchFamily="18" charset="0"/>
                    <a:cs typeface="Arial" panose="020B0604020202020204" pitchFamily="34" charset="0"/>
                  </a:rPr>
                  <a:t>thì</a:t>
                </a:r>
                <a:r>
                  <a:rPr lang="en-US" sz="1800" dirty="0">
                    <a:effectLst/>
                    <a:ea typeface="Times New Roman" panose="02020603050405020304" pitchFamily="18" charset="0"/>
                    <a:cs typeface="Arial" panose="020B0604020202020204" pitchFamily="34" charset="0"/>
                  </a:rPr>
                  <a:t> </a:t>
                </a:r>
                <a:r>
                  <a:rPr lang="en-US" sz="1800" dirty="0" err="1">
                    <a:effectLst/>
                    <a:ea typeface="Times New Roman" panose="02020603050405020304" pitchFamily="18" charset="0"/>
                    <a:cs typeface="Arial" panose="020B0604020202020204" pitchFamily="34" charset="0"/>
                  </a:rPr>
                  <a:t>kết</a:t>
                </a:r>
                <a:r>
                  <a:rPr lang="en-US" sz="1800" dirty="0">
                    <a:effectLst/>
                    <a:ea typeface="Times New Roman" panose="02020603050405020304" pitchFamily="18" charset="0"/>
                    <a:cs typeface="Arial" panose="020B0604020202020204" pitchFamily="34" charset="0"/>
                  </a:rPr>
                  <a:t> </a:t>
                </a:r>
                <a:r>
                  <a:rPr lang="en-US" sz="1800" dirty="0" err="1">
                    <a:effectLst/>
                    <a:ea typeface="Times New Roman" panose="02020603050405020304" pitchFamily="18" charset="0"/>
                    <a:cs typeface="Arial" panose="020B0604020202020204" pitchFamily="34" charset="0"/>
                  </a:rPr>
                  <a:t>quả</a:t>
                </a:r>
                <a:r>
                  <a:rPr lang="en-US" sz="1800" dirty="0">
                    <a:effectLst/>
                    <a:ea typeface="Times New Roman" panose="02020603050405020304" pitchFamily="18" charset="0"/>
                    <a:cs typeface="Arial" panose="020B0604020202020204" pitchFamily="34" charset="0"/>
                  </a:rPr>
                  <a:t> </a:t>
                </a:r>
                <a:r>
                  <a:rPr lang="en-US" sz="1800" dirty="0" err="1">
                    <a:effectLst/>
                    <a:ea typeface="Times New Roman" panose="02020603050405020304" pitchFamily="18" charset="0"/>
                    <a:cs typeface="Arial" panose="020B0604020202020204" pitchFamily="34" charset="0"/>
                  </a:rPr>
                  <a:t>dự</a:t>
                </a:r>
                <a:r>
                  <a:rPr lang="en-US" sz="1800" dirty="0">
                    <a:effectLst/>
                    <a:ea typeface="Times New Roman" panose="02020603050405020304" pitchFamily="18" charset="0"/>
                    <a:cs typeface="Arial" panose="020B0604020202020204" pitchFamily="34" charset="0"/>
                  </a:rPr>
                  <a:t> </a:t>
                </a:r>
                <a:r>
                  <a:rPr lang="en-US" sz="1800" dirty="0" err="1">
                    <a:effectLst/>
                    <a:ea typeface="Times New Roman" panose="02020603050405020304" pitchFamily="18" charset="0"/>
                    <a:cs typeface="Arial" panose="020B0604020202020204" pitchFamily="34" charset="0"/>
                  </a:rPr>
                  <a:t>đoán</a:t>
                </a:r>
                <a:r>
                  <a:rPr lang="en-US" sz="1800" dirty="0">
                    <a:effectLst/>
                    <a:ea typeface="Times New Roman" panose="02020603050405020304" pitchFamily="18" charset="0"/>
                    <a:cs typeface="Arial" panose="020B0604020202020204" pitchFamily="34" charset="0"/>
                  </a:rPr>
                  <a:t> </a:t>
                </a:r>
                <a:r>
                  <a:rPr lang="en-US" sz="1800" dirty="0" err="1">
                    <a:effectLst/>
                    <a:ea typeface="Times New Roman" panose="02020603050405020304" pitchFamily="18" charset="0"/>
                    <a:cs typeface="Arial" panose="020B0604020202020204" pitchFamily="34" charset="0"/>
                  </a:rPr>
                  <a:t>được</a:t>
                </a:r>
                <a:r>
                  <a:rPr lang="en-US" sz="1800" dirty="0">
                    <a:effectLst/>
                    <a:ea typeface="Times New Roman" panose="02020603050405020304" pitchFamily="18" charset="0"/>
                    <a:cs typeface="Arial" panose="020B0604020202020204" pitchFamily="34" charset="0"/>
                  </a:rPr>
                  <a:t> </a:t>
                </a:r>
                <a:r>
                  <a:rPr lang="en-US" sz="1800" dirty="0" err="1">
                    <a:effectLst/>
                    <a:ea typeface="Times New Roman" panose="02020603050405020304" pitchFamily="18" charset="0"/>
                    <a:cs typeface="Arial" panose="020B0604020202020204" pitchFamily="34" charset="0"/>
                  </a:rPr>
                  <a:t>là</a:t>
                </a:r>
                <a:r>
                  <a:rPr lang="en-US" sz="1800" dirty="0">
                    <a:effectLst/>
                    <a:ea typeface="Times New Roman" panose="02020603050405020304" pitchFamily="18" charset="0"/>
                    <a:cs typeface="Arial" panose="020B0604020202020204" pitchFamily="34" charset="0"/>
                  </a:rPr>
                  <a:t> 1.</a:t>
                </a:r>
                <a:endParaRPr lang="en-US" sz="1800" dirty="0">
                  <a:effectLst/>
                  <a:ea typeface="Calibri" panose="020F0502020204030204" pitchFamily="34" charset="0"/>
                  <a:cs typeface="Arial" panose="020B0604020202020204" pitchFamily="34" charset="0"/>
                </a:endParaRPr>
              </a:p>
              <a:p>
                <a:pPr>
                  <a:lnSpc>
                    <a:spcPct val="107000"/>
                  </a:lnSpc>
                  <a:spcAft>
                    <a:spcPts val="800"/>
                  </a:spcAft>
                </a:pPr>
                <a:r>
                  <a:rPr lang="en-US" sz="1800" dirty="0" err="1">
                    <a:effectLst/>
                    <a:ea typeface="Times New Roman" panose="02020603050405020304" pitchFamily="18" charset="0"/>
                    <a:cs typeface="Arial" panose="020B0604020202020204" pitchFamily="34" charset="0"/>
                  </a:rPr>
                  <a:t>Nếu</a:t>
                </a:r>
                <a:r>
                  <a:rPr lang="en-US" sz="1800" dirty="0">
                    <a:effectLst/>
                    <a:ea typeface="Times New Roman" panose="02020603050405020304" pitchFamily="18" charset="0"/>
                    <a:cs typeface="Arial" panose="020B0604020202020204" pitchFamily="34" charset="0"/>
                  </a:rPr>
                  <a:t> </a:t>
                </a:r>
                <a:r>
                  <a:rPr lang="el-GR" sz="1800" dirty="0">
                    <a:ea typeface="Times New Roman" panose="02020603050405020304" pitchFamily="18" charset="0"/>
                    <a:cs typeface="Arial" panose="020B0604020202020204" pitchFamily="34" charset="0"/>
                  </a:rPr>
                  <a:t>σ(</a:t>
                </a:r>
                <a:r>
                  <a:rPr lang="en-US" sz="1800" dirty="0">
                    <a:ea typeface="Times New Roman" panose="02020603050405020304" pitchFamily="18" charset="0"/>
                    <a:cs typeface="Arial" panose="020B0604020202020204" pitchFamily="34" charset="0"/>
                  </a:rPr>
                  <a:t>z)</a:t>
                </a:r>
                <a:r>
                  <a:rPr lang="en-US" sz="1800" dirty="0">
                    <a:effectLst/>
                    <a:ea typeface="Times New Roman" panose="02020603050405020304" pitchFamily="18" charset="0"/>
                    <a:cs typeface="Arial" panose="020B0604020202020204" pitchFamily="34" charset="0"/>
                  </a:rPr>
                  <a:t> </a:t>
                </a:r>
                <a14:m>
                  <m:oMath xmlns:m="http://schemas.openxmlformats.org/officeDocument/2006/math">
                    <m:r>
                      <a:rPr lang="en-US" sz="1800" i="1" smtClean="0">
                        <a:effectLst/>
                        <a:latin typeface="Cambria Math" panose="02040503050406030204" pitchFamily="18" charset="0"/>
                        <a:ea typeface="Cambria Math" panose="02040503050406030204" pitchFamily="18" charset="0"/>
                        <a:cs typeface="Times New Roman" panose="02020603050405020304" pitchFamily="18" charset="0"/>
                      </a:rPr>
                      <m:t>&lt;</m:t>
                    </m:r>
                  </m:oMath>
                </a14:m>
                <a:r>
                  <a:rPr lang="en-US" sz="1800" dirty="0">
                    <a:effectLst/>
                    <a:ea typeface="Times New Roman" panose="02020603050405020304" pitchFamily="18" charset="0"/>
                    <a:cs typeface="Arial" panose="020B0604020202020204" pitchFamily="34" charset="0"/>
                  </a:rPr>
                  <a:t> 0.5 </a:t>
                </a:r>
                <a:r>
                  <a:rPr lang="en-US" sz="1800" dirty="0" err="1">
                    <a:effectLst/>
                    <a:ea typeface="Times New Roman" panose="02020603050405020304" pitchFamily="18" charset="0"/>
                    <a:cs typeface="Arial" panose="020B0604020202020204" pitchFamily="34" charset="0"/>
                  </a:rPr>
                  <a:t>thì</a:t>
                </a:r>
                <a:r>
                  <a:rPr lang="en-US" sz="1800" dirty="0">
                    <a:effectLst/>
                    <a:ea typeface="Times New Roman" panose="02020603050405020304" pitchFamily="18" charset="0"/>
                    <a:cs typeface="Arial" panose="020B0604020202020204" pitchFamily="34" charset="0"/>
                  </a:rPr>
                  <a:t> </a:t>
                </a:r>
                <a:r>
                  <a:rPr lang="en-US" sz="1800" dirty="0" err="1">
                    <a:effectLst/>
                    <a:ea typeface="Times New Roman" panose="02020603050405020304" pitchFamily="18" charset="0"/>
                    <a:cs typeface="Arial" panose="020B0604020202020204" pitchFamily="34" charset="0"/>
                  </a:rPr>
                  <a:t>kết</a:t>
                </a:r>
                <a:r>
                  <a:rPr lang="en-US" sz="1800" dirty="0">
                    <a:effectLst/>
                    <a:ea typeface="Times New Roman" panose="02020603050405020304" pitchFamily="18" charset="0"/>
                    <a:cs typeface="Arial" panose="020B0604020202020204" pitchFamily="34" charset="0"/>
                  </a:rPr>
                  <a:t> </a:t>
                </a:r>
                <a:r>
                  <a:rPr lang="en-US" sz="1800" dirty="0" err="1">
                    <a:effectLst/>
                    <a:ea typeface="Times New Roman" panose="02020603050405020304" pitchFamily="18" charset="0"/>
                    <a:cs typeface="Arial" panose="020B0604020202020204" pitchFamily="34" charset="0"/>
                  </a:rPr>
                  <a:t>quả</a:t>
                </a:r>
                <a:r>
                  <a:rPr lang="en-US" sz="1800" dirty="0">
                    <a:effectLst/>
                    <a:ea typeface="Times New Roman" panose="02020603050405020304" pitchFamily="18" charset="0"/>
                    <a:cs typeface="Arial" panose="020B0604020202020204" pitchFamily="34" charset="0"/>
                  </a:rPr>
                  <a:t> </a:t>
                </a:r>
                <a:r>
                  <a:rPr lang="en-US" sz="1800" dirty="0" err="1">
                    <a:effectLst/>
                    <a:ea typeface="Times New Roman" panose="02020603050405020304" pitchFamily="18" charset="0"/>
                    <a:cs typeface="Arial" panose="020B0604020202020204" pitchFamily="34" charset="0"/>
                  </a:rPr>
                  <a:t>dự</a:t>
                </a:r>
                <a:r>
                  <a:rPr lang="en-US" sz="1800" dirty="0">
                    <a:effectLst/>
                    <a:ea typeface="Times New Roman" panose="02020603050405020304" pitchFamily="18" charset="0"/>
                    <a:cs typeface="Arial" panose="020B0604020202020204" pitchFamily="34" charset="0"/>
                  </a:rPr>
                  <a:t> </a:t>
                </a:r>
                <a:r>
                  <a:rPr lang="en-US" sz="1800" dirty="0" err="1">
                    <a:effectLst/>
                    <a:ea typeface="Times New Roman" panose="02020603050405020304" pitchFamily="18" charset="0"/>
                    <a:cs typeface="Arial" panose="020B0604020202020204" pitchFamily="34" charset="0"/>
                  </a:rPr>
                  <a:t>đoán</a:t>
                </a:r>
                <a:r>
                  <a:rPr lang="en-US" sz="1800" dirty="0">
                    <a:effectLst/>
                    <a:ea typeface="Times New Roman" panose="02020603050405020304" pitchFamily="18" charset="0"/>
                    <a:cs typeface="Arial" panose="020B0604020202020204" pitchFamily="34" charset="0"/>
                  </a:rPr>
                  <a:t> </a:t>
                </a:r>
                <a:r>
                  <a:rPr lang="en-US" sz="1800" dirty="0" err="1">
                    <a:effectLst/>
                    <a:ea typeface="Times New Roman" panose="02020603050405020304" pitchFamily="18" charset="0"/>
                    <a:cs typeface="Arial" panose="020B0604020202020204" pitchFamily="34" charset="0"/>
                  </a:rPr>
                  <a:t>được</a:t>
                </a:r>
                <a:r>
                  <a:rPr lang="en-US" sz="1800" dirty="0">
                    <a:effectLst/>
                    <a:ea typeface="Times New Roman" panose="02020603050405020304" pitchFamily="18" charset="0"/>
                    <a:cs typeface="Arial" panose="020B0604020202020204" pitchFamily="34" charset="0"/>
                  </a:rPr>
                  <a:t> </a:t>
                </a:r>
                <a:r>
                  <a:rPr lang="en-US" sz="1800" dirty="0" err="1">
                    <a:effectLst/>
                    <a:ea typeface="Times New Roman" panose="02020603050405020304" pitchFamily="18" charset="0"/>
                    <a:cs typeface="Arial" panose="020B0604020202020204" pitchFamily="34" charset="0"/>
                  </a:rPr>
                  <a:t>là</a:t>
                </a:r>
                <a:r>
                  <a:rPr lang="en-US" sz="1800" dirty="0">
                    <a:effectLst/>
                    <a:ea typeface="Times New Roman" panose="02020603050405020304" pitchFamily="18" charset="0"/>
                    <a:cs typeface="Arial" panose="020B0604020202020204" pitchFamily="34" charset="0"/>
                  </a:rPr>
                  <a:t> 0.</a:t>
                </a:r>
                <a:endParaRPr lang="en-US" sz="1800" dirty="0">
                  <a:effectLst/>
                  <a:ea typeface="Calibri" panose="020F0502020204030204" pitchFamily="34" charset="0"/>
                  <a:cs typeface="Arial" panose="020B0604020202020204" pitchFamily="34" charset="0"/>
                </a:endParaRPr>
              </a:p>
            </p:txBody>
          </p:sp>
        </mc:Choice>
        <mc:Fallback xmlns="">
          <p:sp>
            <p:nvSpPr>
              <p:cNvPr id="11" name="TextBox 10">
                <a:extLst>
                  <a:ext uri="{FF2B5EF4-FFF2-40B4-BE49-F238E27FC236}">
                    <a16:creationId xmlns:a16="http://schemas.microsoft.com/office/drawing/2014/main" id="{AB4A5D2F-C29B-506F-F966-D1F4910F0D62}"/>
                  </a:ext>
                </a:extLst>
              </p:cNvPr>
              <p:cNvSpPr txBox="1">
                <a:spLocks noRot="1" noChangeAspect="1" noMove="1" noResize="1" noEditPoints="1" noAdjustHandles="1" noChangeArrowheads="1" noChangeShapeType="1" noTextEdit="1"/>
              </p:cNvSpPr>
              <p:nvPr/>
            </p:nvSpPr>
            <p:spPr bwMode="auto">
              <a:xfrm>
                <a:off x="6024975" y="4729145"/>
                <a:ext cx="5040560" cy="821572"/>
              </a:xfrm>
              <a:prstGeom prst="rect">
                <a:avLst/>
              </a:prstGeom>
              <a:blipFill>
                <a:blip r:embed="rId3"/>
                <a:stretch>
                  <a:fillRect l="-726" t="-4444" b="-1111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346ABF7-8359-850D-C9A9-6A9998AC2C58}"/>
                  </a:ext>
                </a:extLst>
              </p:cNvPr>
              <p:cNvSpPr txBox="1">
                <a:spLocks noChangeArrowheads="1"/>
              </p:cNvSpPr>
              <p:nvPr/>
            </p:nvSpPr>
            <p:spPr bwMode="auto">
              <a:xfrm>
                <a:off x="191344" y="1126605"/>
                <a:ext cx="11161240" cy="306071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nSpc>
                    <a:spcPct val="107000"/>
                  </a:lnSpc>
                  <a:spcAft>
                    <a:spcPts val="800"/>
                  </a:spcAft>
                  <a:buNone/>
                </a:pPr>
                <a:r>
                  <a:rPr lang="en-US" sz="1800" dirty="0">
                    <a:effectLst/>
                    <a:ea typeface="Calibri" panose="020F0502020204030204" pitchFamily="34" charset="0"/>
                    <a:cs typeface="Arial" panose="020B0604020202020204" pitchFamily="34" charset="0"/>
                  </a:rPr>
                  <a:t>	Logistic regression </a:t>
                </a:r>
                <a:r>
                  <a:rPr lang="en-US" sz="1800" dirty="0" err="1">
                    <a:effectLst/>
                    <a:ea typeface="Calibri" panose="020F0502020204030204" pitchFamily="34" charset="0"/>
                    <a:cs typeface="Arial" panose="020B0604020202020204" pitchFamily="34" charset="0"/>
                  </a:rPr>
                  <a:t>là</a:t>
                </a:r>
                <a:r>
                  <a:rPr lang="en-US" sz="1800" dirty="0">
                    <a:effectLst/>
                    <a:ea typeface="Calibri" panose="020F0502020204030204" pitchFamily="34" charset="0"/>
                    <a:cs typeface="Arial" panose="020B0604020202020204" pitchFamily="34" charset="0"/>
                  </a:rPr>
                  <a:t> </a:t>
                </a:r>
                <a:r>
                  <a:rPr lang="en-US" sz="1800" dirty="0" err="1">
                    <a:effectLst/>
                    <a:ea typeface="Calibri" panose="020F0502020204030204" pitchFamily="34" charset="0"/>
                    <a:cs typeface="Arial" panose="020B0604020202020204" pitchFamily="34" charset="0"/>
                  </a:rPr>
                  <a:t>kĩ</a:t>
                </a:r>
                <a:r>
                  <a:rPr lang="en-US" sz="1800" dirty="0">
                    <a:effectLst/>
                    <a:ea typeface="Calibri" panose="020F0502020204030204" pitchFamily="34" charset="0"/>
                    <a:cs typeface="Arial" panose="020B0604020202020204" pitchFamily="34" charset="0"/>
                  </a:rPr>
                  <a:t> </a:t>
                </a:r>
                <a:r>
                  <a:rPr lang="en-US" sz="1800" dirty="0" err="1">
                    <a:effectLst/>
                    <a:ea typeface="Calibri" panose="020F0502020204030204" pitchFamily="34" charset="0"/>
                    <a:cs typeface="Arial" panose="020B0604020202020204" pitchFamily="34" charset="0"/>
                  </a:rPr>
                  <a:t>thuật</a:t>
                </a:r>
                <a:r>
                  <a:rPr lang="en-US" sz="1800" dirty="0">
                    <a:effectLst/>
                    <a:ea typeface="Calibri" panose="020F0502020204030204" pitchFamily="34" charset="0"/>
                    <a:cs typeface="Arial" panose="020B0604020202020204" pitchFamily="34" charset="0"/>
                  </a:rPr>
                  <a:t> </a:t>
                </a:r>
                <a:r>
                  <a:rPr lang="en-US" sz="1800" dirty="0" err="1">
                    <a:effectLst/>
                    <a:ea typeface="Calibri" panose="020F0502020204030204" pitchFamily="34" charset="0"/>
                    <a:cs typeface="Arial" panose="020B0604020202020204" pitchFamily="34" charset="0"/>
                  </a:rPr>
                  <a:t>máy</a:t>
                </a:r>
                <a:r>
                  <a:rPr lang="en-US" sz="1800" dirty="0">
                    <a:effectLst/>
                    <a:ea typeface="Calibri" panose="020F0502020204030204" pitchFamily="34" charset="0"/>
                    <a:cs typeface="Arial" panose="020B0604020202020204" pitchFamily="34" charset="0"/>
                  </a:rPr>
                  <a:t> </a:t>
                </a:r>
                <a:r>
                  <a:rPr lang="en-US" sz="1800" dirty="0" err="1">
                    <a:effectLst/>
                    <a:ea typeface="Calibri" panose="020F0502020204030204" pitchFamily="34" charset="0"/>
                    <a:cs typeface="Arial" panose="020B0604020202020204" pitchFamily="34" charset="0"/>
                  </a:rPr>
                  <a:t>học</a:t>
                </a:r>
                <a:r>
                  <a:rPr lang="en-US" sz="1800" dirty="0">
                    <a:effectLst/>
                    <a:ea typeface="Calibri" panose="020F0502020204030204" pitchFamily="34" charset="0"/>
                    <a:cs typeface="Arial" panose="020B0604020202020204" pitchFamily="34" charset="0"/>
                  </a:rPr>
                  <a:t> </a:t>
                </a:r>
                <a:r>
                  <a:rPr lang="en-US" sz="1800" dirty="0" err="1">
                    <a:effectLst/>
                    <a:ea typeface="Calibri" panose="020F0502020204030204" pitchFamily="34" charset="0"/>
                    <a:cs typeface="Arial" panose="020B0604020202020204" pitchFamily="34" charset="0"/>
                  </a:rPr>
                  <a:t>phổ</a:t>
                </a:r>
                <a:r>
                  <a:rPr lang="en-US" sz="1800" dirty="0">
                    <a:effectLst/>
                    <a:ea typeface="Calibri" panose="020F0502020204030204" pitchFamily="34" charset="0"/>
                    <a:cs typeface="Arial" panose="020B0604020202020204" pitchFamily="34" charset="0"/>
                  </a:rPr>
                  <a:t> </a:t>
                </a:r>
                <a:r>
                  <a:rPr lang="en-US" sz="1800" dirty="0" err="1">
                    <a:effectLst/>
                    <a:ea typeface="Calibri" panose="020F0502020204030204" pitchFamily="34" charset="0"/>
                    <a:cs typeface="Arial" panose="020B0604020202020204" pitchFamily="34" charset="0"/>
                  </a:rPr>
                  <a:t>biến</a:t>
                </a:r>
                <a:r>
                  <a:rPr lang="en-US" sz="1800" dirty="0">
                    <a:effectLst/>
                    <a:ea typeface="Calibri" panose="020F0502020204030204" pitchFamily="34" charset="0"/>
                    <a:cs typeface="Arial" panose="020B0604020202020204" pitchFamily="34" charset="0"/>
                  </a:rPr>
                  <a:t> </a:t>
                </a:r>
                <a:r>
                  <a:rPr lang="en-US" sz="1800" dirty="0" err="1">
                    <a:effectLst/>
                    <a:ea typeface="Calibri" panose="020F0502020204030204" pitchFamily="34" charset="0"/>
                    <a:cs typeface="Arial" panose="020B0604020202020204" pitchFamily="34" charset="0"/>
                  </a:rPr>
                  <a:t>được</a:t>
                </a:r>
                <a:r>
                  <a:rPr lang="en-US" sz="1800" dirty="0">
                    <a:effectLst/>
                    <a:ea typeface="Calibri" panose="020F0502020204030204" pitchFamily="34" charset="0"/>
                    <a:cs typeface="Arial" panose="020B0604020202020204" pitchFamily="34" charset="0"/>
                  </a:rPr>
                  <a:t> </a:t>
                </a:r>
                <a:r>
                  <a:rPr lang="en-US" sz="1800" dirty="0" err="1">
                    <a:effectLst/>
                    <a:ea typeface="Calibri" panose="020F0502020204030204" pitchFamily="34" charset="0"/>
                    <a:cs typeface="Arial" panose="020B0604020202020204" pitchFamily="34" charset="0"/>
                  </a:rPr>
                  <a:t>sử</a:t>
                </a:r>
                <a:r>
                  <a:rPr lang="en-US" sz="1800" dirty="0">
                    <a:effectLst/>
                    <a:ea typeface="Calibri" panose="020F0502020204030204" pitchFamily="34" charset="0"/>
                    <a:cs typeface="Arial" panose="020B0604020202020204" pitchFamily="34" charset="0"/>
                  </a:rPr>
                  <a:t> </a:t>
                </a:r>
                <a:r>
                  <a:rPr lang="en-US" sz="1800" dirty="0" err="1">
                    <a:effectLst/>
                    <a:ea typeface="Calibri" panose="020F0502020204030204" pitchFamily="34" charset="0"/>
                    <a:cs typeface="Arial" panose="020B0604020202020204" pitchFamily="34" charset="0"/>
                  </a:rPr>
                  <a:t>dụng</a:t>
                </a:r>
                <a:r>
                  <a:rPr lang="en-US" sz="1800" dirty="0">
                    <a:effectLst/>
                    <a:ea typeface="Calibri" panose="020F0502020204030204" pitchFamily="34" charset="0"/>
                    <a:cs typeface="Arial" panose="020B0604020202020204" pitchFamily="34" charset="0"/>
                  </a:rPr>
                  <a:t> </a:t>
                </a:r>
                <a:r>
                  <a:rPr lang="en-US" sz="1800" dirty="0" err="1">
                    <a:effectLst/>
                    <a:ea typeface="Calibri" panose="020F0502020204030204" pitchFamily="34" charset="0"/>
                    <a:cs typeface="Arial" panose="020B0604020202020204" pitchFamily="34" charset="0"/>
                  </a:rPr>
                  <a:t>để</a:t>
                </a:r>
                <a:r>
                  <a:rPr lang="en-US" sz="1800" dirty="0">
                    <a:effectLst/>
                    <a:ea typeface="Calibri" panose="020F0502020204030204" pitchFamily="34" charset="0"/>
                    <a:cs typeface="Arial" panose="020B0604020202020204" pitchFamily="34" charset="0"/>
                  </a:rPr>
                  <a:t> </a:t>
                </a:r>
                <a:r>
                  <a:rPr lang="en-US" sz="1800" dirty="0" err="1">
                    <a:effectLst/>
                    <a:ea typeface="Calibri" panose="020F0502020204030204" pitchFamily="34" charset="0"/>
                    <a:cs typeface="Arial" panose="020B0604020202020204" pitchFamily="34" charset="0"/>
                  </a:rPr>
                  <a:t>dự</a:t>
                </a:r>
                <a:r>
                  <a:rPr lang="en-US" sz="1800" dirty="0">
                    <a:effectLst/>
                    <a:ea typeface="Calibri" panose="020F0502020204030204" pitchFamily="34" charset="0"/>
                    <a:cs typeface="Arial" panose="020B0604020202020204" pitchFamily="34" charset="0"/>
                  </a:rPr>
                  <a:t> </a:t>
                </a:r>
                <a:r>
                  <a:rPr lang="en-US" sz="1800" dirty="0" err="1">
                    <a:effectLst/>
                    <a:ea typeface="Calibri" panose="020F0502020204030204" pitchFamily="34" charset="0"/>
                    <a:cs typeface="Arial" panose="020B0604020202020204" pitchFamily="34" charset="0"/>
                  </a:rPr>
                  <a:t>đoán</a:t>
                </a:r>
                <a:r>
                  <a:rPr lang="en-US" sz="1800" dirty="0">
                    <a:effectLst/>
                    <a:ea typeface="Calibri" panose="020F0502020204030204" pitchFamily="34" charset="0"/>
                    <a:cs typeface="Arial" panose="020B0604020202020204" pitchFamily="34" charset="0"/>
                  </a:rPr>
                  <a:t> </a:t>
                </a:r>
                <a:r>
                  <a:rPr lang="en-US" sz="1800" dirty="0" err="1">
                    <a:effectLst/>
                    <a:ea typeface="Calibri" panose="020F0502020204030204" pitchFamily="34" charset="0"/>
                    <a:cs typeface="Arial" panose="020B0604020202020204" pitchFamily="34" charset="0"/>
                  </a:rPr>
                  <a:t>đầu</a:t>
                </a:r>
                <a:r>
                  <a:rPr lang="en-US" sz="1800" dirty="0">
                    <a:effectLst/>
                    <a:ea typeface="Calibri" panose="020F0502020204030204" pitchFamily="34" charset="0"/>
                    <a:cs typeface="Arial" panose="020B0604020202020204" pitchFamily="34" charset="0"/>
                  </a:rPr>
                  <a:t> </a:t>
                </a:r>
                <a:r>
                  <a:rPr lang="en-US" sz="1800" dirty="0" err="1">
                    <a:effectLst/>
                    <a:ea typeface="Calibri" panose="020F0502020204030204" pitchFamily="34" charset="0"/>
                    <a:cs typeface="Arial" panose="020B0604020202020204" pitchFamily="34" charset="0"/>
                  </a:rPr>
                  <a:t>ra</a:t>
                </a:r>
                <a:r>
                  <a:rPr lang="en-US" sz="1800" dirty="0">
                    <a:effectLst/>
                    <a:ea typeface="Calibri" panose="020F0502020204030204" pitchFamily="34" charset="0"/>
                    <a:cs typeface="Arial" panose="020B0604020202020204" pitchFamily="34" charset="0"/>
                  </a:rPr>
                  <a:t> </a:t>
                </a:r>
                <a:r>
                  <a:rPr lang="en-US" sz="1800" dirty="0" err="1">
                    <a:effectLst/>
                    <a:ea typeface="Calibri" panose="020F0502020204030204" pitchFamily="34" charset="0"/>
                    <a:cs typeface="Arial" panose="020B0604020202020204" pitchFamily="34" charset="0"/>
                  </a:rPr>
                  <a:t>cho</a:t>
                </a:r>
                <a:r>
                  <a:rPr lang="en-US" sz="1800" dirty="0">
                    <a:effectLst/>
                    <a:ea typeface="Calibri" panose="020F0502020204030204" pitchFamily="34" charset="0"/>
                    <a:cs typeface="Arial" panose="020B0604020202020204" pitchFamily="34" charset="0"/>
                  </a:rPr>
                  <a:t> </a:t>
                </a:r>
                <a:r>
                  <a:rPr lang="en-US" sz="1800" dirty="0" err="1">
                    <a:effectLst/>
                    <a:ea typeface="Calibri" panose="020F0502020204030204" pitchFamily="34" charset="0"/>
                    <a:cs typeface="Arial" panose="020B0604020202020204" pitchFamily="34" charset="0"/>
                  </a:rPr>
                  <a:t>các</a:t>
                </a:r>
                <a:r>
                  <a:rPr lang="en-US" sz="1800" dirty="0">
                    <a:effectLst/>
                    <a:ea typeface="Calibri" panose="020F0502020204030204" pitchFamily="34" charset="0"/>
                    <a:cs typeface="Arial" panose="020B0604020202020204" pitchFamily="34" charset="0"/>
                  </a:rPr>
                  <a:t> </a:t>
                </a:r>
                <a:r>
                  <a:rPr lang="en-US" sz="1800" dirty="0" err="1">
                    <a:effectLst/>
                    <a:ea typeface="Calibri" panose="020F0502020204030204" pitchFamily="34" charset="0"/>
                    <a:cs typeface="Arial" panose="020B0604020202020204" pitchFamily="34" charset="0"/>
                  </a:rPr>
                  <a:t>bài</a:t>
                </a:r>
                <a:r>
                  <a:rPr lang="en-US" sz="1800" dirty="0">
                    <a:effectLst/>
                    <a:ea typeface="Calibri" panose="020F0502020204030204" pitchFamily="34" charset="0"/>
                    <a:cs typeface="Arial" panose="020B0604020202020204" pitchFamily="34" charset="0"/>
                  </a:rPr>
                  <a:t> </a:t>
                </a:r>
                <a:r>
                  <a:rPr lang="en-US" sz="1800" dirty="0" err="1">
                    <a:effectLst/>
                    <a:ea typeface="Calibri" panose="020F0502020204030204" pitchFamily="34" charset="0"/>
                    <a:cs typeface="Arial" panose="020B0604020202020204" pitchFamily="34" charset="0"/>
                  </a:rPr>
                  <a:t>toán</a:t>
                </a:r>
                <a:r>
                  <a:rPr lang="en-US" sz="1800" dirty="0">
                    <a:effectLst/>
                    <a:ea typeface="Calibri" panose="020F0502020204030204" pitchFamily="34" charset="0"/>
                    <a:cs typeface="Arial" panose="020B0604020202020204" pitchFamily="34" charset="0"/>
                  </a:rPr>
                  <a:t> </a:t>
                </a:r>
                <a:r>
                  <a:rPr lang="en-US" sz="1800" dirty="0" err="1">
                    <a:effectLst/>
                    <a:ea typeface="Calibri" panose="020F0502020204030204" pitchFamily="34" charset="0"/>
                    <a:cs typeface="Arial" panose="020B0604020202020204" pitchFamily="34" charset="0"/>
                  </a:rPr>
                  <a:t>phân</a:t>
                </a:r>
                <a:r>
                  <a:rPr lang="en-US" sz="1800" dirty="0">
                    <a:effectLst/>
                    <a:ea typeface="Calibri" panose="020F0502020204030204" pitchFamily="34" charset="0"/>
                    <a:cs typeface="Arial" panose="020B0604020202020204" pitchFamily="34" charset="0"/>
                  </a:rPr>
                  <a:t> </a:t>
                </a:r>
                <a:r>
                  <a:rPr lang="en-US" sz="1800" dirty="0" err="1">
                    <a:effectLst/>
                    <a:ea typeface="Calibri" panose="020F0502020204030204" pitchFamily="34" charset="0"/>
                    <a:cs typeface="Arial" panose="020B0604020202020204" pitchFamily="34" charset="0"/>
                  </a:rPr>
                  <a:t>loại</a:t>
                </a:r>
                <a:r>
                  <a:rPr lang="en-US" sz="1800" dirty="0">
                    <a:effectLst/>
                    <a:ea typeface="Calibri" panose="020F0502020204030204" pitchFamily="34" charset="0"/>
                    <a:cs typeface="Arial" panose="020B0604020202020204" pitchFamily="34" charset="0"/>
                  </a:rPr>
                  <a:t>. </a:t>
                </a:r>
                <a:endParaRPr lang="en-US" sz="1800" i="1" dirty="0">
                  <a:effectLst/>
                  <a:ea typeface="Calibri" panose="020F0502020204030204" pitchFamily="34" charset="0"/>
                  <a:cs typeface="Arial" panose="020B0604020202020204" pitchFamily="34" charset="0"/>
                </a:endParaRPr>
              </a:p>
              <a:p>
                <a:pPr>
                  <a:lnSpc>
                    <a:spcPct val="107000"/>
                  </a:lnSpc>
                  <a:spcAft>
                    <a:spcPts val="800"/>
                  </a:spcAft>
                  <a:buNone/>
                </a:pPr>
                <a14:m>
                  <m:oMath xmlns:m="http://schemas.openxmlformats.org/officeDocument/2006/math">
                    <m:r>
                      <a:rPr lang="en-US" sz="1800" i="1" smtClean="0">
                        <a:effectLst/>
                        <a:latin typeface="Cambria Math" panose="02040503050406030204" pitchFamily="18" charset="0"/>
                        <a:ea typeface="Calibri" panose="020F0502020204030204" pitchFamily="34" charset="0"/>
                        <a:cs typeface="Times New Roman" panose="02020603050405020304" pitchFamily="18" charset="0"/>
                      </a:rPr>
                      <m:t>𝑧</m:t>
                    </m:r>
                    <m:r>
                      <a:rPr lang="en-US" sz="1800" i="1" smtClean="0">
                        <a:effectLst/>
                        <a:latin typeface="Cambria Math" panose="02040503050406030204" pitchFamily="18" charset="0"/>
                        <a:ea typeface="Calibri" panose="020F0502020204030204" pitchFamily="34" charset="0"/>
                        <a:cs typeface="Times New Roman" panose="02020603050405020304" pitchFamily="18" charset="0"/>
                      </a:rPr>
                      <m:t>= </m:t>
                    </m:r>
                    <m:nary>
                      <m:naryPr>
                        <m:chr m:val="∑"/>
                        <m:limLoc m:val="undOv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naryPr>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𝑖</m:t>
                        </m:r>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sub>
                      <m:sup>
                        <m:r>
                          <a:rPr lang="en-US" sz="1800" i="1">
                            <a:effectLst/>
                            <a:latin typeface="Cambria Math" panose="02040503050406030204" pitchFamily="18" charset="0"/>
                            <a:ea typeface="Calibri" panose="020F0502020204030204" pitchFamily="34" charset="0"/>
                            <a:cs typeface="Times New Roman" panose="02020603050405020304" pitchFamily="18" charset="0"/>
                          </a:rPr>
                          <m:t>𝑛</m:t>
                        </m:r>
                      </m:sup>
                      <m:e>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𝑤</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𝑖</m:t>
                            </m:r>
                          </m:sub>
                        </m:sSub>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𝑥</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𝑖</m:t>
                            </m:r>
                          </m:sub>
                        </m:sSub>
                      </m:e>
                    </m:nary>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𝑏</m:t>
                    </m:r>
                  </m:oMath>
                </a14:m>
                <a:r>
                  <a:rPr lang="en-US" sz="1800" dirty="0">
                    <a:effectLst/>
                    <a:ea typeface="Calibri" panose="020F0502020204030204" pitchFamily="34" charset="0"/>
                    <a:cs typeface="Arial" panose="020B0604020202020204" pitchFamily="34" charset="0"/>
                  </a:rPr>
                  <a:t> </a:t>
                </a:r>
                <a14:m>
                  <m:oMath xmlns:m="http://schemas.openxmlformats.org/officeDocument/2006/math">
                    <m:d>
                      <m:dPr>
                        <m:begChr m:val="{"/>
                        <m:endChr m:val=""/>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dPr>
                      <m:e>
                        <m:eqArr>
                          <m:eqArr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eqArr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𝑧</m:t>
                            </m:r>
                            <m:r>
                              <a:rPr lang="en-US" sz="1800" i="1">
                                <a:effectLst/>
                                <a:latin typeface="Cambria Math" panose="02040503050406030204" pitchFamily="18" charset="0"/>
                                <a:ea typeface="Calibri" panose="020F0502020204030204" pitchFamily="34" charset="0"/>
                                <a:cs typeface="Times New Roman" panose="02020603050405020304" pitchFamily="18" charset="0"/>
                              </a:rPr>
                              <m:t>: </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𝑡</m:t>
                            </m:r>
                            <m:r>
                              <a:rPr lang="en-US" sz="1800" i="1">
                                <a:effectLst/>
                                <a:latin typeface="Cambria Math" panose="02040503050406030204" pitchFamily="18" charset="0"/>
                                <a:ea typeface="Calibri" panose="020F0502020204030204" pitchFamily="34" charset="0"/>
                                <a:cs typeface="Times New Roman" panose="02020603050405020304" pitchFamily="18" charset="0"/>
                              </a:rPr>
                              <m:t>ổ </m:t>
                            </m:r>
                            <m:r>
                              <a:rPr lang="en-US" sz="1800" i="1">
                                <a:effectLst/>
                                <a:latin typeface="Cambria Math" panose="02040503050406030204" pitchFamily="18" charset="0"/>
                                <a:ea typeface="Calibri" panose="020F0502020204030204" pitchFamily="34" charset="0"/>
                                <a:cs typeface="Times New Roman" panose="02020603050405020304" pitchFamily="18" charset="0"/>
                              </a:rPr>
                              <m:t>h</m:t>
                            </m:r>
                            <m:r>
                              <a:rPr lang="en-US" sz="1800" i="1">
                                <a:effectLst/>
                                <a:latin typeface="Cambria Math" panose="02040503050406030204" pitchFamily="18" charset="0"/>
                                <a:ea typeface="Calibri" panose="020F0502020204030204" pitchFamily="34" charset="0"/>
                                <a:cs typeface="Times New Roman" panose="02020603050405020304" pitchFamily="18" charset="0"/>
                              </a:rPr>
                              <m:t>ợ</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𝑝</m:t>
                            </m:r>
                            <m:r>
                              <a:rPr lang="en-US" sz="1800" i="1">
                                <a:effectLst/>
                                <a:latin typeface="Cambria Math" panose="02040503050406030204" pitchFamily="18" charset="0"/>
                                <a:ea typeface="Calibri" panose="020F0502020204030204" pitchFamily="34" charset="0"/>
                                <a:cs typeface="Times New Roman" panose="02020603050405020304" pitchFamily="18" charset="0"/>
                              </a:rPr>
                              <m:t> </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𝑡𝑢𝑦</m:t>
                            </m:r>
                            <m:r>
                              <a:rPr lang="en-US" sz="1800" i="1">
                                <a:effectLst/>
                                <a:latin typeface="Cambria Math" panose="02040503050406030204" pitchFamily="18" charset="0"/>
                                <a:ea typeface="Calibri" panose="020F0502020204030204" pitchFamily="34" charset="0"/>
                                <a:cs typeface="Times New Roman" panose="02020603050405020304" pitchFamily="18" charset="0"/>
                              </a:rPr>
                              <m:t>ế</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𝑛</m:t>
                            </m:r>
                            <m:r>
                              <a:rPr lang="en-US" sz="1800" i="1">
                                <a:effectLst/>
                                <a:latin typeface="Cambria Math" panose="02040503050406030204" pitchFamily="18" charset="0"/>
                                <a:ea typeface="Calibri" panose="020F0502020204030204" pitchFamily="34" charset="0"/>
                                <a:cs typeface="Times New Roman" panose="02020603050405020304" pitchFamily="18" charset="0"/>
                              </a:rPr>
                              <m:t> </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𝑡</m:t>
                            </m:r>
                            <m:r>
                              <a:rPr lang="en-US" sz="1800" i="1">
                                <a:effectLst/>
                                <a:latin typeface="Cambria Math" panose="02040503050406030204" pitchFamily="18" charset="0"/>
                                <a:ea typeface="Calibri" panose="020F0502020204030204" pitchFamily="34" charset="0"/>
                                <a:cs typeface="Times New Roman" panose="02020603050405020304" pitchFamily="18" charset="0"/>
                              </a:rPr>
                              <m:t>í</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𝑛h</m:t>
                            </m:r>
                            <m:r>
                              <a:rPr lang="en-US" sz="1800" i="1">
                                <a:effectLst/>
                                <a:latin typeface="Cambria Math" panose="02040503050406030204" pitchFamily="18" charset="0"/>
                                <a:ea typeface="Calibri" panose="020F0502020204030204" pitchFamily="34" charset="0"/>
                                <a:cs typeface="Times New Roman" panose="02020603050405020304" pitchFamily="18" charset="0"/>
                              </a:rPr>
                              <m:t> </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𝑐</m:t>
                            </m:r>
                            <m:r>
                              <a:rPr lang="en-US" sz="1800" i="1">
                                <a:effectLst/>
                                <a:latin typeface="Cambria Math" panose="02040503050406030204" pitchFamily="18" charset="0"/>
                                <a:ea typeface="Calibri" panose="020F0502020204030204" pitchFamily="34" charset="0"/>
                                <a:cs typeface="Times New Roman" panose="02020603050405020304" pitchFamily="18" charset="0"/>
                              </a:rPr>
                              <m:t>ủ</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𝑎</m:t>
                            </m:r>
                            <m:r>
                              <a:rPr lang="en-US" sz="1800" i="1">
                                <a:effectLst/>
                                <a:latin typeface="Cambria Math" panose="02040503050406030204" pitchFamily="18" charset="0"/>
                                <a:ea typeface="Calibri" panose="020F0502020204030204" pitchFamily="34" charset="0"/>
                                <a:cs typeface="Times New Roman" panose="02020603050405020304" pitchFamily="18" charset="0"/>
                              </a:rPr>
                              <m:t> </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𝑐</m:t>
                            </m:r>
                            <m:r>
                              <a:rPr lang="en-US" sz="1800" i="1">
                                <a:effectLst/>
                                <a:latin typeface="Cambria Math" panose="02040503050406030204" pitchFamily="18" charset="0"/>
                                <a:ea typeface="Calibri" panose="020F0502020204030204" pitchFamily="34" charset="0"/>
                                <a:cs typeface="Times New Roman" panose="02020603050405020304" pitchFamily="18" charset="0"/>
                              </a:rPr>
                              <m:t>á</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𝑐</m:t>
                            </m:r>
                            <m:r>
                              <a:rPr lang="en-US" sz="1800" i="1">
                                <a:effectLst/>
                                <a:latin typeface="Cambria Math" panose="02040503050406030204" pitchFamily="18" charset="0"/>
                                <a:ea typeface="Calibri" panose="020F0502020204030204" pitchFamily="34" charset="0"/>
                                <a:cs typeface="Times New Roman" panose="02020603050405020304" pitchFamily="18" charset="0"/>
                              </a:rPr>
                              <m:t> đặ</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𝑐</m:t>
                            </m:r>
                            <m:r>
                              <a:rPr lang="en-US" sz="1800" i="1">
                                <a:effectLst/>
                                <a:latin typeface="Cambria Math" panose="02040503050406030204" pitchFamily="18" charset="0"/>
                                <a:ea typeface="Calibri" panose="020F0502020204030204" pitchFamily="34" charset="0"/>
                                <a:cs typeface="Times New Roman" panose="02020603050405020304" pitchFamily="18" charset="0"/>
                              </a:rPr>
                              <m:t> </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𝑡𝑟</m:t>
                            </m:r>
                            <m:r>
                              <a:rPr lang="en-US" sz="1800" i="1">
                                <a:effectLst/>
                                <a:latin typeface="Cambria Math" panose="02040503050406030204" pitchFamily="18" charset="0"/>
                                <a:ea typeface="Calibri" panose="020F0502020204030204" pitchFamily="34" charset="0"/>
                                <a:cs typeface="Times New Roman" panose="02020603050405020304" pitchFamily="18" charset="0"/>
                              </a:rPr>
                              <m:t>ư</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𝑛𝑔</m:t>
                            </m:r>
                          </m:e>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𝑐h</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ỉ </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𝑚</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ụ</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𝑐</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𝑐</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ủ</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𝑎</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𝑐</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á</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𝑐</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 đặ</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𝑐</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𝑡𝑟</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ư</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𝑛𝑔</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𝑡</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ạ</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𝑖</m:t>
                            </m:r>
                          </m:e>
                          <m:e>
                            <m:r>
                              <a:rPr lang="en-US" sz="1800" i="1">
                                <a:effectLst/>
                                <a:latin typeface="Cambria Math" panose="02040503050406030204" pitchFamily="18" charset="0"/>
                                <a:ea typeface="Cambria Math" panose="02040503050406030204" pitchFamily="18" charset="0"/>
                                <a:cs typeface="Cambria Math" panose="02040503050406030204" pitchFamily="18" charset="0"/>
                              </a:rPr>
                              <m:t>𝑛</m:t>
                            </m:r>
                            <m:r>
                              <a:rPr lang="en-US" sz="1800" i="1">
                                <a:effectLst/>
                                <a:latin typeface="Cambria Math" panose="02040503050406030204" pitchFamily="18" charset="0"/>
                                <a:ea typeface="Cambria Math" panose="02040503050406030204" pitchFamily="18" charset="0"/>
                                <a:cs typeface="Cambria Math" panose="02040503050406030204" pitchFamily="18" charset="0"/>
                              </a:rPr>
                              <m:t>: </m:t>
                            </m:r>
                            <m:r>
                              <a:rPr lang="en-US" sz="1800" i="1">
                                <a:effectLst/>
                                <a:latin typeface="Cambria Math" panose="02040503050406030204" pitchFamily="18" charset="0"/>
                                <a:ea typeface="Cambria Math" panose="02040503050406030204" pitchFamily="18" charset="0"/>
                                <a:cs typeface="Cambria Math" panose="02040503050406030204" pitchFamily="18" charset="0"/>
                              </a:rPr>
                              <m:t>𝑠</m:t>
                            </m:r>
                            <m:r>
                              <a:rPr lang="en-US" sz="1800" i="1">
                                <a:effectLst/>
                                <a:latin typeface="Cambria Math" panose="02040503050406030204" pitchFamily="18" charset="0"/>
                                <a:ea typeface="Cambria Math" panose="02040503050406030204" pitchFamily="18" charset="0"/>
                                <a:cs typeface="Cambria Math" panose="02040503050406030204" pitchFamily="18" charset="0"/>
                              </a:rPr>
                              <m:t>ố </m:t>
                            </m:r>
                            <m:r>
                              <a:rPr lang="en-US" sz="1800" i="1">
                                <a:effectLst/>
                                <a:latin typeface="Cambria Math" panose="02040503050406030204" pitchFamily="18" charset="0"/>
                                <a:ea typeface="Cambria Math" panose="02040503050406030204" pitchFamily="18" charset="0"/>
                                <a:cs typeface="Cambria Math" panose="02040503050406030204" pitchFamily="18" charset="0"/>
                              </a:rPr>
                              <m:t>𝑙</m:t>
                            </m:r>
                            <m:r>
                              <a:rPr lang="en-US" sz="1800" i="1">
                                <a:effectLst/>
                                <a:latin typeface="Cambria Math" panose="02040503050406030204" pitchFamily="18" charset="0"/>
                                <a:ea typeface="Cambria Math" panose="02040503050406030204" pitchFamily="18" charset="0"/>
                                <a:cs typeface="Cambria Math" panose="02040503050406030204" pitchFamily="18" charset="0"/>
                              </a:rPr>
                              <m:t>ượ</m:t>
                            </m:r>
                            <m:r>
                              <a:rPr lang="en-US" sz="1800" i="1">
                                <a:effectLst/>
                                <a:latin typeface="Cambria Math" panose="02040503050406030204" pitchFamily="18" charset="0"/>
                                <a:ea typeface="Cambria Math" panose="02040503050406030204" pitchFamily="18" charset="0"/>
                                <a:cs typeface="Cambria Math" panose="02040503050406030204" pitchFamily="18" charset="0"/>
                              </a:rPr>
                              <m:t>𝑛𝑔</m:t>
                            </m:r>
                            <m:r>
                              <a:rPr lang="en-US" sz="1800" i="1">
                                <a:effectLst/>
                                <a:latin typeface="Cambria Math" panose="02040503050406030204" pitchFamily="18" charset="0"/>
                                <a:ea typeface="Cambria Math" panose="02040503050406030204" pitchFamily="18" charset="0"/>
                                <a:cs typeface="Cambria Math" panose="02040503050406030204" pitchFamily="18" charset="0"/>
                              </a:rPr>
                              <m:t> </m:t>
                            </m:r>
                            <m:r>
                              <a:rPr lang="en-US" sz="1800" i="1">
                                <a:effectLst/>
                                <a:latin typeface="Cambria Math" panose="02040503050406030204" pitchFamily="18" charset="0"/>
                                <a:ea typeface="Cambria Math" panose="02040503050406030204" pitchFamily="18" charset="0"/>
                                <a:cs typeface="Cambria Math" panose="02040503050406030204" pitchFamily="18" charset="0"/>
                              </a:rPr>
                              <m:t>𝑐</m:t>
                            </m:r>
                            <m:r>
                              <a:rPr lang="en-US" sz="1800" i="1">
                                <a:effectLst/>
                                <a:latin typeface="Cambria Math" panose="02040503050406030204" pitchFamily="18" charset="0"/>
                                <a:ea typeface="Cambria Math" panose="02040503050406030204" pitchFamily="18" charset="0"/>
                                <a:cs typeface="Cambria Math" panose="02040503050406030204" pitchFamily="18" charset="0"/>
                              </a:rPr>
                              <m:t>á</m:t>
                            </m:r>
                            <m:r>
                              <a:rPr lang="en-US" sz="1800" i="1">
                                <a:effectLst/>
                                <a:latin typeface="Cambria Math" panose="02040503050406030204" pitchFamily="18" charset="0"/>
                                <a:ea typeface="Cambria Math" panose="02040503050406030204" pitchFamily="18" charset="0"/>
                                <a:cs typeface="Cambria Math" panose="02040503050406030204" pitchFamily="18" charset="0"/>
                              </a:rPr>
                              <m:t>𝑐</m:t>
                            </m:r>
                            <m:r>
                              <a:rPr lang="en-US" sz="1800" i="1">
                                <a:effectLst/>
                                <a:latin typeface="Cambria Math" panose="02040503050406030204" pitchFamily="18" charset="0"/>
                                <a:ea typeface="Cambria Math" panose="02040503050406030204" pitchFamily="18" charset="0"/>
                                <a:cs typeface="Cambria Math" panose="02040503050406030204" pitchFamily="18" charset="0"/>
                              </a:rPr>
                              <m:t> đặ</m:t>
                            </m:r>
                            <m:r>
                              <a:rPr lang="en-US" sz="1800" i="1">
                                <a:effectLst/>
                                <a:latin typeface="Cambria Math" panose="02040503050406030204" pitchFamily="18" charset="0"/>
                                <a:ea typeface="Cambria Math" panose="02040503050406030204" pitchFamily="18" charset="0"/>
                                <a:cs typeface="Cambria Math" panose="02040503050406030204" pitchFamily="18" charset="0"/>
                              </a:rPr>
                              <m:t>𝑐</m:t>
                            </m:r>
                            <m:r>
                              <a:rPr lang="en-US" sz="1800" i="1">
                                <a:effectLst/>
                                <a:latin typeface="Cambria Math" panose="02040503050406030204" pitchFamily="18" charset="0"/>
                                <a:ea typeface="Cambria Math" panose="02040503050406030204" pitchFamily="18" charset="0"/>
                                <a:cs typeface="Cambria Math" panose="02040503050406030204" pitchFamily="18" charset="0"/>
                              </a:rPr>
                              <m:t> </m:t>
                            </m:r>
                            <m:r>
                              <a:rPr lang="en-US" sz="1800" i="1">
                                <a:effectLst/>
                                <a:latin typeface="Cambria Math" panose="02040503050406030204" pitchFamily="18" charset="0"/>
                                <a:ea typeface="Cambria Math" panose="02040503050406030204" pitchFamily="18" charset="0"/>
                                <a:cs typeface="Cambria Math" panose="02040503050406030204" pitchFamily="18" charset="0"/>
                              </a:rPr>
                              <m:t>𝑡𝑟</m:t>
                            </m:r>
                            <m:r>
                              <a:rPr lang="en-US" sz="1800" i="1">
                                <a:effectLst/>
                                <a:latin typeface="Cambria Math" panose="02040503050406030204" pitchFamily="18" charset="0"/>
                                <a:ea typeface="Cambria Math" panose="02040503050406030204" pitchFamily="18" charset="0"/>
                                <a:cs typeface="Cambria Math" panose="02040503050406030204" pitchFamily="18" charset="0"/>
                              </a:rPr>
                              <m:t>ư</m:t>
                            </m:r>
                            <m:r>
                              <a:rPr lang="en-US" sz="1800" i="1">
                                <a:effectLst/>
                                <a:latin typeface="Cambria Math" panose="02040503050406030204" pitchFamily="18" charset="0"/>
                                <a:ea typeface="Cambria Math" panose="02040503050406030204" pitchFamily="18" charset="0"/>
                                <a:cs typeface="Cambria Math" panose="02040503050406030204" pitchFamily="18" charset="0"/>
                              </a:rPr>
                              <m:t>𝑛𝑔</m:t>
                            </m:r>
                            <m:r>
                              <a:rPr lang="en-US" sz="1800" i="1">
                                <a:effectLst/>
                                <a:latin typeface="Cambria Math" panose="02040503050406030204" pitchFamily="18" charset="0"/>
                                <a:ea typeface="Cambria Math" panose="02040503050406030204" pitchFamily="18" charset="0"/>
                                <a:cs typeface="Cambria Math" panose="02040503050406030204" pitchFamily="18" charset="0"/>
                              </a:rPr>
                              <m:t> </m:t>
                            </m:r>
                          </m:e>
                          <m:e>
                            <m:sSub>
                              <m:sSub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𝑤</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𝑖</m:t>
                                </m:r>
                              </m:sub>
                            </m:s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𝑡𝑟</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ọ</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𝑛𝑔</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𝑠</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ố đượ</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𝑐</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𝑔</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á</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𝑐h𝑜</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 đặ</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𝑐</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𝑡𝑟</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ư</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𝑛𝑔</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𝑡</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ạ</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𝑐h</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ỉ </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𝑚</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ụ</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𝑐</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𝑖</m:t>
                            </m:r>
                          </m:e>
                          <m:e>
                            <m:sSub>
                              <m:sSub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𝑖</m:t>
                                </m:r>
                              </m:sub>
                            </m:s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:đặ</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𝑐</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𝑡𝑟</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ư</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𝑛𝑔</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𝑡</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ạ</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 </m:t>
                            </m:r>
                          </m:e>
                          <m:e>
                            <m:r>
                              <a:rPr lang="en-US" sz="1800" i="1">
                                <a:effectLst/>
                                <a:latin typeface="Cambria Math" panose="02040503050406030204" pitchFamily="18" charset="0"/>
                                <a:ea typeface="Cambria Math" panose="02040503050406030204" pitchFamily="18" charset="0"/>
                                <a:cs typeface="Cambria Math" panose="02040503050406030204" pitchFamily="18" charset="0"/>
                              </a:rPr>
                              <m:t>𝑏</m:t>
                            </m:r>
                            <m:r>
                              <a:rPr lang="en-US" sz="1800" i="1">
                                <a:effectLst/>
                                <a:latin typeface="Cambria Math" panose="02040503050406030204" pitchFamily="18" charset="0"/>
                                <a:ea typeface="Cambria Math" panose="02040503050406030204" pitchFamily="18" charset="0"/>
                                <a:cs typeface="Cambria Math" panose="02040503050406030204" pitchFamily="18" charset="0"/>
                              </a:rPr>
                              <m:t>:</m:t>
                            </m:r>
                            <m:r>
                              <a:rPr lang="en-US" sz="1800" i="1">
                                <a:effectLst/>
                                <a:latin typeface="Cambria Math" panose="02040503050406030204" pitchFamily="18" charset="0"/>
                                <a:ea typeface="Cambria Math" panose="02040503050406030204" pitchFamily="18" charset="0"/>
                                <a:cs typeface="Cambria Math" panose="02040503050406030204" pitchFamily="18" charset="0"/>
                              </a:rPr>
                              <m:t>𝑇h𝑒</m:t>
                            </m:r>
                            <m:r>
                              <a:rPr lang="en-US" sz="1800" i="1">
                                <a:effectLst/>
                                <a:latin typeface="Cambria Math" panose="02040503050406030204" pitchFamily="18" charset="0"/>
                                <a:ea typeface="Cambria Math" panose="02040503050406030204" pitchFamily="18" charset="0"/>
                                <a:cs typeface="Cambria Math" panose="02040503050406030204" pitchFamily="18" charset="0"/>
                              </a:rPr>
                              <m:t> </m:t>
                            </m:r>
                            <m:r>
                              <a:rPr lang="en-US" sz="1800" i="1">
                                <a:effectLst/>
                                <a:latin typeface="Cambria Math" panose="02040503050406030204" pitchFamily="18" charset="0"/>
                                <a:ea typeface="Cambria Math" panose="02040503050406030204" pitchFamily="18" charset="0"/>
                                <a:cs typeface="Cambria Math" panose="02040503050406030204" pitchFamily="18" charset="0"/>
                              </a:rPr>
                              <m:t>𝑏𝑖𝑎𝑠</m:t>
                            </m:r>
                            <m:r>
                              <a:rPr lang="en-US" sz="1800" i="1">
                                <a:effectLst/>
                                <a:latin typeface="Cambria Math" panose="02040503050406030204" pitchFamily="18" charset="0"/>
                                <a:ea typeface="Cambria Math" panose="02040503050406030204" pitchFamily="18" charset="0"/>
                                <a:cs typeface="Cambria Math" panose="02040503050406030204" pitchFamily="18" charset="0"/>
                              </a:rPr>
                              <m:t> </m:t>
                            </m:r>
                            <m:r>
                              <a:rPr lang="en-US" sz="1800" i="1">
                                <a:effectLst/>
                                <a:latin typeface="Cambria Math" panose="02040503050406030204" pitchFamily="18" charset="0"/>
                                <a:ea typeface="Cambria Math" panose="02040503050406030204" pitchFamily="18" charset="0"/>
                                <a:cs typeface="Cambria Math" panose="02040503050406030204" pitchFamily="18" charset="0"/>
                              </a:rPr>
                              <m:t>𝑡𝑒𝑟𝑚</m:t>
                            </m:r>
                            <m:r>
                              <a:rPr lang="en-US" sz="1800" i="1">
                                <a:effectLst/>
                                <a:latin typeface="Cambria Math" panose="02040503050406030204" pitchFamily="18" charset="0"/>
                                <a:ea typeface="Cambria Math" panose="02040503050406030204" pitchFamily="18" charset="0"/>
                                <a:cs typeface="Cambria Math" panose="02040503050406030204" pitchFamily="18" charset="0"/>
                              </a:rPr>
                              <m:t> </m:t>
                            </m:r>
                            <m:d>
                              <m:dPr>
                                <m:ctrlPr>
                                  <a:rPr lang="en-US" sz="1800" i="1">
                                    <a:effectLst/>
                                    <a:latin typeface="Cambria Math" panose="02040503050406030204" pitchFamily="18" charset="0"/>
                                    <a:ea typeface="Cambria Math" panose="02040503050406030204" pitchFamily="18" charset="0"/>
                                    <a:cs typeface="Cambria Math" panose="02040503050406030204" pitchFamily="18" charset="0"/>
                                  </a:rPr>
                                </m:ctrlPr>
                              </m:dPr>
                              <m:e>
                                <m:r>
                                  <a:rPr lang="en-US" sz="1800" i="1">
                                    <a:effectLst/>
                                    <a:latin typeface="Cambria Math" panose="02040503050406030204" pitchFamily="18" charset="0"/>
                                    <a:ea typeface="Cambria Math" panose="02040503050406030204" pitchFamily="18" charset="0"/>
                                    <a:cs typeface="Cambria Math" panose="02040503050406030204" pitchFamily="18" charset="0"/>
                                  </a:rPr>
                                  <m:t>𝑡h𝑒</m:t>
                                </m:r>
                                <m:r>
                                  <a:rPr lang="en-US" sz="1800" i="1">
                                    <a:effectLst/>
                                    <a:latin typeface="Cambria Math" panose="02040503050406030204" pitchFamily="18" charset="0"/>
                                    <a:ea typeface="Cambria Math" panose="02040503050406030204" pitchFamily="18" charset="0"/>
                                    <a:cs typeface="Cambria Math" panose="02040503050406030204" pitchFamily="18" charset="0"/>
                                  </a:rPr>
                                  <m:t> </m:t>
                                </m:r>
                                <m:r>
                                  <a:rPr lang="en-US" sz="1800" i="1">
                                    <a:effectLst/>
                                    <a:latin typeface="Cambria Math" panose="02040503050406030204" pitchFamily="18" charset="0"/>
                                    <a:ea typeface="Cambria Math" panose="02040503050406030204" pitchFamily="18" charset="0"/>
                                    <a:cs typeface="Cambria Math" panose="02040503050406030204" pitchFamily="18" charset="0"/>
                                  </a:rPr>
                                  <m:t>𝑖𝑛𝑡𝑒𝑟𝑐𝑒𝑝𝑡</m:t>
                                </m:r>
                              </m:e>
                            </m:d>
                            <m:r>
                              <a:rPr lang="en-US" sz="1800" i="1">
                                <a:effectLst/>
                                <a:latin typeface="Cambria Math" panose="02040503050406030204" pitchFamily="18" charset="0"/>
                                <a:ea typeface="Cambria Math" panose="02040503050406030204" pitchFamily="18" charset="0"/>
                                <a:cs typeface="Cambria Math" panose="02040503050406030204" pitchFamily="18" charset="0"/>
                              </a:rPr>
                              <m:t>.  </m:t>
                            </m:r>
                          </m:e>
                        </m:eqArr>
                      </m:e>
                    </m:d>
                  </m:oMath>
                </a14:m>
                <a:endParaRPr lang="en-US" sz="1800" dirty="0">
                  <a:effectLst/>
                  <a:ea typeface="Calibri" panose="020F0502020204030204" pitchFamily="34" charset="0"/>
                  <a:cs typeface="Arial" panose="020B0604020202020204" pitchFamily="34" charset="0"/>
                </a:endParaRPr>
              </a:p>
            </p:txBody>
          </p:sp>
        </mc:Choice>
        <mc:Fallback xmlns="">
          <p:sp>
            <p:nvSpPr>
              <p:cNvPr id="12" name="TextBox 11">
                <a:extLst>
                  <a:ext uri="{FF2B5EF4-FFF2-40B4-BE49-F238E27FC236}">
                    <a16:creationId xmlns:a16="http://schemas.microsoft.com/office/drawing/2014/main" id="{0346ABF7-8359-850D-C9A9-6A9998AC2C58}"/>
                  </a:ext>
                </a:extLst>
              </p:cNvPr>
              <p:cNvSpPr txBox="1">
                <a:spLocks noRot="1" noChangeAspect="1" noMove="1" noResize="1" noEditPoints="1" noAdjustHandles="1" noChangeArrowheads="1" noChangeShapeType="1" noTextEdit="1"/>
              </p:cNvSpPr>
              <p:nvPr/>
            </p:nvSpPr>
            <p:spPr bwMode="auto">
              <a:xfrm>
                <a:off x="191344" y="1126605"/>
                <a:ext cx="11161240" cy="3060710"/>
              </a:xfrm>
              <a:prstGeom prst="rect">
                <a:avLst/>
              </a:prstGeom>
              <a:blipFill>
                <a:blip r:embed="rId4"/>
                <a:stretch>
                  <a:fillRect l="-437" t="-119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35294228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1">
            <a:extLst>
              <a:ext uri="{FF2B5EF4-FFF2-40B4-BE49-F238E27FC236}">
                <a16:creationId xmlns:a16="http://schemas.microsoft.com/office/drawing/2014/main" id="{E08ECBEB-2701-062A-8BE6-363497690E6E}"/>
              </a:ext>
            </a:extLst>
          </p:cNvPr>
          <p:cNvSpPr txBox="1">
            <a:spLocks noChangeArrowheads="1"/>
          </p:cNvSpPr>
          <p:nvPr/>
        </p:nvSpPr>
        <p:spPr bwMode="auto">
          <a:xfrm>
            <a:off x="23378" y="0"/>
            <a:ext cx="1221039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ts val="450"/>
              </a:spcBef>
              <a:spcAft>
                <a:spcPts val="450"/>
              </a:spcAft>
              <a:buNone/>
            </a:pPr>
            <a:r>
              <a:rPr lang="en-US" altLang="en-US" sz="3200" b="1" dirty="0">
                <a:latin typeface="Times New Roman" panose="02020603050405020304" pitchFamily="18" charset="0"/>
                <a:cs typeface="Times New Roman" panose="02020603050405020304" pitchFamily="18" charset="0"/>
              </a:rPr>
              <a:t>3. </a:t>
            </a:r>
            <a:r>
              <a:rPr lang="en-US" altLang="en-US" sz="3200" b="1" dirty="0" err="1">
                <a:latin typeface="Times New Roman" panose="02020603050405020304" pitchFamily="18" charset="0"/>
                <a:cs typeface="Times New Roman" panose="02020603050405020304" pitchFamily="18" charset="0"/>
              </a:rPr>
              <a:t>Xây</a:t>
            </a:r>
            <a:r>
              <a:rPr lang="en-US" altLang="en-US" sz="3200" b="1" dirty="0">
                <a:latin typeface="Times New Roman" panose="02020603050405020304" pitchFamily="18" charset="0"/>
                <a:cs typeface="Times New Roman" panose="02020603050405020304" pitchFamily="18" charset="0"/>
              </a:rPr>
              <a:t> </a:t>
            </a:r>
            <a:r>
              <a:rPr lang="en-US" altLang="en-US" sz="3200" b="1" dirty="0" err="1">
                <a:latin typeface="Times New Roman" panose="02020603050405020304" pitchFamily="18" charset="0"/>
                <a:cs typeface="Times New Roman" panose="02020603050405020304" pitchFamily="18" charset="0"/>
              </a:rPr>
              <a:t>dựng</a:t>
            </a:r>
            <a:r>
              <a:rPr lang="en-US" altLang="en-US" sz="3200" b="1" dirty="0">
                <a:latin typeface="Times New Roman" panose="02020603050405020304" pitchFamily="18" charset="0"/>
                <a:cs typeface="Times New Roman" panose="02020603050405020304" pitchFamily="18" charset="0"/>
              </a:rPr>
              <a:t> </a:t>
            </a:r>
            <a:r>
              <a:rPr lang="en-US" altLang="en-US" sz="3200" b="1" dirty="0" err="1">
                <a:latin typeface="Times New Roman" panose="02020603050405020304" pitchFamily="18" charset="0"/>
                <a:cs typeface="Times New Roman" panose="02020603050405020304" pitchFamily="18" charset="0"/>
              </a:rPr>
              <a:t>ứng</a:t>
            </a:r>
            <a:r>
              <a:rPr lang="en-US" altLang="en-US" sz="3200" b="1" dirty="0">
                <a:latin typeface="Times New Roman" panose="02020603050405020304" pitchFamily="18" charset="0"/>
                <a:cs typeface="Times New Roman" panose="02020603050405020304" pitchFamily="18" charset="0"/>
              </a:rPr>
              <a:t> </a:t>
            </a:r>
            <a:r>
              <a:rPr lang="en-US" altLang="en-US" sz="3200" b="1" dirty="0" err="1">
                <a:latin typeface="Times New Roman" panose="02020603050405020304" pitchFamily="18" charset="0"/>
                <a:cs typeface="Times New Roman" panose="02020603050405020304" pitchFamily="18" charset="0"/>
              </a:rPr>
              <a:t>dụng</a:t>
            </a:r>
            <a:endParaRPr lang="en-US" altLang="en-US" sz="3200" b="1" dirty="0">
              <a:latin typeface="Times New Roman" panose="02020603050405020304" pitchFamily="18" charset="0"/>
              <a:cs typeface="Times New Roman" panose="02020603050405020304" pitchFamily="18" charset="0"/>
            </a:endParaRPr>
          </a:p>
        </p:txBody>
      </p:sp>
      <p:sp>
        <p:nvSpPr>
          <p:cNvPr id="3" name="TextBox 1">
            <a:extLst>
              <a:ext uri="{FF2B5EF4-FFF2-40B4-BE49-F238E27FC236}">
                <a16:creationId xmlns:a16="http://schemas.microsoft.com/office/drawing/2014/main" id="{F44777B7-7D28-F82C-ADB6-53BFB3BF7B96}"/>
              </a:ext>
            </a:extLst>
          </p:cNvPr>
          <p:cNvSpPr txBox="1">
            <a:spLocks noChangeArrowheads="1"/>
          </p:cNvSpPr>
          <p:nvPr/>
        </p:nvSpPr>
        <p:spPr bwMode="auto">
          <a:xfrm>
            <a:off x="263353" y="540998"/>
            <a:ext cx="1190527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ts val="450"/>
              </a:spcBef>
              <a:spcAft>
                <a:spcPts val="450"/>
              </a:spcAft>
              <a:buNone/>
            </a:pPr>
            <a:r>
              <a:rPr lang="en-US" altLang="en-US" sz="2000" b="1" dirty="0">
                <a:latin typeface="Times New Roman" panose="02020603050405020304" pitchFamily="18" charset="0"/>
                <a:cs typeface="Times New Roman" panose="02020603050405020304" pitchFamily="18" charset="0"/>
              </a:rPr>
              <a:t>K-nearest Neighbors</a:t>
            </a:r>
          </a:p>
        </p:txBody>
      </p:sp>
      <p:sp>
        <p:nvSpPr>
          <p:cNvPr id="4" name="TextBox 1">
            <a:extLst>
              <a:ext uri="{FF2B5EF4-FFF2-40B4-BE49-F238E27FC236}">
                <a16:creationId xmlns:a16="http://schemas.microsoft.com/office/drawing/2014/main" id="{2F4410DF-CF99-7796-BAB6-7B2EE53752B3}"/>
              </a:ext>
            </a:extLst>
          </p:cNvPr>
          <p:cNvSpPr txBox="1">
            <a:spLocks noChangeArrowheads="1"/>
          </p:cNvSpPr>
          <p:nvPr/>
        </p:nvSpPr>
        <p:spPr bwMode="auto">
          <a:xfrm>
            <a:off x="4583832" y="5555775"/>
            <a:ext cx="486292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ts val="450"/>
              </a:spcBef>
              <a:spcAft>
                <a:spcPts val="450"/>
              </a:spcAft>
              <a:buNone/>
            </a:pPr>
            <a:r>
              <a:rPr lang="en-US" altLang="en-US" sz="2000" dirty="0" err="1">
                <a:latin typeface="Times New Roman" panose="02020603050405020304" pitchFamily="18" charset="0"/>
                <a:cs typeface="Times New Roman" panose="02020603050405020304" pitchFamily="18" charset="0"/>
              </a:rPr>
              <a:t>Hình</a:t>
            </a:r>
            <a:r>
              <a:rPr lang="en-US" altLang="en-US" sz="2000" dirty="0">
                <a:latin typeface="Times New Roman" panose="02020603050405020304" pitchFamily="18" charset="0"/>
                <a:cs typeface="Times New Roman" panose="02020603050405020304" pitchFamily="18" charset="0"/>
              </a:rPr>
              <a:t> 6. K-nearest Neighbors</a:t>
            </a:r>
          </a:p>
        </p:txBody>
      </p:sp>
      <p:pic>
        <p:nvPicPr>
          <p:cNvPr id="5" name="Picture 4" descr="K-Nearest Neighbor(KNN) Algorithm for Machine Learning - Javatpoint">
            <a:extLst>
              <a:ext uri="{FF2B5EF4-FFF2-40B4-BE49-F238E27FC236}">
                <a16:creationId xmlns:a16="http://schemas.microsoft.com/office/drawing/2014/main" id="{F2B3CCC3-0E5B-D6E3-34DB-4055D6B40145}"/>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071664" y="2232118"/>
            <a:ext cx="6680054" cy="3340027"/>
          </a:xfrm>
          <a:prstGeom prst="rect">
            <a:avLst/>
          </a:prstGeom>
          <a:noFill/>
          <a:ln>
            <a:noFill/>
          </a:ln>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D73FD8F-DF54-F5D4-AA4A-7149F8BCA867}"/>
                  </a:ext>
                </a:extLst>
              </p:cNvPr>
              <p:cNvSpPr txBox="1"/>
              <p:nvPr/>
            </p:nvSpPr>
            <p:spPr>
              <a:xfrm>
                <a:off x="407368" y="967816"/>
                <a:ext cx="11665296" cy="1080617"/>
              </a:xfrm>
              <a:prstGeom prst="rect">
                <a:avLst/>
              </a:prstGeom>
              <a:noFill/>
            </p:spPr>
            <p:txBody>
              <a:bodyPr wrap="square">
                <a:spAutoFit/>
              </a:bodyPr>
              <a:lstStyle/>
              <a:p>
                <a:r>
                  <a:rPr lang="en-US" sz="2000" dirty="0">
                    <a:latin typeface="Times New Roman" panose="02020603050405020304" pitchFamily="18" charset="0"/>
                    <a:ea typeface="Calibri" panose="020F0502020204030204" pitchFamily="34" charset="0"/>
                  </a:rPr>
                  <a:t>Euclidean </a:t>
                </a:r>
                <a:r>
                  <a:rPr lang="en-US" sz="2000" dirty="0">
                    <a:effectLst/>
                    <a:latin typeface="Times New Roman" panose="02020603050405020304" pitchFamily="18" charset="0"/>
                    <a:ea typeface="Calibri" panose="020F0502020204030204" pitchFamily="34" charset="0"/>
                  </a:rPr>
                  <a:t>Distance: </a:t>
                </a:r>
                <a14:m>
                  <m:oMath xmlns:m="http://schemas.openxmlformats.org/officeDocument/2006/math">
                    <m:r>
                      <a:rPr lang="en-US" sz="2000" i="1">
                        <a:effectLst/>
                        <a:latin typeface="Cambria Math" panose="02040503050406030204" pitchFamily="18" charset="0"/>
                        <a:ea typeface="Calibri" panose="020F0502020204030204" pitchFamily="34" charset="0"/>
                        <a:cs typeface="Times New Roman" panose="02020603050405020304" pitchFamily="18" charset="0"/>
                      </a:rPr>
                      <m:t>𝑑</m:t>
                    </m:r>
                    <m:d>
                      <m:dPr>
                        <m:ctrlPr>
                          <a:rPr lang="en-US" sz="2000" i="1">
                            <a:effectLst/>
                            <a:latin typeface="Cambria Math" panose="02040503050406030204" pitchFamily="18" charset="0"/>
                          </a:rPr>
                        </m:ctrlPr>
                      </m:d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𝑝</m:t>
                        </m:r>
                        <m:r>
                          <a:rPr lang="en-US" sz="2000" i="1">
                            <a:effectLst/>
                            <a:latin typeface="Cambria Math" panose="02040503050406030204" pitchFamily="18" charset="0"/>
                            <a:ea typeface="Calibri" panose="020F0502020204030204" pitchFamily="34" charset="0"/>
                            <a:cs typeface="Times New Roman" panose="02020603050405020304" pitchFamily="18" charset="0"/>
                          </a:rPr>
                          <m:t>, </m:t>
                        </m:r>
                        <m:r>
                          <a:rPr lang="en-US" sz="2000" i="1">
                            <a:effectLst/>
                            <a:latin typeface="Cambria Math" panose="02040503050406030204" pitchFamily="18" charset="0"/>
                            <a:ea typeface="Calibri" panose="020F0502020204030204" pitchFamily="34" charset="0"/>
                            <a:cs typeface="Times New Roman" panose="02020603050405020304" pitchFamily="18" charset="0"/>
                          </a:rPr>
                          <m:t>𝑞</m:t>
                        </m:r>
                      </m:e>
                    </m:d>
                    <m:r>
                      <a:rPr lang="en-US" sz="2000" i="1">
                        <a:effectLst/>
                        <a:latin typeface="Cambria Math" panose="02040503050406030204" pitchFamily="18" charset="0"/>
                        <a:ea typeface="Calibri" panose="020F0502020204030204" pitchFamily="34" charset="0"/>
                        <a:cs typeface="Times New Roman" panose="02020603050405020304" pitchFamily="18" charset="0"/>
                      </a:rPr>
                      <m:t>= </m:t>
                    </m:r>
                    <m:rad>
                      <m:radPr>
                        <m:degHide m:val="on"/>
                        <m:ctrlPr>
                          <a:rPr lang="en-US" sz="2000" i="1">
                            <a:effectLst/>
                            <a:latin typeface="Cambria Math" panose="02040503050406030204" pitchFamily="18" charset="0"/>
                          </a:rPr>
                        </m:ctrlPr>
                      </m:radPr>
                      <m:deg/>
                      <m:e>
                        <m:nary>
                          <m:naryPr>
                            <m:chr m:val="∑"/>
                            <m:limLoc m:val="undOvr"/>
                            <m:ctrlPr>
                              <a:rPr lang="en-US" sz="2000" i="1">
                                <a:effectLst/>
                                <a:latin typeface="Cambria Math" panose="02040503050406030204" pitchFamily="18" charset="0"/>
                              </a:rPr>
                            </m:ctrlPr>
                          </m:naryPr>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𝑖</m:t>
                            </m:r>
                            <m:r>
                              <a:rPr lang="en-US" sz="2000" i="1">
                                <a:effectLst/>
                                <a:latin typeface="Cambria Math" panose="02040503050406030204" pitchFamily="18" charset="0"/>
                                <a:ea typeface="Calibri" panose="020F0502020204030204" pitchFamily="34" charset="0"/>
                                <a:cs typeface="Times New Roman" panose="02020603050405020304" pitchFamily="18" charset="0"/>
                              </a:rPr>
                              <m:t>=1</m:t>
                            </m:r>
                          </m:sub>
                          <m:sup>
                            <m:r>
                              <a:rPr lang="en-US" sz="2000" i="1">
                                <a:effectLst/>
                                <a:latin typeface="Cambria Math" panose="02040503050406030204" pitchFamily="18" charset="0"/>
                                <a:ea typeface="Calibri" panose="020F0502020204030204" pitchFamily="34" charset="0"/>
                                <a:cs typeface="Times New Roman" panose="02020603050405020304" pitchFamily="18" charset="0"/>
                              </a:rPr>
                              <m:t>𝑛</m:t>
                            </m:r>
                          </m:sup>
                          <m:e>
                            <m:sSup>
                              <m:sSupPr>
                                <m:ctrlPr>
                                  <a:rPr lang="en-US" sz="2000" i="1">
                                    <a:effectLst/>
                                    <a:latin typeface="Cambria Math" panose="02040503050406030204" pitchFamily="18" charset="0"/>
                                  </a:rPr>
                                </m:ctrlPr>
                              </m:sSupPr>
                              <m:e>
                                <m:d>
                                  <m:dPr>
                                    <m:ctrlPr>
                                      <a:rPr lang="en-US" sz="2000" i="1">
                                        <a:effectLst/>
                                        <a:latin typeface="Cambria Math" panose="02040503050406030204" pitchFamily="18" charset="0"/>
                                      </a:rPr>
                                    </m:ctrlPr>
                                  </m:dPr>
                                  <m:e>
                                    <m:sSub>
                                      <m:sSubPr>
                                        <m:ctrlPr>
                                          <a:rPr lang="en-US" sz="2000" i="1">
                                            <a:effectLst/>
                                            <a:latin typeface="Cambria Math" panose="02040503050406030204" pitchFamily="18" charset="0"/>
                                          </a:rPr>
                                        </m:ctrlPr>
                                      </m:sSub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𝑝</m:t>
                                        </m:r>
                                      </m:e>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𝑖</m:t>
                                        </m:r>
                                      </m:sub>
                                    </m:sSub>
                                    <m:r>
                                      <a:rPr lang="en-US" sz="2000" i="1">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n-US" sz="2000" i="1">
                                            <a:effectLst/>
                                            <a:latin typeface="Cambria Math" panose="02040503050406030204" pitchFamily="18" charset="0"/>
                                          </a:rPr>
                                        </m:ctrlPr>
                                      </m:sSub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𝑞</m:t>
                                        </m:r>
                                      </m:e>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𝑖</m:t>
                                        </m:r>
                                      </m:sub>
                                    </m:sSub>
                                  </m:e>
                                </m:d>
                              </m:e>
                              <m:sup>
                                <m:r>
                                  <a:rPr lang="en-US" sz="2000" i="1">
                                    <a:effectLst/>
                                    <a:latin typeface="Cambria Math" panose="02040503050406030204" pitchFamily="18" charset="0"/>
                                    <a:ea typeface="Calibri" panose="020F0502020204030204" pitchFamily="34" charset="0"/>
                                    <a:cs typeface="Times New Roman" panose="02020603050405020304" pitchFamily="18" charset="0"/>
                                  </a:rPr>
                                  <m:t>2</m:t>
                                </m:r>
                              </m:sup>
                            </m:sSup>
                          </m:e>
                        </m:nary>
                      </m:e>
                    </m:rad>
                  </m:oMath>
                </a14:m>
                <a:endParaRPr lang="en-US" sz="2000" dirty="0">
                  <a:effectLst/>
                  <a:latin typeface="Times New Roman" panose="02020603050405020304" pitchFamily="18" charset="0"/>
                  <a:ea typeface="Calibri" panose="020F0502020204030204" pitchFamily="34" charset="0"/>
                </a:endParaRPr>
              </a:p>
              <a:p>
                <a:endParaRPr lang="en-US" sz="2000" dirty="0">
                  <a:effectLst/>
                  <a:latin typeface="Times New Roman" panose="02020603050405020304" pitchFamily="18" charset="0"/>
                  <a:ea typeface="Calibri" panose="020F0502020204030204" pitchFamily="34" charset="0"/>
                </a:endParaRPr>
              </a:p>
              <a:p>
                <a:r>
                  <a:rPr lang="en-US" sz="2000" dirty="0">
                    <a:effectLst/>
                    <a:latin typeface="Times New Roman" panose="02020603050405020304" pitchFamily="18" charset="0"/>
                    <a:ea typeface="Calibri" panose="020F0502020204030204" pitchFamily="34" charset="0"/>
                  </a:rPr>
                  <a:t>Manhattan Distance: </a:t>
                </a:r>
                <a14:m>
                  <m:oMath xmlns:m="http://schemas.openxmlformats.org/officeDocument/2006/math">
                    <m:r>
                      <a:rPr lang="en-US" sz="2000" i="1" smtClean="0">
                        <a:effectLst/>
                        <a:latin typeface="Cambria Math" panose="02040503050406030204" pitchFamily="18" charset="0"/>
                        <a:ea typeface="Calibri" panose="020F0502020204030204" pitchFamily="34" charset="0"/>
                        <a:cs typeface="Times New Roman" panose="02020603050405020304" pitchFamily="18" charset="0"/>
                      </a:rPr>
                      <m:t>𝑑</m:t>
                    </m:r>
                    <m:d>
                      <m:dPr>
                        <m:ctrlPr>
                          <a:rPr lang="en-US" sz="2000" i="1">
                            <a:effectLst/>
                            <a:latin typeface="Cambria Math" panose="02040503050406030204" pitchFamily="18" charset="0"/>
                          </a:rPr>
                        </m:ctrlPr>
                      </m:d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𝑝</m:t>
                        </m:r>
                        <m:r>
                          <a:rPr lang="en-US" sz="2000" i="1">
                            <a:effectLst/>
                            <a:latin typeface="Cambria Math" panose="02040503050406030204" pitchFamily="18" charset="0"/>
                            <a:ea typeface="Calibri" panose="020F0502020204030204" pitchFamily="34" charset="0"/>
                            <a:cs typeface="Times New Roman" panose="02020603050405020304" pitchFamily="18" charset="0"/>
                          </a:rPr>
                          <m:t>, </m:t>
                        </m:r>
                        <m:r>
                          <a:rPr lang="en-US" sz="2000" i="1">
                            <a:effectLst/>
                            <a:latin typeface="Cambria Math" panose="02040503050406030204" pitchFamily="18" charset="0"/>
                            <a:ea typeface="Calibri" panose="020F0502020204030204" pitchFamily="34" charset="0"/>
                            <a:cs typeface="Times New Roman" panose="02020603050405020304" pitchFamily="18" charset="0"/>
                          </a:rPr>
                          <m:t>𝑞</m:t>
                        </m:r>
                      </m:e>
                    </m:d>
                    <m:r>
                      <a:rPr lang="en-US" sz="2000" i="1">
                        <a:effectLst/>
                        <a:latin typeface="Cambria Math" panose="02040503050406030204" pitchFamily="18" charset="0"/>
                        <a:ea typeface="Calibri" panose="020F0502020204030204" pitchFamily="34" charset="0"/>
                        <a:cs typeface="Times New Roman" panose="02020603050405020304" pitchFamily="18" charset="0"/>
                      </a:rPr>
                      <m:t>= </m:t>
                    </m:r>
                    <m:nary>
                      <m:naryPr>
                        <m:chr m:val="∑"/>
                        <m:limLoc m:val="undOvr"/>
                        <m:ctrlPr>
                          <a:rPr lang="en-US" sz="2000" i="1">
                            <a:effectLst/>
                            <a:latin typeface="Cambria Math" panose="02040503050406030204" pitchFamily="18" charset="0"/>
                          </a:rPr>
                        </m:ctrlPr>
                      </m:naryPr>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𝑖</m:t>
                        </m:r>
                        <m:r>
                          <a:rPr lang="en-US" sz="2000" i="1">
                            <a:effectLst/>
                            <a:latin typeface="Cambria Math" panose="02040503050406030204" pitchFamily="18" charset="0"/>
                            <a:ea typeface="Calibri" panose="020F0502020204030204" pitchFamily="34" charset="0"/>
                            <a:cs typeface="Times New Roman" panose="02020603050405020304" pitchFamily="18" charset="0"/>
                          </a:rPr>
                          <m:t>=1</m:t>
                        </m:r>
                      </m:sub>
                      <m:sup>
                        <m:r>
                          <a:rPr lang="en-US" sz="2000" i="1">
                            <a:effectLst/>
                            <a:latin typeface="Cambria Math" panose="02040503050406030204" pitchFamily="18" charset="0"/>
                            <a:ea typeface="Calibri" panose="020F0502020204030204" pitchFamily="34" charset="0"/>
                            <a:cs typeface="Times New Roman" panose="02020603050405020304" pitchFamily="18" charset="0"/>
                          </a:rPr>
                          <m:t>𝑛</m:t>
                        </m:r>
                      </m:sup>
                      <m:e>
                        <m:d>
                          <m:dPr>
                            <m:begChr m:val="|"/>
                            <m:endChr m:val="|"/>
                            <m:ctrlPr>
                              <a:rPr lang="en-US" sz="2000" i="1">
                                <a:effectLst/>
                                <a:latin typeface="Cambria Math" panose="02040503050406030204" pitchFamily="18" charset="0"/>
                              </a:rPr>
                            </m:ctrlPr>
                          </m:dPr>
                          <m:e>
                            <m:sSub>
                              <m:sSubPr>
                                <m:ctrlPr>
                                  <a:rPr lang="en-US" sz="2000" i="1">
                                    <a:effectLst/>
                                    <a:latin typeface="Cambria Math" panose="02040503050406030204" pitchFamily="18" charset="0"/>
                                  </a:rPr>
                                </m:ctrlPr>
                              </m:sSub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𝑝</m:t>
                                </m:r>
                              </m:e>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𝑖</m:t>
                                </m:r>
                              </m:sub>
                            </m:sSub>
                            <m:r>
                              <a:rPr lang="en-US" sz="2000" i="1">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n-US" sz="2000" i="1">
                                    <a:effectLst/>
                                    <a:latin typeface="Cambria Math" panose="02040503050406030204" pitchFamily="18" charset="0"/>
                                  </a:rPr>
                                </m:ctrlPr>
                              </m:sSub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𝑞</m:t>
                                </m:r>
                              </m:e>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𝑖</m:t>
                                </m:r>
                              </m:sub>
                            </m:sSub>
                          </m:e>
                        </m:d>
                      </m:e>
                    </m:nary>
                  </m:oMath>
                </a14:m>
                <a:r>
                  <a:rPr lang="en-US" sz="2000" dirty="0">
                    <a:effectLst/>
                    <a:latin typeface="Times New Roman" panose="02020603050405020304" pitchFamily="18" charset="0"/>
                    <a:ea typeface="Calibri" panose="020F0502020204030204" pitchFamily="34" charset="0"/>
                  </a:rPr>
                  <a:t> </a:t>
                </a:r>
                <a:endParaRPr lang="en-US" sz="2000" dirty="0"/>
              </a:p>
            </p:txBody>
          </p:sp>
        </mc:Choice>
        <mc:Fallback xmlns="">
          <p:sp>
            <p:nvSpPr>
              <p:cNvPr id="8" name="TextBox 7">
                <a:extLst>
                  <a:ext uri="{FF2B5EF4-FFF2-40B4-BE49-F238E27FC236}">
                    <a16:creationId xmlns:a16="http://schemas.microsoft.com/office/drawing/2014/main" id="{FD73FD8F-DF54-F5D4-AA4A-7149F8BCA867}"/>
                  </a:ext>
                </a:extLst>
              </p:cNvPr>
              <p:cNvSpPr txBox="1">
                <a:spLocks noRot="1" noChangeAspect="1" noMove="1" noResize="1" noEditPoints="1" noAdjustHandles="1" noChangeArrowheads="1" noChangeShapeType="1" noTextEdit="1"/>
              </p:cNvSpPr>
              <p:nvPr/>
            </p:nvSpPr>
            <p:spPr>
              <a:xfrm>
                <a:off x="407368" y="967816"/>
                <a:ext cx="11665296" cy="1080617"/>
              </a:xfrm>
              <a:prstGeom prst="rect">
                <a:avLst/>
              </a:prstGeom>
              <a:blipFill>
                <a:blip r:embed="rId3"/>
                <a:stretch>
                  <a:fillRect l="-575" t="-41243" b="-67797"/>
                </a:stretch>
              </a:blipFill>
            </p:spPr>
            <p:txBody>
              <a:bodyPr/>
              <a:lstStyle/>
              <a:p>
                <a:r>
                  <a:rPr lang="en-US">
                    <a:noFill/>
                  </a:rPr>
                  <a:t> </a:t>
                </a:r>
              </a:p>
            </p:txBody>
          </p:sp>
        </mc:Fallback>
      </mc:AlternateContent>
    </p:spTree>
    <p:extLst>
      <p:ext uri="{BB962C8B-B14F-4D97-AF65-F5344CB8AC3E}">
        <p14:creationId xmlns:p14="http://schemas.microsoft.com/office/powerpoint/2010/main" val="30145658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1">
            <a:extLst>
              <a:ext uri="{FF2B5EF4-FFF2-40B4-BE49-F238E27FC236}">
                <a16:creationId xmlns:a16="http://schemas.microsoft.com/office/drawing/2014/main" id="{E08ECBEB-2701-062A-8BE6-363497690E6E}"/>
              </a:ext>
            </a:extLst>
          </p:cNvPr>
          <p:cNvSpPr txBox="1">
            <a:spLocks noChangeArrowheads="1"/>
          </p:cNvSpPr>
          <p:nvPr/>
        </p:nvSpPr>
        <p:spPr bwMode="auto">
          <a:xfrm>
            <a:off x="0" y="-6251"/>
            <a:ext cx="1221039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ts val="450"/>
              </a:spcBef>
              <a:spcAft>
                <a:spcPts val="450"/>
              </a:spcAft>
              <a:buNone/>
            </a:pPr>
            <a:r>
              <a:rPr lang="en-US" altLang="en-US" sz="3200" b="1" dirty="0">
                <a:cs typeface="Arial" panose="020B0604020202020204" pitchFamily="34" charset="0"/>
              </a:rPr>
              <a:t>3. </a:t>
            </a:r>
            <a:r>
              <a:rPr lang="en-US" altLang="en-US" sz="3200" b="1" dirty="0" err="1">
                <a:cs typeface="Arial" panose="020B0604020202020204" pitchFamily="34" charset="0"/>
              </a:rPr>
              <a:t>Xây</a:t>
            </a:r>
            <a:r>
              <a:rPr lang="en-US" altLang="en-US" sz="3200" b="1" dirty="0">
                <a:cs typeface="Arial" panose="020B0604020202020204" pitchFamily="34" charset="0"/>
              </a:rPr>
              <a:t> </a:t>
            </a:r>
            <a:r>
              <a:rPr lang="en-US" altLang="en-US" sz="3200" b="1" dirty="0" err="1">
                <a:cs typeface="Arial" panose="020B0604020202020204" pitchFamily="34" charset="0"/>
              </a:rPr>
              <a:t>dựng</a:t>
            </a:r>
            <a:r>
              <a:rPr lang="en-US" altLang="en-US" sz="3200" b="1" dirty="0">
                <a:cs typeface="Arial" panose="020B0604020202020204" pitchFamily="34" charset="0"/>
              </a:rPr>
              <a:t> </a:t>
            </a:r>
            <a:r>
              <a:rPr lang="en-US" altLang="en-US" sz="3200" b="1" dirty="0" err="1">
                <a:cs typeface="Arial" panose="020B0604020202020204" pitchFamily="34" charset="0"/>
              </a:rPr>
              <a:t>ứng</a:t>
            </a:r>
            <a:r>
              <a:rPr lang="en-US" altLang="en-US" sz="3200" b="1" dirty="0">
                <a:cs typeface="Arial" panose="020B0604020202020204" pitchFamily="34" charset="0"/>
              </a:rPr>
              <a:t> </a:t>
            </a:r>
            <a:r>
              <a:rPr lang="en-US" altLang="en-US" sz="3200" b="1" dirty="0" err="1">
                <a:cs typeface="Arial" panose="020B0604020202020204" pitchFamily="34" charset="0"/>
              </a:rPr>
              <a:t>dụng</a:t>
            </a:r>
            <a:endParaRPr lang="en-US" altLang="en-US" sz="3200" b="1" dirty="0">
              <a:cs typeface="Arial" panose="020B0604020202020204" pitchFamily="34" charset="0"/>
            </a:endParaRPr>
          </a:p>
        </p:txBody>
      </p:sp>
      <p:sp>
        <p:nvSpPr>
          <p:cNvPr id="3" name="TextBox 1">
            <a:extLst>
              <a:ext uri="{FF2B5EF4-FFF2-40B4-BE49-F238E27FC236}">
                <a16:creationId xmlns:a16="http://schemas.microsoft.com/office/drawing/2014/main" id="{F44777B7-7D28-F82C-ADB6-53BFB3BF7B96}"/>
              </a:ext>
            </a:extLst>
          </p:cNvPr>
          <p:cNvSpPr txBox="1">
            <a:spLocks noChangeArrowheads="1"/>
          </p:cNvSpPr>
          <p:nvPr/>
        </p:nvSpPr>
        <p:spPr bwMode="auto">
          <a:xfrm>
            <a:off x="263353" y="507645"/>
            <a:ext cx="1180931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ts val="450"/>
              </a:spcBef>
              <a:spcAft>
                <a:spcPts val="450"/>
              </a:spcAft>
              <a:buNone/>
            </a:pPr>
            <a:r>
              <a:rPr lang="en-US" altLang="en-US" sz="2000" b="1" dirty="0">
                <a:cs typeface="Arial" panose="020B0604020202020204" pitchFamily="34" charset="0"/>
              </a:rPr>
              <a:t>Random Forest</a:t>
            </a:r>
          </a:p>
        </p:txBody>
      </p:sp>
      <p:sp>
        <p:nvSpPr>
          <p:cNvPr id="5" name="TextBox 4">
            <a:extLst>
              <a:ext uri="{FF2B5EF4-FFF2-40B4-BE49-F238E27FC236}">
                <a16:creationId xmlns:a16="http://schemas.microsoft.com/office/drawing/2014/main" id="{E8A5DF94-3EBD-207F-0896-655992F882C6}"/>
              </a:ext>
            </a:extLst>
          </p:cNvPr>
          <p:cNvSpPr txBox="1"/>
          <p:nvPr/>
        </p:nvSpPr>
        <p:spPr>
          <a:xfrm>
            <a:off x="1" y="1096469"/>
            <a:ext cx="5498078" cy="1631216"/>
          </a:xfrm>
          <a:prstGeom prst="rect">
            <a:avLst/>
          </a:prstGeom>
          <a:noFill/>
        </p:spPr>
        <p:txBody>
          <a:bodyPr wrap="square">
            <a:spAutoFit/>
          </a:bodyPr>
          <a:lstStyle/>
          <a:p>
            <a:r>
              <a:rPr lang="en-US" sz="2000" dirty="0" err="1">
                <a:latin typeface="Arial" panose="020B0604020202020204" pitchFamily="34" charset="0"/>
                <a:cs typeface="Arial" panose="020B0604020202020204" pitchFamily="34" charset="0"/>
              </a:rPr>
              <a:t>RandomForestClassifier</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là</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một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phương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pháp</a:t>
            </a:r>
            <a:r>
              <a:rPr lang="en-US" sz="2000" dirty="0">
                <a:latin typeface="Arial" panose="020B0604020202020204" pitchFamily="34" charset="0"/>
                <a:cs typeface="Arial" panose="020B0604020202020204" pitchFamily="34" charset="0"/>
              </a:rPr>
              <a:t> ensemble learning </a:t>
            </a:r>
            <a:r>
              <a:rPr lang="en-US" sz="2000" dirty="0" err="1">
                <a:latin typeface="Arial" panose="020B0604020202020204" pitchFamily="34" charset="0"/>
                <a:cs typeface="Arial" panose="020B0604020202020204" pitchFamily="34" charset="0"/>
              </a:rPr>
              <a:t>cho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việc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phân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loại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Nó</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dựa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trên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khái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niệm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xây</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dựng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nhiều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cây</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quyết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định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trong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quá</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trình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đào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tạo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và</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xuất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ra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lớp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là</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chế</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độ</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của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lớp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phân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loại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của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từng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cây</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riêng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lẻ</a:t>
            </a:r>
            <a:r>
              <a:rPr lang="en-US" sz="2000" dirty="0">
                <a:latin typeface="Arial" panose="020B0604020202020204" pitchFamily="34" charset="0"/>
                <a:cs typeface="Arial" panose="020B0604020202020204" pitchFamily="34" charset="0"/>
              </a:rPr>
              <a:t>.</a:t>
            </a:r>
          </a:p>
        </p:txBody>
      </p:sp>
      <p:pic>
        <p:nvPicPr>
          <p:cNvPr id="1026" name="Picture 2" descr="Applying Decision trees in Random Forest Algorithm">
            <a:extLst>
              <a:ext uri="{FF2B5EF4-FFF2-40B4-BE49-F238E27FC236}">
                <a16:creationId xmlns:a16="http://schemas.microsoft.com/office/drawing/2014/main" id="{40703B63-4C73-9EFF-59DA-867CBEA0F6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21098" y="1075361"/>
            <a:ext cx="6755511" cy="368991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1">
            <a:extLst>
              <a:ext uri="{FF2B5EF4-FFF2-40B4-BE49-F238E27FC236}">
                <a16:creationId xmlns:a16="http://schemas.microsoft.com/office/drawing/2014/main" id="{80B51C23-4EFD-E999-53BF-1B4F3AD465CA}"/>
              </a:ext>
            </a:extLst>
          </p:cNvPr>
          <p:cNvSpPr txBox="1">
            <a:spLocks noChangeArrowheads="1"/>
          </p:cNvSpPr>
          <p:nvPr/>
        </p:nvSpPr>
        <p:spPr bwMode="auto">
          <a:xfrm>
            <a:off x="4651384" y="4940450"/>
            <a:ext cx="75272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a:spcBef>
                <a:spcPts val="450"/>
              </a:spcBef>
              <a:spcAft>
                <a:spcPts val="450"/>
              </a:spcAft>
              <a:buNone/>
            </a:pPr>
            <a:r>
              <a:rPr lang="en-US" altLang="en-US" sz="2000" dirty="0" err="1">
                <a:cs typeface="Arial" panose="020B0604020202020204" pitchFamily="34" charset="0"/>
              </a:rPr>
              <a:t>Hình</a:t>
            </a:r>
            <a:r>
              <a:rPr lang="en-US" altLang="en-US" sz="2000" dirty="0">
                <a:cs typeface="Arial" panose="020B0604020202020204" pitchFamily="34" charset="0"/>
              </a:rPr>
              <a:t> 7. Random forest</a:t>
            </a:r>
          </a:p>
        </p:txBody>
      </p:sp>
    </p:spTree>
    <p:extLst>
      <p:ext uri="{BB962C8B-B14F-4D97-AF65-F5344CB8AC3E}">
        <p14:creationId xmlns:p14="http://schemas.microsoft.com/office/powerpoint/2010/main" val="25378885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1">
            <a:extLst>
              <a:ext uri="{FF2B5EF4-FFF2-40B4-BE49-F238E27FC236}">
                <a16:creationId xmlns:a16="http://schemas.microsoft.com/office/drawing/2014/main" id="{E08ECBEB-2701-062A-8BE6-363497690E6E}"/>
              </a:ext>
            </a:extLst>
          </p:cNvPr>
          <p:cNvSpPr txBox="1">
            <a:spLocks noChangeArrowheads="1"/>
          </p:cNvSpPr>
          <p:nvPr/>
        </p:nvSpPr>
        <p:spPr bwMode="auto">
          <a:xfrm>
            <a:off x="-9196" y="0"/>
            <a:ext cx="1221039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ts val="450"/>
              </a:spcBef>
              <a:spcAft>
                <a:spcPts val="450"/>
              </a:spcAft>
              <a:buNone/>
            </a:pPr>
            <a:r>
              <a:rPr lang="en-US" altLang="en-US" sz="3200" b="1" dirty="0">
                <a:cs typeface="Arial" panose="020B0604020202020204" pitchFamily="34" charset="0"/>
              </a:rPr>
              <a:t>3. </a:t>
            </a:r>
            <a:r>
              <a:rPr lang="en-US" altLang="en-US" sz="3200" b="1" dirty="0" err="1">
                <a:cs typeface="Arial" panose="020B0604020202020204" pitchFamily="34" charset="0"/>
              </a:rPr>
              <a:t>Xây</a:t>
            </a:r>
            <a:r>
              <a:rPr lang="en-US" altLang="en-US" sz="3200" b="1" dirty="0">
                <a:cs typeface="Arial" panose="020B0604020202020204" pitchFamily="34" charset="0"/>
              </a:rPr>
              <a:t> </a:t>
            </a:r>
            <a:r>
              <a:rPr lang="en-US" altLang="en-US" sz="3200" b="1" dirty="0" err="1">
                <a:cs typeface="Arial" panose="020B0604020202020204" pitchFamily="34" charset="0"/>
              </a:rPr>
              <a:t>dựng</a:t>
            </a:r>
            <a:r>
              <a:rPr lang="en-US" altLang="en-US" sz="3200" b="1" dirty="0">
                <a:cs typeface="Arial" panose="020B0604020202020204" pitchFamily="34" charset="0"/>
              </a:rPr>
              <a:t> </a:t>
            </a:r>
            <a:r>
              <a:rPr lang="en-US" altLang="en-US" sz="3200" b="1" dirty="0" err="1">
                <a:cs typeface="Arial" panose="020B0604020202020204" pitchFamily="34" charset="0"/>
              </a:rPr>
              <a:t>ứng</a:t>
            </a:r>
            <a:r>
              <a:rPr lang="en-US" altLang="en-US" sz="3200" b="1" dirty="0">
                <a:cs typeface="Arial" panose="020B0604020202020204" pitchFamily="34" charset="0"/>
              </a:rPr>
              <a:t> </a:t>
            </a:r>
            <a:r>
              <a:rPr lang="en-US" altLang="en-US" sz="3200" b="1" dirty="0" err="1">
                <a:cs typeface="Arial" panose="020B0604020202020204" pitchFamily="34" charset="0"/>
              </a:rPr>
              <a:t>dụng</a:t>
            </a:r>
            <a:endParaRPr lang="en-US" altLang="en-US" sz="3200" b="1" dirty="0">
              <a:cs typeface="Arial" panose="020B0604020202020204" pitchFamily="34" charset="0"/>
            </a:endParaRPr>
          </a:p>
        </p:txBody>
      </p:sp>
      <p:sp>
        <p:nvSpPr>
          <p:cNvPr id="8" name="TextBox 1">
            <a:extLst>
              <a:ext uri="{FF2B5EF4-FFF2-40B4-BE49-F238E27FC236}">
                <a16:creationId xmlns:a16="http://schemas.microsoft.com/office/drawing/2014/main" id="{CE4315ED-1225-90FB-1459-D443F1E2D8B6}"/>
              </a:ext>
            </a:extLst>
          </p:cNvPr>
          <p:cNvSpPr txBox="1">
            <a:spLocks noChangeArrowheads="1"/>
          </p:cNvSpPr>
          <p:nvPr/>
        </p:nvSpPr>
        <p:spPr bwMode="auto">
          <a:xfrm>
            <a:off x="263352" y="558351"/>
            <a:ext cx="117846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ts val="450"/>
              </a:spcBef>
              <a:spcAft>
                <a:spcPts val="450"/>
              </a:spcAft>
              <a:buNone/>
            </a:pPr>
            <a:r>
              <a:rPr lang="en-US" altLang="en-US" sz="2000" b="1" dirty="0">
                <a:cs typeface="Arial" panose="020B0604020202020204" pitchFamily="34" charset="0"/>
              </a:rPr>
              <a:t>Confusion Matrix</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C6D09EE-7464-071A-0119-B86E5656FCC3}"/>
                  </a:ext>
                </a:extLst>
              </p:cNvPr>
              <p:cNvSpPr txBox="1"/>
              <p:nvPr/>
            </p:nvSpPr>
            <p:spPr>
              <a:xfrm>
                <a:off x="407368" y="943528"/>
                <a:ext cx="11784632" cy="4140236"/>
              </a:xfrm>
              <a:prstGeom prst="rect">
                <a:avLst/>
              </a:prstGeom>
              <a:noFill/>
            </p:spPr>
            <p:txBody>
              <a:bodyPr wrap="square">
                <a:spAutoFit/>
              </a:bodyPr>
              <a:lstStyle/>
              <a:p>
                <a:pPr algn="just">
                  <a:lnSpc>
                    <a:spcPct val="150000"/>
                  </a:lnSpc>
                  <a:spcAft>
                    <a:spcPts val="800"/>
                  </a:spcAft>
                </a:pPr>
                <a:r>
                  <a:rPr lang="en-US" sz="1600" dirty="0">
                    <a:effectLst/>
                    <a:latin typeface="Arial" panose="020B0604020202020204" pitchFamily="34" charset="0"/>
                    <a:ea typeface="Calibri" panose="020F0502020204030204" pitchFamily="34" charset="0"/>
                    <a:cs typeface="Arial" panose="020B0604020202020204" pitchFamily="34" charset="0"/>
                  </a:rPr>
                  <a:t>TP: True positive (</a:t>
                </a:r>
                <a:r>
                  <a:rPr lang="en-US" sz="1600" dirty="0" err="1">
                    <a:effectLst/>
                    <a:latin typeface="Arial" panose="020B0604020202020204" pitchFamily="34" charset="0"/>
                    <a:ea typeface="Calibri" panose="020F0502020204030204" pitchFamily="34" charset="0"/>
                    <a:cs typeface="Arial" panose="020B0604020202020204" pitchFamily="34" charset="0"/>
                  </a:rPr>
                  <a:t>mẫu</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bị</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bệnh</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và</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mô</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hình</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chuẩn</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đoán</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là</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có</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bệnh</a:t>
                </a:r>
                <a:r>
                  <a:rPr lang="en-US" sz="1600" dirty="0">
                    <a:effectLst/>
                    <a:latin typeface="Arial" panose="020B0604020202020204" pitchFamily="34" charset="0"/>
                    <a:ea typeface="Calibri" panose="020F0502020204030204" pitchFamily="34" charset="0"/>
                    <a:cs typeface="Arial" panose="020B0604020202020204" pitchFamily="34" charset="0"/>
                  </a:rPr>
                  <a:t>).</a:t>
                </a:r>
              </a:p>
              <a:p>
                <a:pPr algn="just">
                  <a:lnSpc>
                    <a:spcPct val="150000"/>
                  </a:lnSpc>
                  <a:spcAft>
                    <a:spcPts val="800"/>
                  </a:spcAft>
                </a:pPr>
                <a:r>
                  <a:rPr lang="en-US" sz="1600" dirty="0">
                    <a:effectLst/>
                    <a:latin typeface="Arial" panose="020B0604020202020204" pitchFamily="34" charset="0"/>
                    <a:ea typeface="Calibri" panose="020F0502020204030204" pitchFamily="34" charset="0"/>
                    <a:cs typeface="Arial" panose="020B0604020202020204" pitchFamily="34" charset="0"/>
                  </a:rPr>
                  <a:t>FP: False positive (</a:t>
                </a:r>
                <a:r>
                  <a:rPr lang="en-US" sz="1600" dirty="0" err="1">
                    <a:effectLst/>
                    <a:latin typeface="Arial" panose="020B0604020202020204" pitchFamily="34" charset="0"/>
                    <a:ea typeface="Calibri" panose="020F0502020204030204" pitchFamily="34" charset="0"/>
                    <a:cs typeface="Arial" panose="020B0604020202020204" pitchFamily="34" charset="0"/>
                  </a:rPr>
                  <a:t>mẫu</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không</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bị</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bệnh</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nhưng</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mô</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hình</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chuẩn</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đoán</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là</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có</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bệnh</a:t>
                </a:r>
                <a:r>
                  <a:rPr lang="en-US" sz="1600" dirty="0">
                    <a:effectLst/>
                    <a:latin typeface="Arial" panose="020B0604020202020204" pitchFamily="34" charset="0"/>
                    <a:ea typeface="Calibri" panose="020F0502020204030204" pitchFamily="34" charset="0"/>
                    <a:cs typeface="Arial" panose="020B0604020202020204" pitchFamily="34" charset="0"/>
                  </a:rPr>
                  <a:t>).</a:t>
                </a:r>
              </a:p>
              <a:p>
                <a:pPr algn="just">
                  <a:lnSpc>
                    <a:spcPct val="150000"/>
                  </a:lnSpc>
                  <a:spcAft>
                    <a:spcPts val="800"/>
                  </a:spcAft>
                </a:pPr>
                <a:r>
                  <a:rPr lang="en-US" sz="1600" dirty="0">
                    <a:effectLst/>
                    <a:latin typeface="Arial" panose="020B0604020202020204" pitchFamily="34" charset="0"/>
                    <a:ea typeface="Calibri" panose="020F0502020204030204" pitchFamily="34" charset="0"/>
                    <a:cs typeface="Arial" panose="020B0604020202020204" pitchFamily="34" charset="0"/>
                  </a:rPr>
                  <a:t>TN: True negative (</a:t>
                </a:r>
                <a:r>
                  <a:rPr lang="en-US" sz="1600" dirty="0" err="1">
                    <a:effectLst/>
                    <a:latin typeface="Arial" panose="020B0604020202020204" pitchFamily="34" charset="0"/>
                    <a:ea typeface="Calibri" panose="020F0502020204030204" pitchFamily="34" charset="0"/>
                    <a:cs typeface="Arial" panose="020B0604020202020204" pitchFamily="34" charset="0"/>
                  </a:rPr>
                  <a:t>mẫu</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không</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bị</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bệnh</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và</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mô</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hình</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cũng</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chuẩn</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đoán</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là</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không</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có</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bệnh</a:t>
                </a:r>
                <a:r>
                  <a:rPr lang="en-US" sz="1600" dirty="0">
                    <a:effectLst/>
                    <a:latin typeface="Arial" panose="020B0604020202020204" pitchFamily="34" charset="0"/>
                    <a:ea typeface="Calibri" panose="020F0502020204030204" pitchFamily="34" charset="0"/>
                    <a:cs typeface="Arial" panose="020B0604020202020204" pitchFamily="34" charset="0"/>
                  </a:rPr>
                  <a:t>).</a:t>
                </a:r>
              </a:p>
              <a:p>
                <a:pPr algn="just">
                  <a:lnSpc>
                    <a:spcPct val="150000"/>
                  </a:lnSpc>
                  <a:spcAft>
                    <a:spcPts val="800"/>
                  </a:spcAft>
                </a:pPr>
                <a:r>
                  <a:rPr lang="en-US" sz="1600" dirty="0">
                    <a:effectLst/>
                    <a:latin typeface="Arial" panose="020B0604020202020204" pitchFamily="34" charset="0"/>
                    <a:ea typeface="Calibri" panose="020F0502020204030204" pitchFamily="34" charset="0"/>
                    <a:cs typeface="Arial" panose="020B0604020202020204" pitchFamily="34" charset="0"/>
                  </a:rPr>
                  <a:t>FN: False negative (</a:t>
                </a:r>
                <a:r>
                  <a:rPr lang="en-US" sz="1600" dirty="0" err="1">
                    <a:effectLst/>
                    <a:latin typeface="Arial" panose="020B0604020202020204" pitchFamily="34" charset="0"/>
                    <a:ea typeface="Calibri" panose="020F0502020204030204" pitchFamily="34" charset="0"/>
                    <a:cs typeface="Arial" panose="020B0604020202020204" pitchFamily="34" charset="0"/>
                  </a:rPr>
                  <a:t>mẫu</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bị</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bệnh</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nhưng</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mô</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hình</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chuẩn</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đoán</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là</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không</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có</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bệnh</a:t>
                </a:r>
                <a:r>
                  <a:rPr lang="en-US" sz="1600" dirty="0">
                    <a:effectLst/>
                    <a:latin typeface="Arial" panose="020B0604020202020204" pitchFamily="34" charset="0"/>
                    <a:ea typeface="Calibri" panose="020F0502020204030204" pitchFamily="34" charset="0"/>
                    <a:cs typeface="Arial" panose="020B0604020202020204" pitchFamily="34" charset="0"/>
                  </a:rPr>
                  <a:t>).</a:t>
                </a:r>
              </a:p>
              <a:p>
                <a:pPr algn="just">
                  <a:lnSpc>
                    <a:spcPct val="150000"/>
                  </a:lnSpc>
                  <a:spcAft>
                    <a:spcPts val="800"/>
                  </a:spcAft>
                </a:pPr>
                <a:r>
                  <a:rPr lang="en-US" sz="1600" dirty="0" err="1">
                    <a:effectLst/>
                    <a:latin typeface="Arial" panose="020B0604020202020204" pitchFamily="34" charset="0"/>
                    <a:ea typeface="Calibri" panose="020F0502020204030204" pitchFamily="34" charset="0"/>
                    <a:cs typeface="Arial" panose="020B0604020202020204" pitchFamily="34" charset="0"/>
                  </a:rPr>
                  <a:t>Độ</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chính</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xác</a:t>
                </a:r>
                <a:r>
                  <a:rPr lang="en-US" sz="1600" dirty="0">
                    <a:effectLst/>
                    <a:latin typeface="Arial" panose="020B0604020202020204" pitchFamily="34" charset="0"/>
                    <a:ea typeface="Calibri" panose="020F0502020204030204" pitchFamily="34" charset="0"/>
                    <a:cs typeface="Arial" panose="020B0604020202020204" pitchFamily="34" charset="0"/>
                  </a:rPr>
                  <a:t> - accuracy matrix </a:t>
                </a:r>
                <a:r>
                  <a:rPr lang="en-US" sz="1600" dirty="0" err="1">
                    <a:effectLst/>
                    <a:latin typeface="Arial" panose="020B0604020202020204" pitchFamily="34" charset="0"/>
                    <a:ea typeface="Calibri" panose="020F0502020204030204" pitchFamily="34" charset="0"/>
                    <a:cs typeface="Arial" panose="020B0604020202020204" pitchFamily="34" charset="0"/>
                  </a:rPr>
                  <a:t>để</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đo</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hiệu</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suất</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của</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tất</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cả</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các</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mô</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hình</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Tỷ</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lệ</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số</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dự</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đoán</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đúng</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trên</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tổng</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số</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dự</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đoán</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được</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thực</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hiện</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được</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tính</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theo</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công</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thức</a:t>
                </a:r>
                <a:r>
                  <a:rPr lang="en-US" sz="1600" dirty="0">
                    <a:solidFill>
                      <a:srgbClr val="4472C4"/>
                    </a:solidFill>
                    <a:effectLst/>
                    <a:latin typeface="Arial" panose="020B0604020202020204" pitchFamily="34" charset="0"/>
                    <a:ea typeface="Calibri" panose="020F0502020204030204" pitchFamily="34" charset="0"/>
                    <a:cs typeface="Arial" panose="020B0604020202020204" pitchFamily="34" charset="0"/>
                  </a:rPr>
                  <a:t>:</a:t>
                </a:r>
                <a:endParaRPr lang="en-US" sz="1600" dirty="0">
                  <a:effectLst/>
                  <a:latin typeface="Arial" panose="020B0604020202020204" pitchFamily="34" charset="0"/>
                  <a:ea typeface="Calibri" panose="020F0502020204030204" pitchFamily="34" charset="0"/>
                  <a:cs typeface="Arial" panose="020B0604020202020204" pitchFamily="34" charset="0"/>
                </a:endParaRPr>
              </a:p>
              <a:p>
                <a:pPr algn="ctr">
                  <a:lnSpc>
                    <a:spcPct val="107000"/>
                  </a:lnSpc>
                  <a:spcAft>
                    <a:spcPts val="800"/>
                  </a:spcAft>
                </a:pPr>
                <a14:m>
                  <m:oMath xmlns:m="http://schemas.openxmlformats.org/officeDocument/2006/math">
                    <m:r>
                      <a:rPr lang="en-US" sz="1600" i="1">
                        <a:effectLst/>
                        <a:latin typeface="Cambria Math" panose="02040503050406030204" pitchFamily="18" charset="0"/>
                        <a:ea typeface="Calibri" panose="020F0502020204030204" pitchFamily="34" charset="0"/>
                        <a:cs typeface="Times New Roman" panose="02020603050405020304" pitchFamily="18" charset="0"/>
                      </a:rPr>
                      <m:t>𝑃𝑟𝑒𝑐𝑖𝑠𝑖𝑜𝑛</m:t>
                    </m:r>
                    <m:r>
                      <a:rPr lang="en-US" sz="1600" i="1">
                        <a:effectLst/>
                        <a:latin typeface="Cambria Math" panose="02040503050406030204" pitchFamily="18" charset="0"/>
                        <a:ea typeface="Calibri" panose="020F0502020204030204" pitchFamily="34" charset="0"/>
                        <a:cs typeface="Times New Roman" panose="02020603050405020304" pitchFamily="18" charset="0"/>
                      </a:rPr>
                      <m:t> =</m:t>
                    </m:r>
                    <m:r>
                      <a:rPr lang="en-US" sz="1600">
                        <a:effectLst/>
                        <a:latin typeface="Cambria Math" panose="02040503050406030204" pitchFamily="18" charset="0"/>
                        <a:ea typeface="Calibri" panose="020F0502020204030204" pitchFamily="34" charset="0"/>
                        <a:cs typeface="Times New Roman" panose="02020603050405020304" pitchFamily="18" charset="0"/>
                      </a:rPr>
                      <m:t> </m:t>
                    </m:r>
                    <m:f>
                      <m:fPr>
                        <m:ctrlPr>
                          <a:rPr lang="en-US" sz="16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600" i="1">
                            <a:effectLst/>
                            <a:latin typeface="Cambria Math" panose="02040503050406030204" pitchFamily="18" charset="0"/>
                            <a:ea typeface="Calibri" panose="020F0502020204030204" pitchFamily="34" charset="0"/>
                            <a:cs typeface="Times New Roman" panose="02020603050405020304" pitchFamily="18" charset="0"/>
                          </a:rPr>
                          <m:t>𝑇𝑃</m:t>
                        </m:r>
                      </m:num>
                      <m:den>
                        <m:r>
                          <a:rPr lang="en-US" sz="1600" i="1">
                            <a:effectLst/>
                            <a:latin typeface="Cambria Math" panose="02040503050406030204" pitchFamily="18" charset="0"/>
                            <a:ea typeface="Calibri" panose="020F0502020204030204" pitchFamily="34" charset="0"/>
                            <a:cs typeface="Times New Roman" panose="02020603050405020304" pitchFamily="18" charset="0"/>
                          </a:rPr>
                          <m:t>𝑇𝑃</m:t>
                        </m:r>
                        <m:r>
                          <a:rPr lang="en-US" sz="1600" i="1">
                            <a:effectLst/>
                            <a:latin typeface="Cambria Math" panose="02040503050406030204" pitchFamily="18" charset="0"/>
                            <a:ea typeface="Calibri" panose="020F0502020204030204" pitchFamily="34" charset="0"/>
                            <a:cs typeface="Times New Roman" panose="02020603050405020304" pitchFamily="18" charset="0"/>
                          </a:rPr>
                          <m:t>+</m:t>
                        </m:r>
                        <m:r>
                          <a:rPr lang="en-US" sz="1600" i="1">
                            <a:effectLst/>
                            <a:latin typeface="Cambria Math" panose="02040503050406030204" pitchFamily="18" charset="0"/>
                            <a:ea typeface="Calibri" panose="020F0502020204030204" pitchFamily="34" charset="0"/>
                            <a:cs typeface="Times New Roman" panose="02020603050405020304" pitchFamily="18" charset="0"/>
                          </a:rPr>
                          <m:t>𝐹𝑃</m:t>
                        </m:r>
                      </m:den>
                    </m:f>
                    <m:r>
                      <a:rPr lang="en-US" sz="1600">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dirty="0">
                    <a:latin typeface="Arial" panose="020B0604020202020204" pitchFamily="34" charset="0"/>
                    <a:ea typeface="Times New Roman" panose="02020603050405020304" pitchFamily="18" charset="0"/>
                    <a:cs typeface="Arial" panose="020B0604020202020204" pitchFamily="34" charset="0"/>
                  </a:rPr>
                  <a:t>3</a:t>
                </a:r>
                <a:r>
                  <a:rPr lang="en-US" sz="1600" dirty="0">
                    <a:effectLst/>
                    <a:latin typeface="Arial" panose="020B0604020202020204" pitchFamily="34" charset="0"/>
                    <a:ea typeface="Times New Roman" panose="02020603050405020304" pitchFamily="18" charset="0"/>
                    <a:cs typeface="Arial" panose="020B0604020202020204" pitchFamily="34" charset="0"/>
                  </a:rPr>
                  <a:t>.1)</a:t>
                </a:r>
                <a:endParaRPr lang="en-US" sz="1600" dirty="0">
                  <a:effectLst/>
                  <a:latin typeface="Arial" panose="020B0604020202020204" pitchFamily="34" charset="0"/>
                  <a:ea typeface="Calibri" panose="020F0502020204030204" pitchFamily="34" charset="0"/>
                  <a:cs typeface="Arial" panose="020B0604020202020204" pitchFamily="34" charset="0"/>
                </a:endParaRPr>
              </a:p>
              <a:p>
                <a:pPr algn="ctr">
                  <a:lnSpc>
                    <a:spcPct val="107000"/>
                  </a:lnSpc>
                  <a:spcAft>
                    <a:spcPts val="800"/>
                  </a:spcAft>
                </a:pPr>
                <a14:m>
                  <m:oMath xmlns:m="http://schemas.openxmlformats.org/officeDocument/2006/math">
                    <m:r>
                      <a:rPr lang="en-US" sz="1600" i="1">
                        <a:effectLst/>
                        <a:latin typeface="Cambria Math" panose="02040503050406030204" pitchFamily="18" charset="0"/>
                        <a:ea typeface="Calibri" panose="020F0502020204030204" pitchFamily="34" charset="0"/>
                        <a:cs typeface="Times New Roman" panose="02020603050405020304" pitchFamily="18" charset="0"/>
                      </a:rPr>
                      <m:t>𝑅𝑒𝑐𝑎𝑙𝑙</m:t>
                    </m:r>
                    <m:r>
                      <a:rPr lang="en-US" sz="1600" i="1">
                        <a:effectLst/>
                        <a:latin typeface="Cambria Math" panose="02040503050406030204" pitchFamily="18" charset="0"/>
                        <a:ea typeface="Calibri" panose="020F0502020204030204" pitchFamily="34" charset="0"/>
                        <a:cs typeface="Times New Roman" panose="02020603050405020304" pitchFamily="18" charset="0"/>
                      </a:rPr>
                      <m:t> =</m:t>
                    </m:r>
                    <m:r>
                      <a:rPr lang="en-US" sz="1600">
                        <a:effectLst/>
                        <a:latin typeface="Cambria Math" panose="02040503050406030204" pitchFamily="18" charset="0"/>
                        <a:ea typeface="Calibri" panose="020F0502020204030204" pitchFamily="34" charset="0"/>
                        <a:cs typeface="Times New Roman" panose="02020603050405020304" pitchFamily="18" charset="0"/>
                      </a:rPr>
                      <m:t> </m:t>
                    </m:r>
                    <m:f>
                      <m:fPr>
                        <m:ctrlPr>
                          <a:rPr lang="en-US" sz="16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600" i="1">
                            <a:effectLst/>
                            <a:latin typeface="Cambria Math" panose="02040503050406030204" pitchFamily="18" charset="0"/>
                            <a:ea typeface="Calibri" panose="020F0502020204030204" pitchFamily="34" charset="0"/>
                            <a:cs typeface="Times New Roman" panose="02020603050405020304" pitchFamily="18" charset="0"/>
                          </a:rPr>
                          <m:t>𝑇𝑃</m:t>
                        </m:r>
                      </m:num>
                      <m:den>
                        <m:r>
                          <a:rPr lang="en-US" sz="1600" i="1">
                            <a:effectLst/>
                            <a:latin typeface="Cambria Math" panose="02040503050406030204" pitchFamily="18" charset="0"/>
                            <a:ea typeface="Calibri" panose="020F0502020204030204" pitchFamily="34" charset="0"/>
                            <a:cs typeface="Times New Roman" panose="02020603050405020304" pitchFamily="18" charset="0"/>
                          </a:rPr>
                          <m:t>𝑇𝑃</m:t>
                        </m:r>
                        <m:r>
                          <a:rPr lang="en-US" sz="1600" i="1">
                            <a:effectLst/>
                            <a:latin typeface="Cambria Math" panose="02040503050406030204" pitchFamily="18" charset="0"/>
                            <a:ea typeface="Calibri" panose="020F0502020204030204" pitchFamily="34" charset="0"/>
                            <a:cs typeface="Times New Roman" panose="02020603050405020304" pitchFamily="18" charset="0"/>
                          </a:rPr>
                          <m:t>+</m:t>
                        </m:r>
                        <m:r>
                          <a:rPr lang="en-US" sz="1600" i="1">
                            <a:effectLst/>
                            <a:latin typeface="Cambria Math" panose="02040503050406030204" pitchFamily="18" charset="0"/>
                            <a:ea typeface="Calibri" panose="020F0502020204030204" pitchFamily="34" charset="0"/>
                            <a:cs typeface="Times New Roman" panose="02020603050405020304" pitchFamily="18" charset="0"/>
                          </a:rPr>
                          <m:t>𝐹𝑁</m:t>
                        </m:r>
                      </m:den>
                    </m:f>
                    <m:r>
                      <a:rPr lang="en-US" sz="1600">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1600" dirty="0">
                    <a:effectLst/>
                    <a:latin typeface="Arial" panose="020B0604020202020204" pitchFamily="34" charset="0"/>
                    <a:ea typeface="Times New Roman" panose="02020603050405020304" pitchFamily="18" charset="0"/>
                    <a:cs typeface="Arial" panose="020B0604020202020204" pitchFamily="34" charset="0"/>
                  </a:rPr>
                  <a:t>(3.2)</a:t>
                </a:r>
                <a:endParaRPr lang="en-US" sz="1600" dirty="0">
                  <a:effectLst/>
                  <a:latin typeface="Arial" panose="020B0604020202020204" pitchFamily="34" charset="0"/>
                  <a:ea typeface="Calibri" panose="020F0502020204030204" pitchFamily="34" charset="0"/>
                  <a:cs typeface="Arial" panose="020B0604020202020204" pitchFamily="34" charset="0"/>
                </a:endParaRPr>
              </a:p>
              <a:p>
                <a:pPr algn="just">
                  <a:lnSpc>
                    <a:spcPct val="150000"/>
                  </a:lnSpc>
                  <a:spcAft>
                    <a:spcPts val="800"/>
                  </a:spcAft>
                </a:pPr>
                <a:r>
                  <a:rPr lang="en-US" sz="1600" dirty="0">
                    <a:effectLst/>
                    <a:latin typeface="Arial" panose="020B0604020202020204" pitchFamily="34" charset="0"/>
                    <a:ea typeface="Calibri" panose="020F0502020204030204" pitchFamily="34" charset="0"/>
                    <a:cs typeface="Arial" panose="020B0604020202020204" pitchFamily="34" charset="0"/>
                  </a:rPr>
                  <a:t>f</a:t>
                </a:r>
                <a:r>
                  <a:rPr lang="en-US" sz="1600" baseline="-25000" dirty="0">
                    <a:effectLst/>
                    <a:latin typeface="Arial" panose="020B0604020202020204" pitchFamily="34" charset="0"/>
                    <a:ea typeface="Calibri" panose="020F0502020204030204" pitchFamily="34" charset="0"/>
                    <a:cs typeface="Arial" panose="020B0604020202020204" pitchFamily="34" charset="0"/>
                  </a:rPr>
                  <a:t>1</a:t>
                </a:r>
                <a:r>
                  <a:rPr lang="en-US" sz="1600" dirty="0">
                    <a:effectLst/>
                    <a:latin typeface="Arial" panose="020B0604020202020204" pitchFamily="34" charset="0"/>
                    <a:ea typeface="Calibri" panose="020F0502020204030204" pitchFamily="34" charset="0"/>
                    <a:cs typeface="Arial" panose="020B0604020202020204" pitchFamily="34" charset="0"/>
                  </a:rPr>
                  <a:t>-score </a:t>
                </a:r>
                <a:r>
                  <a:rPr lang="en-US" sz="1600" dirty="0" err="1">
                    <a:effectLst/>
                    <a:latin typeface="Arial" panose="020B0604020202020204" pitchFamily="34" charset="0"/>
                    <a:ea typeface="Calibri" panose="020F0502020204030204" pitchFamily="34" charset="0"/>
                    <a:cs typeface="Arial" panose="020B0604020202020204" pitchFamily="34" charset="0"/>
                  </a:rPr>
                  <a:t>là</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sự</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kết</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hợp</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giữa</a:t>
                </a:r>
                <a:r>
                  <a:rPr lang="en-US" sz="1600" dirty="0">
                    <a:effectLst/>
                    <a:latin typeface="Arial" panose="020B0604020202020204" pitchFamily="34" charset="0"/>
                    <a:ea typeface="Calibri" panose="020F0502020204030204" pitchFamily="34" charset="0"/>
                    <a:cs typeface="Arial" panose="020B0604020202020204" pitchFamily="34" charset="0"/>
                  </a:rPr>
                  <a:t> precision </a:t>
                </a:r>
                <a:r>
                  <a:rPr lang="en-US" sz="1600" dirty="0" err="1">
                    <a:effectLst/>
                    <a:latin typeface="Arial" panose="020B0604020202020204" pitchFamily="34" charset="0"/>
                    <a:ea typeface="Calibri" panose="020F0502020204030204" pitchFamily="34" charset="0"/>
                    <a:cs typeface="Arial" panose="020B0604020202020204" pitchFamily="34" charset="0"/>
                  </a:rPr>
                  <a:t>và</a:t>
                </a:r>
                <a:r>
                  <a:rPr lang="en-US" sz="1600" dirty="0">
                    <a:effectLst/>
                    <a:latin typeface="Arial" panose="020B0604020202020204" pitchFamily="34" charset="0"/>
                    <a:ea typeface="Calibri" panose="020F0502020204030204" pitchFamily="34" charset="0"/>
                    <a:cs typeface="Arial" panose="020B0604020202020204" pitchFamily="34" charset="0"/>
                  </a:rPr>
                  <a:t> recall </a:t>
                </a:r>
                <a:r>
                  <a:rPr lang="en-US" sz="1600" dirty="0" err="1">
                    <a:effectLst/>
                    <a:latin typeface="Arial" panose="020B0604020202020204" pitchFamily="34" charset="0"/>
                    <a:ea typeface="Calibri" panose="020F0502020204030204" pitchFamily="34" charset="0"/>
                    <a:cs typeface="Arial" panose="020B0604020202020204" pitchFamily="34" charset="0"/>
                  </a:rPr>
                  <a:t>được</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sử</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dụng</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để</a:t>
                </a:r>
                <a:r>
                  <a:rPr lang="en-US" sz="1600" dirty="0">
                    <a:effectLst/>
                    <a:latin typeface="Arial" panose="020B0604020202020204" pitchFamily="34" charset="0"/>
                    <a:ea typeface="Calibri" panose="020F0502020204030204" pitchFamily="34" charset="0"/>
                    <a:cs typeface="Arial" panose="020B0604020202020204" pitchFamily="34" charset="0"/>
                  </a:rPr>
                  <a:t> so </a:t>
                </a:r>
                <a:r>
                  <a:rPr lang="en-US" sz="1600" dirty="0" err="1">
                    <a:effectLst/>
                    <a:latin typeface="Arial" panose="020B0604020202020204" pitchFamily="34" charset="0"/>
                    <a:ea typeface="Calibri" panose="020F0502020204030204" pitchFamily="34" charset="0"/>
                    <a:cs typeface="Arial" panose="020B0604020202020204" pitchFamily="34" charset="0"/>
                  </a:rPr>
                  <a:t>sánh</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các</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mô</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hình</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phân</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loại</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với</a:t>
                </a:r>
                <a:r>
                  <a:rPr lang="en-US" sz="1600" dirty="0">
                    <a:effectLst/>
                    <a:latin typeface="Arial" panose="020B0604020202020204" pitchFamily="34" charset="0"/>
                    <a:ea typeface="Calibri" panose="020F0502020204030204" pitchFamily="34" charset="0"/>
                    <a:cs typeface="Arial" panose="020B0604020202020204" pitchFamily="34" charset="0"/>
                  </a:rPr>
                  <a:t> </a:t>
                </a:r>
                <a:r>
                  <a:rPr lang="en-US" sz="1600" dirty="0" err="1">
                    <a:effectLst/>
                    <a:latin typeface="Arial" panose="020B0604020202020204" pitchFamily="34" charset="0"/>
                    <a:ea typeface="Calibri" panose="020F0502020204030204" pitchFamily="34" charset="0"/>
                    <a:cs typeface="Arial" panose="020B0604020202020204" pitchFamily="34" charset="0"/>
                  </a:rPr>
                  <a:t>nhau</a:t>
                </a:r>
                <a:r>
                  <a:rPr lang="en-US" sz="1600" dirty="0">
                    <a:effectLst/>
                    <a:latin typeface="Arial" panose="020B0604020202020204" pitchFamily="34" charset="0"/>
                    <a:ea typeface="Calibri" panose="020F0502020204030204" pitchFamily="34" charset="0"/>
                    <a:cs typeface="Arial" panose="020B0604020202020204" pitchFamily="34" charset="0"/>
                  </a:rPr>
                  <a:t>.</a:t>
                </a:r>
              </a:p>
            </p:txBody>
          </p:sp>
        </mc:Choice>
        <mc:Fallback xmlns="">
          <p:sp>
            <p:nvSpPr>
              <p:cNvPr id="9" name="TextBox 8">
                <a:extLst>
                  <a:ext uri="{FF2B5EF4-FFF2-40B4-BE49-F238E27FC236}">
                    <a16:creationId xmlns:a16="http://schemas.microsoft.com/office/drawing/2014/main" id="{1C6D09EE-7464-071A-0119-B86E5656FCC3}"/>
                  </a:ext>
                </a:extLst>
              </p:cNvPr>
              <p:cNvSpPr txBox="1">
                <a:spLocks noRot="1" noChangeAspect="1" noMove="1" noResize="1" noEditPoints="1" noAdjustHandles="1" noChangeArrowheads="1" noChangeShapeType="1" noTextEdit="1"/>
              </p:cNvSpPr>
              <p:nvPr/>
            </p:nvSpPr>
            <p:spPr>
              <a:xfrm>
                <a:off x="407368" y="943528"/>
                <a:ext cx="11784632" cy="4140236"/>
              </a:xfrm>
              <a:prstGeom prst="rect">
                <a:avLst/>
              </a:prstGeom>
              <a:blipFill>
                <a:blip r:embed="rId2"/>
                <a:stretch>
                  <a:fillRect l="-310" r="-259"/>
                </a:stretch>
              </a:blipFill>
            </p:spPr>
            <p:txBody>
              <a:bodyPr/>
              <a:lstStyle/>
              <a:p>
                <a:r>
                  <a:rPr lang="en-US">
                    <a:noFill/>
                  </a:rPr>
                  <a:t> </a:t>
                </a:r>
              </a:p>
            </p:txBody>
          </p:sp>
        </mc:Fallback>
      </mc:AlternateContent>
      <p:pic>
        <p:nvPicPr>
          <p:cNvPr id="10" name="Picture 9">
            <a:extLst>
              <a:ext uri="{FF2B5EF4-FFF2-40B4-BE49-F238E27FC236}">
                <a16:creationId xmlns:a16="http://schemas.microsoft.com/office/drawing/2014/main" id="{341CBAC5-D274-9141-C1BD-8A37CFE6D1F9}"/>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8472264" y="116632"/>
            <a:ext cx="3580253" cy="2678287"/>
          </a:xfrm>
          <a:prstGeom prst="rect">
            <a:avLst/>
          </a:prstGeom>
          <a:noFill/>
          <a:ln>
            <a:noFill/>
          </a:ln>
        </p:spPr>
      </p:pic>
    </p:spTree>
    <p:extLst>
      <p:ext uri="{BB962C8B-B14F-4D97-AF65-F5344CB8AC3E}">
        <p14:creationId xmlns:p14="http://schemas.microsoft.com/office/powerpoint/2010/main" val="8161395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1">
            <a:extLst>
              <a:ext uri="{FF2B5EF4-FFF2-40B4-BE49-F238E27FC236}">
                <a16:creationId xmlns:a16="http://schemas.microsoft.com/office/drawing/2014/main" id="{E08ECBEB-2701-062A-8BE6-363497690E6E}"/>
              </a:ext>
            </a:extLst>
          </p:cNvPr>
          <p:cNvSpPr txBox="1">
            <a:spLocks noChangeArrowheads="1"/>
          </p:cNvSpPr>
          <p:nvPr/>
        </p:nvSpPr>
        <p:spPr bwMode="auto">
          <a:xfrm>
            <a:off x="0" y="0"/>
            <a:ext cx="1221039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ts val="450"/>
              </a:spcBef>
              <a:spcAft>
                <a:spcPts val="450"/>
              </a:spcAft>
              <a:buNone/>
            </a:pPr>
            <a:r>
              <a:rPr lang="en-US" altLang="en-US" sz="3200" b="1" dirty="0">
                <a:cs typeface="Arial" panose="020B0604020202020204" pitchFamily="34" charset="0"/>
              </a:rPr>
              <a:t>4. </a:t>
            </a:r>
            <a:r>
              <a:rPr lang="en-US" altLang="en-US" sz="3200" b="1" dirty="0" err="1">
                <a:cs typeface="Arial" panose="020B0604020202020204" pitchFamily="34" charset="0"/>
              </a:rPr>
              <a:t>Kết</a:t>
            </a:r>
            <a:r>
              <a:rPr lang="en-US" altLang="en-US" sz="3200" b="1" dirty="0">
                <a:cs typeface="Arial" panose="020B0604020202020204" pitchFamily="34" charset="0"/>
              </a:rPr>
              <a:t> </a:t>
            </a:r>
            <a:r>
              <a:rPr lang="en-US" altLang="en-US" sz="3200" b="1" dirty="0" err="1">
                <a:cs typeface="Arial" panose="020B0604020202020204" pitchFamily="34" charset="0"/>
              </a:rPr>
              <a:t>quả</a:t>
            </a:r>
            <a:r>
              <a:rPr lang="en-US" altLang="en-US" sz="3200" b="1" dirty="0">
                <a:cs typeface="Arial" panose="020B0604020202020204" pitchFamily="34" charset="0"/>
              </a:rPr>
              <a:t> </a:t>
            </a:r>
            <a:r>
              <a:rPr lang="en-US" altLang="en-US" sz="3200" b="1" dirty="0" err="1">
                <a:cs typeface="Arial" panose="020B0604020202020204" pitchFamily="34" charset="0"/>
              </a:rPr>
              <a:t>thực</a:t>
            </a:r>
            <a:r>
              <a:rPr lang="en-US" altLang="en-US" sz="3200" b="1" dirty="0">
                <a:cs typeface="Arial" panose="020B0604020202020204" pitchFamily="34" charset="0"/>
              </a:rPr>
              <a:t> </a:t>
            </a:r>
            <a:r>
              <a:rPr lang="en-US" altLang="en-US" sz="3200" b="1" dirty="0" err="1">
                <a:cs typeface="Arial" panose="020B0604020202020204" pitchFamily="34" charset="0"/>
              </a:rPr>
              <a:t>nghiệm</a:t>
            </a:r>
            <a:endParaRPr lang="en-US" altLang="en-US" sz="3200" b="1" dirty="0">
              <a:cs typeface="Arial" panose="020B0604020202020204" pitchFamily="34" charset="0"/>
            </a:endParaRPr>
          </a:p>
        </p:txBody>
      </p:sp>
      <p:sp>
        <p:nvSpPr>
          <p:cNvPr id="4" name="TextBox 1">
            <a:extLst>
              <a:ext uri="{FF2B5EF4-FFF2-40B4-BE49-F238E27FC236}">
                <a16:creationId xmlns:a16="http://schemas.microsoft.com/office/drawing/2014/main" id="{29785328-16A5-1F10-A28A-9631EDC99652}"/>
              </a:ext>
            </a:extLst>
          </p:cNvPr>
          <p:cNvSpPr txBox="1">
            <a:spLocks noChangeArrowheads="1"/>
          </p:cNvSpPr>
          <p:nvPr/>
        </p:nvSpPr>
        <p:spPr bwMode="auto">
          <a:xfrm>
            <a:off x="3143672" y="3789040"/>
            <a:ext cx="732668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ts val="450"/>
              </a:spcBef>
              <a:spcAft>
                <a:spcPts val="450"/>
              </a:spcAft>
              <a:buNone/>
            </a:pPr>
            <a:r>
              <a:rPr lang="en-US" altLang="en-US" sz="2000" err="1">
                <a:cs typeface="Arial" panose="020B0604020202020204" pitchFamily="34" charset="0"/>
              </a:rPr>
              <a:t>Hình</a:t>
            </a:r>
            <a:r>
              <a:rPr lang="en-US" altLang="en-US" sz="2000">
                <a:cs typeface="Arial" panose="020B0604020202020204" pitchFamily="34" charset="0"/>
              </a:rPr>
              <a:t> 9. </a:t>
            </a:r>
            <a:r>
              <a:rPr lang="en-US" altLang="en-US" sz="2000" err="1">
                <a:cs typeface="Arial" panose="020B0604020202020204" pitchFamily="34" charset="0"/>
              </a:rPr>
              <a:t>Kết</a:t>
            </a:r>
            <a:r>
              <a:rPr lang="en-US" altLang="en-US" sz="2000">
                <a:cs typeface="Arial" panose="020B0604020202020204" pitchFamily="34" charset="0"/>
              </a:rPr>
              <a:t> </a:t>
            </a:r>
            <a:r>
              <a:rPr lang="en-US" altLang="en-US" sz="2000" err="1">
                <a:cs typeface="Arial" panose="020B0604020202020204" pitchFamily="34" charset="0"/>
              </a:rPr>
              <a:t>quả</a:t>
            </a:r>
            <a:r>
              <a:rPr lang="en-US" altLang="en-US" sz="2000">
                <a:cs typeface="Arial" panose="020B0604020202020204" pitchFamily="34" charset="0"/>
              </a:rPr>
              <a:t> </a:t>
            </a:r>
            <a:r>
              <a:rPr lang="en-US" altLang="en-US" sz="2000" err="1">
                <a:cs typeface="Arial" panose="020B0604020202020204" pitchFamily="34" charset="0"/>
              </a:rPr>
              <a:t>kiểm</a:t>
            </a:r>
            <a:r>
              <a:rPr lang="en-US" altLang="en-US" sz="2000">
                <a:cs typeface="Arial" panose="020B0604020202020204" pitchFamily="34" charset="0"/>
              </a:rPr>
              <a:t> </a:t>
            </a:r>
            <a:r>
              <a:rPr lang="en-US" altLang="en-US" sz="2000" err="1">
                <a:cs typeface="Arial" panose="020B0604020202020204" pitchFamily="34" charset="0"/>
              </a:rPr>
              <a:t>tra</a:t>
            </a:r>
            <a:r>
              <a:rPr lang="en-US" altLang="en-US" sz="2000">
                <a:cs typeface="Arial" panose="020B0604020202020204" pitchFamily="34" charset="0"/>
              </a:rPr>
              <a:t> </a:t>
            </a:r>
            <a:r>
              <a:rPr lang="en-US" altLang="en-US" sz="2000" err="1">
                <a:cs typeface="Arial" panose="020B0604020202020204" pitchFamily="34" charset="0"/>
              </a:rPr>
              <a:t>mô</a:t>
            </a:r>
            <a:r>
              <a:rPr lang="en-US" altLang="en-US" sz="2000">
                <a:cs typeface="Arial" panose="020B0604020202020204" pitchFamily="34" charset="0"/>
              </a:rPr>
              <a:t> </a:t>
            </a:r>
            <a:r>
              <a:rPr lang="en-US" altLang="en-US" sz="2000" err="1">
                <a:cs typeface="Arial" panose="020B0604020202020204" pitchFamily="34" charset="0"/>
              </a:rPr>
              <a:t>hình</a:t>
            </a:r>
            <a:r>
              <a:rPr lang="en-US" altLang="en-US" sz="2000">
                <a:cs typeface="Arial" panose="020B0604020202020204" pitchFamily="34" charset="0"/>
              </a:rPr>
              <a:t> </a:t>
            </a:r>
            <a:r>
              <a:rPr lang="en-US" altLang="en-US" sz="2000" err="1">
                <a:cs typeface="Arial" panose="020B0604020202020204" pitchFamily="34" charset="0"/>
              </a:rPr>
              <a:t>máy</a:t>
            </a:r>
            <a:r>
              <a:rPr lang="en-US" altLang="en-US" sz="2000">
                <a:cs typeface="Arial" panose="020B0604020202020204" pitchFamily="34" charset="0"/>
              </a:rPr>
              <a:t> </a:t>
            </a:r>
            <a:r>
              <a:rPr lang="en-US" altLang="en-US" sz="2000" err="1">
                <a:cs typeface="Arial" panose="020B0604020202020204" pitchFamily="34" charset="0"/>
              </a:rPr>
              <a:t>học</a:t>
            </a:r>
            <a:r>
              <a:rPr lang="en-US" altLang="en-US" sz="2000">
                <a:cs typeface="Arial" panose="020B0604020202020204" pitchFamily="34" charset="0"/>
              </a:rPr>
              <a:t> </a:t>
            </a:r>
            <a:r>
              <a:rPr lang="en-US" altLang="en-US" sz="2000" err="1">
                <a:cs typeface="Arial" panose="020B0604020202020204" pitchFamily="34" charset="0"/>
              </a:rPr>
              <a:t>bằng</a:t>
            </a:r>
            <a:r>
              <a:rPr lang="en-US" altLang="en-US" sz="2000">
                <a:cs typeface="Arial" panose="020B0604020202020204" pitchFamily="34" charset="0"/>
              </a:rPr>
              <a:t> </a:t>
            </a:r>
            <a:r>
              <a:rPr lang="en-US" altLang="en-US" sz="2000" err="1">
                <a:cs typeface="Arial" panose="020B0604020202020204" pitchFamily="34" charset="0"/>
              </a:rPr>
              <a:t>tập</a:t>
            </a:r>
            <a:r>
              <a:rPr lang="en-US" altLang="en-US" sz="2000">
                <a:cs typeface="Arial" panose="020B0604020202020204" pitchFamily="34" charset="0"/>
              </a:rPr>
              <a:t> </a:t>
            </a:r>
            <a:r>
              <a:rPr lang="en-US" altLang="en-US" sz="2000" err="1">
                <a:cs typeface="Arial" panose="020B0604020202020204" pitchFamily="34" charset="0"/>
              </a:rPr>
              <a:t>dữ</a:t>
            </a:r>
            <a:r>
              <a:rPr lang="en-US" altLang="en-US" sz="2000">
                <a:cs typeface="Arial" panose="020B0604020202020204" pitchFamily="34" charset="0"/>
              </a:rPr>
              <a:t> </a:t>
            </a:r>
            <a:r>
              <a:rPr lang="en-US" altLang="en-US" sz="2000" err="1">
                <a:cs typeface="Arial" panose="020B0604020202020204" pitchFamily="34" charset="0"/>
              </a:rPr>
              <a:t>liệu</a:t>
            </a:r>
            <a:r>
              <a:rPr lang="en-US" altLang="en-US" sz="2000">
                <a:cs typeface="Arial" panose="020B0604020202020204" pitchFamily="34" charset="0"/>
              </a:rPr>
              <a:t> test.</a:t>
            </a:r>
          </a:p>
        </p:txBody>
      </p:sp>
      <p:graphicFrame>
        <p:nvGraphicFramePr>
          <p:cNvPr id="5" name="Table 4">
            <a:extLst>
              <a:ext uri="{FF2B5EF4-FFF2-40B4-BE49-F238E27FC236}">
                <a16:creationId xmlns:a16="http://schemas.microsoft.com/office/drawing/2014/main" id="{B44C67FF-994A-86C7-4D38-832BB4C532BC}"/>
              </a:ext>
            </a:extLst>
          </p:cNvPr>
          <p:cNvGraphicFramePr>
            <a:graphicFrameLocks noGrp="1"/>
          </p:cNvGraphicFramePr>
          <p:nvPr>
            <p:extLst>
              <p:ext uri="{D42A27DB-BD31-4B8C-83A1-F6EECF244321}">
                <p14:modId xmlns:p14="http://schemas.microsoft.com/office/powerpoint/2010/main" val="369452955"/>
              </p:ext>
            </p:extLst>
          </p:nvPr>
        </p:nvGraphicFramePr>
        <p:xfrm>
          <a:off x="1321614" y="1680406"/>
          <a:ext cx="10513168" cy="1776196"/>
        </p:xfrm>
        <a:graphic>
          <a:graphicData uri="http://schemas.openxmlformats.org/drawingml/2006/table">
            <a:tbl>
              <a:tblPr firstRow="1" firstCol="1" bandRow="1">
                <a:tableStyleId>{10A1B5D5-9B99-4C35-A422-299274C87663}</a:tableStyleId>
              </a:tblPr>
              <a:tblGrid>
                <a:gridCol w="5256584">
                  <a:extLst>
                    <a:ext uri="{9D8B030D-6E8A-4147-A177-3AD203B41FA5}">
                      <a16:colId xmlns:a16="http://schemas.microsoft.com/office/drawing/2014/main" val="548330866"/>
                    </a:ext>
                  </a:extLst>
                </a:gridCol>
                <a:gridCol w="5256584">
                  <a:extLst>
                    <a:ext uri="{9D8B030D-6E8A-4147-A177-3AD203B41FA5}">
                      <a16:colId xmlns:a16="http://schemas.microsoft.com/office/drawing/2014/main" val="2261665334"/>
                    </a:ext>
                  </a:extLst>
                </a:gridCol>
              </a:tblGrid>
              <a:tr h="444049">
                <a:tc>
                  <a:txBody>
                    <a:bodyPr/>
                    <a:lstStyle/>
                    <a:p>
                      <a:pPr>
                        <a:lnSpc>
                          <a:spcPct val="107000"/>
                        </a:lnSpc>
                        <a:spcAft>
                          <a:spcPts val="800"/>
                        </a:spcAft>
                      </a:pPr>
                      <a:r>
                        <a:rPr lang="en-US" sz="2400" dirty="0">
                          <a:solidFill>
                            <a:schemeClr val="tx1"/>
                          </a:solidFill>
                          <a:effectLst/>
                        </a:rPr>
                        <a:t>Machine Learning Algorithms</a:t>
                      </a:r>
                      <a:endParaRPr lang="en-US" sz="2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2400">
                          <a:solidFill>
                            <a:schemeClr val="tx1"/>
                          </a:solidFill>
                          <a:effectLst/>
                        </a:rPr>
                        <a:t>Kết quả</a:t>
                      </a:r>
                      <a:endParaRPr lang="en-US" sz="24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35481729"/>
                  </a:ext>
                </a:extLst>
              </a:tr>
              <a:tr h="444049">
                <a:tc>
                  <a:txBody>
                    <a:bodyPr/>
                    <a:lstStyle/>
                    <a:p>
                      <a:pPr>
                        <a:lnSpc>
                          <a:spcPct val="107000"/>
                        </a:lnSpc>
                        <a:spcAft>
                          <a:spcPts val="800"/>
                        </a:spcAft>
                      </a:pPr>
                      <a:r>
                        <a:rPr lang="en-US" sz="2400" dirty="0">
                          <a:solidFill>
                            <a:schemeClr val="tx1"/>
                          </a:solidFill>
                          <a:effectLst/>
                        </a:rPr>
                        <a:t>Logistic Regression</a:t>
                      </a:r>
                      <a:endParaRPr lang="en-US" sz="2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2400" dirty="0">
                          <a:solidFill>
                            <a:schemeClr val="tx1"/>
                          </a:solidFill>
                          <a:effectLst/>
                        </a:rPr>
                        <a:t>77,0312%</a:t>
                      </a:r>
                      <a:endParaRPr lang="en-US" sz="2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43463503"/>
                  </a:ext>
                </a:extLst>
              </a:tr>
              <a:tr h="444049">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US" sz="2400" dirty="0">
                          <a:solidFill>
                            <a:srgbClr val="FF0000"/>
                          </a:solidFill>
                          <a:effectLst/>
                        </a:rPr>
                        <a:t>Random Forest</a:t>
                      </a:r>
                      <a:endParaRPr lang="en-US" sz="24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2400" dirty="0">
                          <a:solidFill>
                            <a:srgbClr val="FF0000"/>
                          </a:solidFill>
                          <a:effectLst/>
                        </a:rPr>
                        <a:t>95,0625%</a:t>
                      </a:r>
                      <a:endParaRPr lang="en-US" sz="24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69214378"/>
                  </a:ext>
                </a:extLst>
              </a:tr>
              <a:tr h="444049">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US" sz="2400" dirty="0">
                          <a:solidFill>
                            <a:schemeClr val="tx1"/>
                          </a:solidFill>
                          <a:effectLst/>
                        </a:rPr>
                        <a:t>K-Nearest Neighbors</a:t>
                      </a:r>
                      <a:endParaRPr lang="en-US" sz="2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2400" dirty="0">
                          <a:solidFill>
                            <a:schemeClr val="tx1"/>
                          </a:solidFill>
                          <a:effectLst/>
                        </a:rPr>
                        <a:t>92,5000%</a:t>
                      </a:r>
                      <a:endParaRPr lang="en-US" sz="2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46782662"/>
                  </a:ext>
                </a:extLst>
              </a:tr>
            </a:tbl>
          </a:graphicData>
        </a:graphic>
      </p:graphicFrame>
    </p:spTree>
    <p:extLst>
      <p:ext uri="{BB962C8B-B14F-4D97-AF65-F5344CB8AC3E}">
        <p14:creationId xmlns:p14="http://schemas.microsoft.com/office/powerpoint/2010/main" val="9425516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1">
            <a:extLst>
              <a:ext uri="{FF2B5EF4-FFF2-40B4-BE49-F238E27FC236}">
                <a16:creationId xmlns:a16="http://schemas.microsoft.com/office/drawing/2014/main" id="{E08ECBEB-2701-062A-8BE6-363497690E6E}"/>
              </a:ext>
            </a:extLst>
          </p:cNvPr>
          <p:cNvSpPr txBox="1">
            <a:spLocks noChangeArrowheads="1"/>
          </p:cNvSpPr>
          <p:nvPr/>
        </p:nvSpPr>
        <p:spPr bwMode="auto">
          <a:xfrm>
            <a:off x="12364" y="0"/>
            <a:ext cx="1221039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spcBef>
                <a:spcPts val="450"/>
              </a:spcBef>
              <a:spcAft>
                <a:spcPts val="450"/>
              </a:spcAft>
              <a:buNone/>
            </a:pPr>
            <a:r>
              <a:rPr lang="en-US" altLang="en-US" sz="3200" b="1" dirty="0">
                <a:cs typeface="Arial" panose="020B0604020202020204" pitchFamily="34" charset="0"/>
              </a:rPr>
              <a:t>5. </a:t>
            </a:r>
            <a:r>
              <a:rPr lang="en-US" altLang="en-US" sz="3200" b="1" dirty="0" err="1">
                <a:cs typeface="Arial" panose="020B0604020202020204" pitchFamily="34" charset="0"/>
              </a:rPr>
              <a:t>Kết</a:t>
            </a:r>
            <a:r>
              <a:rPr lang="en-US" altLang="en-US" sz="3200" b="1" dirty="0">
                <a:cs typeface="Arial" panose="020B0604020202020204" pitchFamily="34" charset="0"/>
              </a:rPr>
              <a:t> </a:t>
            </a:r>
            <a:r>
              <a:rPr lang="en-US" altLang="en-US" sz="3200" b="1" dirty="0" err="1">
                <a:cs typeface="Arial" panose="020B0604020202020204" pitchFamily="34" charset="0"/>
              </a:rPr>
              <a:t>luận</a:t>
            </a:r>
            <a:r>
              <a:rPr lang="en-US" altLang="en-US" sz="3200" b="1" dirty="0">
                <a:cs typeface="Arial" panose="020B0604020202020204" pitchFamily="34" charset="0"/>
              </a:rPr>
              <a:t> </a:t>
            </a:r>
            <a:r>
              <a:rPr lang="en-US" altLang="en-US" sz="3200" b="1" dirty="0" err="1">
                <a:cs typeface="Arial" panose="020B0604020202020204" pitchFamily="34" charset="0"/>
              </a:rPr>
              <a:t>và</a:t>
            </a:r>
            <a:r>
              <a:rPr lang="en-US" altLang="en-US" sz="3200" b="1" dirty="0">
                <a:cs typeface="Arial" panose="020B0604020202020204" pitchFamily="34" charset="0"/>
              </a:rPr>
              <a:t> </a:t>
            </a:r>
            <a:r>
              <a:rPr lang="en-US" altLang="en-US" sz="3200" b="1" dirty="0" err="1">
                <a:cs typeface="Arial" panose="020B0604020202020204" pitchFamily="34" charset="0"/>
              </a:rPr>
              <a:t>hướng</a:t>
            </a:r>
            <a:r>
              <a:rPr lang="en-US" altLang="en-US" sz="3200" b="1" dirty="0">
                <a:cs typeface="Arial" panose="020B0604020202020204" pitchFamily="34" charset="0"/>
              </a:rPr>
              <a:t> </a:t>
            </a:r>
            <a:r>
              <a:rPr lang="en-US" altLang="en-US" sz="3200" b="1" dirty="0" err="1">
                <a:cs typeface="Arial" panose="020B0604020202020204" pitchFamily="34" charset="0"/>
              </a:rPr>
              <a:t>phát</a:t>
            </a:r>
            <a:r>
              <a:rPr lang="en-US" altLang="en-US" sz="3200" b="1" dirty="0">
                <a:cs typeface="Arial" panose="020B0604020202020204" pitchFamily="34" charset="0"/>
              </a:rPr>
              <a:t> </a:t>
            </a:r>
            <a:r>
              <a:rPr lang="en-US" altLang="en-US" sz="3200" b="1" dirty="0" err="1">
                <a:cs typeface="Arial" panose="020B0604020202020204" pitchFamily="34" charset="0"/>
              </a:rPr>
              <a:t>triển</a:t>
            </a:r>
            <a:endParaRPr lang="en-US" altLang="en-US" sz="3200" b="1" dirty="0">
              <a:cs typeface="Arial" panose="020B0604020202020204" pitchFamily="34" charset="0"/>
            </a:endParaRPr>
          </a:p>
        </p:txBody>
      </p:sp>
      <p:sp>
        <p:nvSpPr>
          <p:cNvPr id="3" name="TextBox 2">
            <a:extLst>
              <a:ext uri="{FF2B5EF4-FFF2-40B4-BE49-F238E27FC236}">
                <a16:creationId xmlns:a16="http://schemas.microsoft.com/office/drawing/2014/main" id="{8F3D2BB3-E152-4D04-F1AD-3401FF0BEFFC}"/>
              </a:ext>
            </a:extLst>
          </p:cNvPr>
          <p:cNvSpPr txBox="1"/>
          <p:nvPr/>
        </p:nvSpPr>
        <p:spPr>
          <a:xfrm>
            <a:off x="32235" y="701107"/>
            <a:ext cx="12190520" cy="5267532"/>
          </a:xfrm>
          <a:prstGeom prst="rect">
            <a:avLst/>
          </a:prstGeom>
          <a:noFill/>
        </p:spPr>
        <p:txBody>
          <a:bodyPr wrap="square">
            <a:spAutoFit/>
          </a:bodyPr>
          <a:lstStyle/>
          <a:p>
            <a:pPr indent="457200" algn="just">
              <a:lnSpc>
                <a:spcPct val="150000"/>
              </a:lnSpc>
              <a:spcAft>
                <a:spcPts val="800"/>
              </a:spcAft>
            </a:pPr>
            <a:r>
              <a:rPr lang="en-US" sz="2000" b="1" dirty="0" err="1">
                <a:effectLst/>
                <a:latin typeface="Arial" panose="020B0604020202020204" pitchFamily="34" charset="0"/>
                <a:ea typeface="Calibri" panose="020F0502020204030204" pitchFamily="34" charset="0"/>
                <a:cs typeface="Arial" panose="020B0604020202020204" pitchFamily="34" charset="0"/>
              </a:rPr>
              <a:t>Kết</a:t>
            </a:r>
            <a:r>
              <a:rPr lang="en-US" sz="2000" b="1" dirty="0">
                <a:effectLst/>
                <a:latin typeface="Arial" panose="020B0604020202020204" pitchFamily="34" charset="0"/>
                <a:ea typeface="Calibri" panose="020F0502020204030204" pitchFamily="34" charset="0"/>
                <a:cs typeface="Arial" panose="020B0604020202020204" pitchFamily="34" charset="0"/>
              </a:rPr>
              <a:t> </a:t>
            </a:r>
            <a:r>
              <a:rPr lang="en-US" sz="2000" b="1" dirty="0" err="1">
                <a:effectLst/>
                <a:latin typeface="Arial" panose="020B0604020202020204" pitchFamily="34" charset="0"/>
                <a:ea typeface="Calibri" panose="020F0502020204030204" pitchFamily="34" charset="0"/>
                <a:cs typeface="Arial" panose="020B0604020202020204" pitchFamily="34" charset="0"/>
              </a:rPr>
              <a:t>luận</a:t>
            </a:r>
            <a:endParaRPr lang="en-US" sz="2000" b="1" dirty="0">
              <a:effectLst/>
              <a:latin typeface="Arial" panose="020B0604020202020204" pitchFamily="34" charset="0"/>
              <a:ea typeface="Calibri" panose="020F0502020204030204" pitchFamily="34" charset="0"/>
              <a:cs typeface="Arial" panose="020B0604020202020204" pitchFamily="34" charset="0"/>
            </a:endParaRPr>
          </a:p>
          <a:p>
            <a:pPr marL="800100" lvl="1" indent="-342900" algn="just">
              <a:lnSpc>
                <a:spcPct val="150000"/>
              </a:lnSpc>
              <a:spcAft>
                <a:spcPts val="800"/>
              </a:spcAft>
              <a:buFontTx/>
              <a:buChar char="-"/>
            </a:pPr>
            <a:r>
              <a:rPr lang="en-US" sz="2000" dirty="0">
                <a:effectLst/>
                <a:latin typeface="Arial" panose="020B0604020202020204" pitchFamily="34" charset="0"/>
                <a:ea typeface="Calibri" panose="020F0502020204030204" pitchFamily="34" charset="0"/>
                <a:cs typeface="Arial" panose="020B0604020202020204" pitchFamily="34" charset="0"/>
              </a:rPr>
              <a:t>Thông qua </a:t>
            </a:r>
            <a:r>
              <a:rPr lang="en-US" sz="2000" dirty="0" err="1">
                <a:effectLst/>
                <a:latin typeface="Arial" panose="020B0604020202020204" pitchFamily="34" charset="0"/>
                <a:ea typeface="Calibri" panose="020F0502020204030204" pitchFamily="34" charset="0"/>
                <a:cs typeface="Arial" panose="020B0604020202020204" pitchFamily="34" charset="0"/>
              </a:rPr>
              <a:t>các</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khảo</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sát</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và</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kết</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quả</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nghiên</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cứu</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đã</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được</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công</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bố</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việc</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dự</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đoán</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sớm</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latin typeface="Arial" panose="020B0604020202020204" pitchFamily="34" charset="0"/>
                <a:ea typeface="Calibri" panose="020F0502020204030204" pitchFamily="34" charset="0"/>
                <a:cs typeface="Arial" panose="020B0604020202020204" pitchFamily="34" charset="0"/>
              </a:rPr>
              <a:t>bệnh</a:t>
            </a:r>
            <a:r>
              <a:rPr lang="en-US" sz="2000" dirty="0">
                <a:latin typeface="Arial" panose="020B0604020202020204" pitchFamily="34" charset="0"/>
                <a:ea typeface="Calibri" panose="020F0502020204030204" pitchFamily="34" charset="0"/>
                <a:cs typeface="Arial" panose="020B0604020202020204" pitchFamily="34" charset="0"/>
              </a:rPr>
              <a:t> </a:t>
            </a:r>
            <a:r>
              <a:rPr lang="en-US" sz="2000" dirty="0" err="1">
                <a:latin typeface="Arial" panose="020B0604020202020204" pitchFamily="34" charset="0"/>
                <a:ea typeface="Calibri" panose="020F0502020204030204" pitchFamily="34" charset="0"/>
                <a:cs typeface="Arial" panose="020B0604020202020204" pitchFamily="34" charset="0"/>
              </a:rPr>
              <a:t>tiểu</a:t>
            </a:r>
            <a:r>
              <a:rPr lang="en-US" sz="2000" dirty="0">
                <a:latin typeface="Arial" panose="020B0604020202020204" pitchFamily="34" charset="0"/>
                <a:ea typeface="Calibri" panose="020F0502020204030204" pitchFamily="34" charset="0"/>
                <a:cs typeface="Arial" panose="020B0604020202020204" pitchFamily="34" charset="0"/>
              </a:rPr>
              <a:t> </a:t>
            </a:r>
            <a:r>
              <a:rPr lang="en-US" sz="2000" dirty="0" err="1">
                <a:latin typeface="Arial" panose="020B0604020202020204" pitchFamily="34" charset="0"/>
                <a:ea typeface="Calibri" panose="020F0502020204030204" pitchFamily="34" charset="0"/>
                <a:cs typeface="Arial" panose="020B0604020202020204" pitchFamily="34" charset="0"/>
              </a:rPr>
              <a:t>đường</a:t>
            </a:r>
            <a:r>
              <a:rPr lang="en-US" sz="2000" dirty="0">
                <a:latin typeface="Arial" panose="020B0604020202020204" pitchFamily="34" charset="0"/>
                <a:ea typeface="Calibri" panose="020F0502020204030204" pitchFamily="34" charset="0"/>
                <a:cs typeface="Arial" panose="020B0604020202020204" pitchFamily="34" charset="0"/>
              </a:rPr>
              <a:t> </a:t>
            </a:r>
            <a:r>
              <a:rPr lang="en-US" sz="2000" dirty="0" err="1">
                <a:latin typeface="Arial" panose="020B0604020202020204" pitchFamily="34" charset="0"/>
                <a:ea typeface="Calibri" panose="020F0502020204030204" pitchFamily="34" charset="0"/>
                <a:cs typeface="Arial" panose="020B0604020202020204" pitchFamily="34" charset="0"/>
              </a:rPr>
              <a:t>mang</a:t>
            </a:r>
            <a:r>
              <a:rPr lang="en-US" sz="2000" dirty="0">
                <a:latin typeface="Arial" panose="020B0604020202020204" pitchFamily="34" charset="0"/>
                <a:ea typeface="Calibri" panose="020F0502020204030204" pitchFamily="34" charset="0"/>
                <a:cs typeface="Arial" panose="020B0604020202020204" pitchFamily="34" charset="0"/>
              </a:rPr>
              <a:t> </a:t>
            </a:r>
            <a:r>
              <a:rPr lang="en-US" sz="2000" dirty="0" err="1">
                <a:latin typeface="Arial" panose="020B0604020202020204" pitchFamily="34" charset="0"/>
                <a:ea typeface="Calibri" panose="020F0502020204030204" pitchFamily="34" charset="0"/>
                <a:cs typeface="Arial" panose="020B0604020202020204" pitchFamily="34" charset="0"/>
              </a:rPr>
              <a:t>tính</a:t>
            </a:r>
            <a:r>
              <a:rPr lang="en-US" sz="2000" dirty="0">
                <a:latin typeface="Arial" panose="020B0604020202020204" pitchFamily="34" charset="0"/>
                <a:ea typeface="Calibri" panose="020F0502020204030204" pitchFamily="34" charset="0"/>
                <a:cs typeface="Arial" panose="020B0604020202020204" pitchFamily="34" charset="0"/>
              </a:rPr>
              <a:t> </a:t>
            </a:r>
            <a:r>
              <a:rPr lang="en-US" sz="2000" dirty="0" err="1">
                <a:latin typeface="Arial" panose="020B0604020202020204" pitchFamily="34" charset="0"/>
                <a:ea typeface="Calibri" panose="020F0502020204030204" pitchFamily="34" charset="0"/>
                <a:cs typeface="Arial" panose="020B0604020202020204" pitchFamily="34" charset="0"/>
              </a:rPr>
              <a:t>cấp</a:t>
            </a:r>
            <a:r>
              <a:rPr lang="en-US" sz="2000" dirty="0">
                <a:latin typeface="Arial" panose="020B0604020202020204" pitchFamily="34" charset="0"/>
                <a:ea typeface="Calibri" panose="020F0502020204030204" pitchFamily="34" charset="0"/>
                <a:cs typeface="Arial" panose="020B0604020202020204" pitchFamily="34" charset="0"/>
              </a:rPr>
              <a:t> </a:t>
            </a:r>
            <a:r>
              <a:rPr lang="en-US" sz="2000" dirty="0" err="1">
                <a:latin typeface="Arial" panose="020B0604020202020204" pitchFamily="34" charset="0"/>
                <a:ea typeface="Calibri" panose="020F0502020204030204" pitchFamily="34" charset="0"/>
                <a:cs typeface="Arial" panose="020B0604020202020204" pitchFamily="34" charset="0"/>
              </a:rPr>
              <a:t>thiết</a:t>
            </a:r>
            <a:r>
              <a:rPr lang="en-US" sz="2000" dirty="0">
                <a:latin typeface="Arial" panose="020B0604020202020204" pitchFamily="34" charset="0"/>
                <a:ea typeface="Calibri" panose="020F0502020204030204" pitchFamily="34" charset="0"/>
                <a:cs typeface="Arial" panose="020B0604020202020204" pitchFamily="34" charset="0"/>
              </a:rPr>
              <a:t>.</a:t>
            </a:r>
          </a:p>
          <a:p>
            <a:pPr marL="800100" lvl="1" indent="-342900" algn="just">
              <a:lnSpc>
                <a:spcPct val="150000"/>
              </a:lnSpc>
              <a:spcAft>
                <a:spcPts val="800"/>
              </a:spcAft>
              <a:buFontTx/>
              <a:buChar char="-"/>
            </a:pPr>
            <a:r>
              <a:rPr lang="en-US" sz="2000" dirty="0" err="1">
                <a:effectLst/>
                <a:latin typeface="Arial" panose="020B0604020202020204" pitchFamily="34" charset="0"/>
                <a:ea typeface="Calibri" panose="020F0502020204030204" pitchFamily="34" charset="0"/>
                <a:cs typeface="Arial" panose="020B0604020202020204" pitchFamily="34" charset="0"/>
              </a:rPr>
              <a:t>Đối</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với</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tập</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dữ</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liệu</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từ</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bệnh</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viện</a:t>
            </a:r>
            <a:r>
              <a:rPr lang="en-US" sz="2000" dirty="0">
                <a:effectLst/>
                <a:latin typeface="Arial" panose="020B0604020202020204" pitchFamily="34" charset="0"/>
                <a:ea typeface="Calibri" panose="020F0502020204030204" pitchFamily="34" charset="0"/>
                <a:cs typeface="Arial" panose="020B0604020202020204" pitchFamily="34" charset="0"/>
              </a:rPr>
              <a:t> Frankfurt, </a:t>
            </a:r>
            <a:r>
              <a:rPr lang="en-US" sz="2000" dirty="0" err="1">
                <a:effectLst/>
                <a:latin typeface="Arial" panose="020B0604020202020204" pitchFamily="34" charset="0"/>
                <a:ea typeface="Calibri" panose="020F0502020204030204" pitchFamily="34" charset="0"/>
                <a:cs typeface="Arial" panose="020B0604020202020204" pitchFamily="34" charset="0"/>
              </a:rPr>
              <a:t>thì</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mô</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hình</a:t>
            </a:r>
            <a:r>
              <a:rPr lang="en-US" sz="2000" dirty="0">
                <a:latin typeface="Arial" panose="020B0604020202020204" pitchFamily="34" charset="0"/>
                <a:ea typeface="Calibri" panose="020F0502020204030204" pitchFamily="34" charset="0"/>
                <a:cs typeface="Arial" panose="020B0604020202020204" pitchFamily="34" charset="0"/>
              </a:rPr>
              <a:t> </a:t>
            </a:r>
            <a:r>
              <a:rPr lang="en-US" sz="2000" dirty="0">
                <a:effectLst/>
                <a:latin typeface="Arial" panose="020B0604020202020204" pitchFamily="34" charset="0"/>
                <a:ea typeface="Calibri" panose="020F0502020204030204" pitchFamily="34" charset="0"/>
                <a:cs typeface="Arial" panose="020B0604020202020204" pitchFamily="34" charset="0"/>
              </a:rPr>
              <a:t>Random Forest Classifier </a:t>
            </a:r>
            <a:r>
              <a:rPr lang="en-US" sz="2000" dirty="0" err="1">
                <a:effectLst/>
                <a:latin typeface="Arial" panose="020B0604020202020204" pitchFamily="34" charset="0"/>
                <a:ea typeface="Calibri" panose="020F0502020204030204" pitchFamily="34" charset="0"/>
                <a:cs typeface="Arial" panose="020B0604020202020204" pitchFamily="34" charset="0"/>
              </a:rPr>
              <a:t>là</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đạt</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kết</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quả</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tối</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ưu</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nhất</a:t>
            </a:r>
            <a:r>
              <a:rPr lang="en-US" sz="2000" dirty="0">
                <a:effectLst/>
                <a:latin typeface="Arial" panose="020B0604020202020204" pitchFamily="34" charset="0"/>
                <a:ea typeface="Calibri" panose="020F0502020204030204" pitchFamily="34" charset="0"/>
                <a:cs typeface="Arial" panose="020B0604020202020204" pitchFamily="34" charset="0"/>
              </a:rPr>
              <a:t>.</a:t>
            </a:r>
          </a:p>
          <a:p>
            <a:pPr indent="457200" algn="just">
              <a:lnSpc>
                <a:spcPct val="150000"/>
              </a:lnSpc>
              <a:spcAft>
                <a:spcPts val="800"/>
              </a:spcAft>
            </a:pPr>
            <a:endParaRPr lang="en-US" sz="2000" dirty="0">
              <a:latin typeface="Arial" panose="020B0604020202020204" pitchFamily="34" charset="0"/>
              <a:ea typeface="Calibri" panose="020F0502020204030204" pitchFamily="34" charset="0"/>
              <a:cs typeface="Arial" panose="020B0604020202020204" pitchFamily="34" charset="0"/>
            </a:endParaRPr>
          </a:p>
          <a:p>
            <a:pPr indent="457200" algn="just">
              <a:lnSpc>
                <a:spcPct val="150000"/>
              </a:lnSpc>
              <a:spcAft>
                <a:spcPts val="800"/>
              </a:spcAft>
            </a:pPr>
            <a:r>
              <a:rPr lang="en-US" sz="2000" b="1" dirty="0" err="1">
                <a:latin typeface="Arial" panose="020B0604020202020204" pitchFamily="34" charset="0"/>
                <a:ea typeface="Calibri" panose="020F0502020204030204" pitchFamily="34" charset="0"/>
                <a:cs typeface="Arial" panose="020B0604020202020204" pitchFamily="34" charset="0"/>
              </a:rPr>
              <a:t>Hướng</a:t>
            </a:r>
            <a:r>
              <a:rPr lang="en-US" sz="2000" b="1" dirty="0">
                <a:latin typeface="Arial" panose="020B0604020202020204" pitchFamily="34" charset="0"/>
                <a:ea typeface="Calibri" panose="020F0502020204030204" pitchFamily="34" charset="0"/>
                <a:cs typeface="Arial" panose="020B0604020202020204" pitchFamily="34" charset="0"/>
              </a:rPr>
              <a:t> </a:t>
            </a:r>
            <a:r>
              <a:rPr lang="en-US" sz="2000" b="1" dirty="0" err="1">
                <a:latin typeface="Arial" panose="020B0604020202020204" pitchFamily="34" charset="0"/>
                <a:ea typeface="Calibri" panose="020F0502020204030204" pitchFamily="34" charset="0"/>
                <a:cs typeface="Arial" panose="020B0604020202020204" pitchFamily="34" charset="0"/>
              </a:rPr>
              <a:t>phát</a:t>
            </a:r>
            <a:r>
              <a:rPr lang="en-US" sz="2000" b="1" dirty="0">
                <a:latin typeface="Arial" panose="020B0604020202020204" pitchFamily="34" charset="0"/>
                <a:ea typeface="Calibri" panose="020F0502020204030204" pitchFamily="34" charset="0"/>
                <a:cs typeface="Arial" panose="020B0604020202020204" pitchFamily="34" charset="0"/>
              </a:rPr>
              <a:t> </a:t>
            </a:r>
            <a:r>
              <a:rPr lang="en-US" sz="2000" b="1" dirty="0" err="1">
                <a:latin typeface="Arial" panose="020B0604020202020204" pitchFamily="34" charset="0"/>
                <a:ea typeface="Calibri" panose="020F0502020204030204" pitchFamily="34" charset="0"/>
                <a:cs typeface="Arial" panose="020B0604020202020204" pitchFamily="34" charset="0"/>
              </a:rPr>
              <a:t>triển</a:t>
            </a:r>
            <a:endParaRPr lang="en-US" sz="2000" b="1" dirty="0">
              <a:latin typeface="Arial" panose="020B0604020202020204" pitchFamily="34" charset="0"/>
              <a:ea typeface="Calibri" panose="020F0502020204030204" pitchFamily="34" charset="0"/>
              <a:cs typeface="Arial" panose="020B0604020202020204" pitchFamily="34" charset="0"/>
            </a:endParaRPr>
          </a:p>
          <a:p>
            <a:pPr indent="457200" algn="just">
              <a:lnSpc>
                <a:spcPct val="150000"/>
              </a:lnSpc>
              <a:spcAft>
                <a:spcPts val="800"/>
              </a:spcAft>
            </a:pPr>
            <a:r>
              <a:rPr lang="en-US" sz="2000" dirty="0">
                <a:latin typeface="Arial" panose="020B0604020202020204" pitchFamily="34" charset="0"/>
                <a:ea typeface="Calibri" panose="020F0502020204030204" pitchFamily="34" charset="0"/>
                <a:cs typeface="Arial" panose="020B0604020202020204" pitchFamily="34" charset="0"/>
              </a:rPr>
              <a:t>- </a:t>
            </a:r>
            <a:r>
              <a:rPr lang="en-US" sz="2000" dirty="0" err="1">
                <a:latin typeface="Arial" panose="020B0604020202020204" pitchFamily="34" charset="0"/>
                <a:ea typeface="Calibri" panose="020F0502020204030204" pitchFamily="34" charset="0"/>
                <a:cs typeface="Arial" panose="020B0604020202020204" pitchFamily="34" charset="0"/>
              </a:rPr>
              <a:t>T</a:t>
            </a:r>
            <a:r>
              <a:rPr lang="en-US" sz="2000" dirty="0" err="1">
                <a:effectLst/>
                <a:latin typeface="Arial" panose="020B0604020202020204" pitchFamily="34" charset="0"/>
                <a:ea typeface="Calibri" panose="020F0502020204030204" pitchFamily="34" charset="0"/>
                <a:cs typeface="Arial" panose="020B0604020202020204" pitchFamily="34" charset="0"/>
              </a:rPr>
              <a:t>ăng</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khả</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năng</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dự</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đoán</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chính</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xác</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hơn</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nữa</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bằng</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cách</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kết</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hợp</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nhiều</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mô</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hình</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lại</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với</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nhau</a:t>
            </a:r>
            <a:r>
              <a:rPr lang="en-US" sz="2000" dirty="0">
                <a:effectLst/>
                <a:latin typeface="Arial" panose="020B0604020202020204" pitchFamily="34" charset="0"/>
                <a:ea typeface="Calibri" panose="020F0502020204030204" pitchFamily="34" charset="0"/>
                <a:cs typeface="Arial" panose="020B0604020202020204" pitchFamily="34" charset="0"/>
              </a:rPr>
              <a:t>.</a:t>
            </a:r>
          </a:p>
          <a:p>
            <a:pPr indent="457200" algn="just">
              <a:lnSpc>
                <a:spcPct val="150000"/>
              </a:lnSpc>
              <a:spcAft>
                <a:spcPts val="800"/>
              </a:spcAft>
            </a:pP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Làm</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giàu</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dữ</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liệu</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bằng</a:t>
            </a:r>
            <a:r>
              <a:rPr lang="en-US" sz="2000" dirty="0">
                <a:effectLst/>
                <a:latin typeface="Arial" panose="020B0604020202020204" pitchFamily="34" charset="0"/>
                <a:ea typeface="Calibri" panose="020F0502020204030204" pitchFamily="34" charset="0"/>
                <a:cs typeface="Arial" panose="020B0604020202020204" pitchFamily="34" charset="0"/>
              </a:rPr>
              <a:t> CNN </a:t>
            </a:r>
            <a:r>
              <a:rPr lang="en-US" sz="2000" dirty="0" err="1">
                <a:effectLst/>
                <a:latin typeface="Arial" panose="020B0604020202020204" pitchFamily="34" charset="0"/>
                <a:ea typeface="Calibri" panose="020F0502020204030204" pitchFamily="34" charset="0"/>
                <a:cs typeface="Arial" panose="020B0604020202020204" pitchFamily="34" charset="0"/>
              </a:rPr>
              <a:t>nhằm</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gia</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tăng</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số</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lượng</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mẫu</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dữ</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liệu</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latin typeface="Arial" panose="020B0604020202020204" pitchFamily="34" charset="0"/>
                <a:ea typeface="Calibri" panose="020F0502020204030204" pitchFamily="34" charset="0"/>
                <a:cs typeface="Arial" panose="020B0604020202020204" pitchFamily="34" charset="0"/>
              </a:rPr>
              <a:t>cho</a:t>
            </a:r>
            <a:r>
              <a:rPr lang="en-US" sz="2000" dirty="0">
                <a:latin typeface="Arial" panose="020B0604020202020204" pitchFamily="34" charset="0"/>
                <a:ea typeface="Calibri" panose="020F0502020204030204" pitchFamily="34" charset="0"/>
                <a:cs typeface="Arial" panose="020B0604020202020204" pitchFamily="34" charset="0"/>
              </a:rPr>
              <a:t> </a:t>
            </a:r>
            <a:r>
              <a:rPr lang="en-US" sz="2000" dirty="0" err="1">
                <a:latin typeface="Arial" panose="020B0604020202020204" pitchFamily="34" charset="0"/>
                <a:ea typeface="Calibri" panose="020F0502020204030204" pitchFamily="34" charset="0"/>
                <a:cs typeface="Arial" panose="020B0604020202020204" pitchFamily="34" charset="0"/>
              </a:rPr>
              <a:t>việc</a:t>
            </a:r>
            <a:r>
              <a:rPr lang="en-US" sz="2000" dirty="0">
                <a:latin typeface="Arial" panose="020B0604020202020204" pitchFamily="34" charset="0"/>
                <a:ea typeface="Calibri" panose="020F0502020204030204" pitchFamily="34" charset="0"/>
                <a:cs typeface="Arial" panose="020B0604020202020204" pitchFamily="34" charset="0"/>
              </a:rPr>
              <a:t> </a:t>
            </a:r>
            <a:r>
              <a:rPr lang="en-US" sz="2000" dirty="0" err="1">
                <a:latin typeface="Arial" panose="020B0604020202020204" pitchFamily="34" charset="0"/>
                <a:ea typeface="Calibri" panose="020F0502020204030204" pitchFamily="34" charset="0"/>
                <a:cs typeface="Arial" panose="020B0604020202020204" pitchFamily="34" charset="0"/>
              </a:rPr>
              <a:t>huấn</a:t>
            </a:r>
            <a:r>
              <a:rPr lang="en-US" sz="2000" dirty="0">
                <a:latin typeface="Arial" panose="020B0604020202020204" pitchFamily="34" charset="0"/>
                <a:ea typeface="Calibri" panose="020F0502020204030204" pitchFamily="34" charset="0"/>
                <a:cs typeface="Arial" panose="020B0604020202020204" pitchFamily="34" charset="0"/>
              </a:rPr>
              <a:t> </a:t>
            </a:r>
            <a:r>
              <a:rPr lang="en-US" sz="2000" dirty="0" err="1">
                <a:latin typeface="Arial" panose="020B0604020202020204" pitchFamily="34" charset="0"/>
                <a:ea typeface="Calibri" panose="020F0502020204030204" pitchFamily="34" charset="0"/>
                <a:cs typeface="Arial" panose="020B0604020202020204" pitchFamily="34" charset="0"/>
              </a:rPr>
              <a:t>luyện</a:t>
            </a:r>
            <a:r>
              <a:rPr lang="en-US" sz="2000" dirty="0">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để</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mô</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hình</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có</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thể</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chắc</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chắn</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hơn</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trong</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việc</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dự</a:t>
            </a:r>
            <a:r>
              <a:rPr lang="en-US" sz="2000" dirty="0">
                <a:effectLst/>
                <a:latin typeface="Arial" panose="020B0604020202020204" pitchFamily="34" charset="0"/>
                <a:ea typeface="Calibri" panose="020F0502020204030204" pitchFamily="34" charset="0"/>
                <a:cs typeface="Arial" panose="020B0604020202020204" pitchFamily="34" charset="0"/>
              </a:rPr>
              <a:t> </a:t>
            </a:r>
            <a:r>
              <a:rPr lang="en-US" sz="2000" dirty="0" err="1">
                <a:effectLst/>
                <a:latin typeface="Arial" panose="020B0604020202020204" pitchFamily="34" charset="0"/>
                <a:ea typeface="Calibri" panose="020F0502020204030204" pitchFamily="34" charset="0"/>
                <a:cs typeface="Arial" panose="020B0604020202020204" pitchFamily="34" charset="0"/>
              </a:rPr>
              <a:t>đoán</a:t>
            </a:r>
            <a:r>
              <a:rPr lang="en-US" sz="2000" dirty="0">
                <a:effectLst/>
                <a:latin typeface="Arial" panose="020B0604020202020204" pitchFamily="34" charset="0"/>
                <a:ea typeface="Calibri" panose="020F0502020204030204" pitchFamily="34" charset="0"/>
                <a:cs typeface="Arial" panose="020B0604020202020204" pitchFamily="34" charset="0"/>
              </a:rPr>
              <a:t>.</a:t>
            </a:r>
          </a:p>
        </p:txBody>
      </p:sp>
    </p:spTree>
    <p:extLst>
      <p:ext uri="{BB962C8B-B14F-4D97-AF65-F5344CB8AC3E}">
        <p14:creationId xmlns:p14="http://schemas.microsoft.com/office/powerpoint/2010/main" val="36328657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
            <a:extLst>
              <a:ext uri="{FF2B5EF4-FFF2-40B4-BE49-F238E27FC236}">
                <a16:creationId xmlns:a16="http://schemas.microsoft.com/office/drawing/2014/main" id="{71FBEBCE-54C9-42AF-A5E8-B020E18BE23F}"/>
              </a:ext>
            </a:extLst>
          </p:cNvPr>
          <p:cNvSpPr txBox="1">
            <a:spLocks noChangeArrowheads="1"/>
          </p:cNvSpPr>
          <p:nvPr/>
        </p:nvSpPr>
        <p:spPr bwMode="auto">
          <a:xfrm>
            <a:off x="0" y="980728"/>
            <a:ext cx="12210391" cy="5386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marL="342900" lvl="0" indent="-342900">
              <a:buFont typeface="+mj-lt"/>
              <a:buAutoNum type="arabicPeriod"/>
            </a:pPr>
            <a:r>
              <a:rPr lang="en-US" sz="2000" dirty="0">
                <a:cs typeface="Arial" panose="020B0604020202020204" pitchFamily="34" charset="0"/>
              </a:rPr>
              <a:t>International Diabetes Federation, IDF Diabetes Atlas, 10th ed. International Diabetes Federation, 2021.</a:t>
            </a:r>
          </a:p>
          <a:p>
            <a:pPr marL="342900" lvl="0" indent="-342900">
              <a:buFont typeface="+mj-lt"/>
              <a:buAutoNum type="arabicPeriod"/>
            </a:pPr>
            <a:r>
              <a:rPr lang="en-US" sz="2000" dirty="0">
                <a:cs typeface="Arial" panose="020B0604020202020204" pitchFamily="34" charset="0"/>
              </a:rPr>
              <a:t>Trung </a:t>
            </a:r>
            <a:r>
              <a:rPr lang="en-US" sz="2000" dirty="0" err="1">
                <a:cs typeface="Arial" panose="020B0604020202020204" pitchFamily="34" charset="0"/>
              </a:rPr>
              <a:t>tâm</a:t>
            </a:r>
            <a:r>
              <a:rPr lang="en-US" sz="2000" dirty="0">
                <a:cs typeface="Arial" panose="020B0604020202020204" pitchFamily="34" charset="0"/>
              </a:rPr>
              <a:t> </a:t>
            </a:r>
            <a:r>
              <a:rPr lang="en-US" sz="2000" dirty="0" err="1">
                <a:cs typeface="Arial" panose="020B0604020202020204" pitchFamily="34" charset="0"/>
              </a:rPr>
              <a:t>Kiểm</a:t>
            </a:r>
            <a:r>
              <a:rPr lang="en-US" sz="2000" dirty="0">
                <a:cs typeface="Arial" panose="020B0604020202020204" pitchFamily="34" charset="0"/>
              </a:rPr>
              <a:t> </a:t>
            </a:r>
            <a:r>
              <a:rPr lang="en-US" sz="2000" dirty="0" err="1">
                <a:cs typeface="Arial" panose="020B0604020202020204" pitchFamily="34" charset="0"/>
              </a:rPr>
              <a:t>soát</a:t>
            </a:r>
            <a:r>
              <a:rPr lang="en-US" sz="2000" dirty="0">
                <a:cs typeface="Arial" panose="020B0604020202020204" pitchFamily="34" charset="0"/>
              </a:rPr>
              <a:t> </a:t>
            </a:r>
            <a:r>
              <a:rPr lang="en-US" sz="2000" dirty="0" err="1">
                <a:cs typeface="Arial" panose="020B0604020202020204" pitchFamily="34" charset="0"/>
              </a:rPr>
              <a:t>bệnh</a:t>
            </a:r>
            <a:r>
              <a:rPr lang="en-US" sz="2000" dirty="0">
                <a:cs typeface="Arial" panose="020B0604020202020204" pitchFamily="34" charset="0"/>
              </a:rPr>
              <a:t> </a:t>
            </a:r>
            <a:r>
              <a:rPr lang="en-US" sz="2000" dirty="0" err="1">
                <a:cs typeface="Arial" panose="020B0604020202020204" pitchFamily="34" charset="0"/>
              </a:rPr>
              <a:t>tật</a:t>
            </a:r>
            <a:r>
              <a:rPr lang="en-US" sz="2000" dirty="0">
                <a:cs typeface="Arial" panose="020B0604020202020204" pitchFamily="34" charset="0"/>
              </a:rPr>
              <a:t> Thành </a:t>
            </a:r>
            <a:r>
              <a:rPr lang="en-US" sz="2000" dirty="0" err="1">
                <a:cs typeface="Arial" panose="020B0604020202020204" pitchFamily="34" charset="0"/>
              </a:rPr>
              <a:t>phố</a:t>
            </a:r>
            <a:r>
              <a:rPr lang="en-US" sz="2000" dirty="0">
                <a:cs typeface="Arial" panose="020B0604020202020204" pitchFamily="34" charset="0"/>
              </a:rPr>
              <a:t>, "TP.HCM: </a:t>
            </a:r>
            <a:r>
              <a:rPr lang="en-US" sz="2000" dirty="0" err="1">
                <a:cs typeface="Arial" panose="020B0604020202020204" pitchFamily="34" charset="0"/>
              </a:rPr>
              <a:t>Tỷ</a:t>
            </a:r>
            <a:r>
              <a:rPr lang="en-US" sz="2000" dirty="0">
                <a:cs typeface="Arial" panose="020B0604020202020204" pitchFamily="34" charset="0"/>
              </a:rPr>
              <a:t> </a:t>
            </a:r>
            <a:r>
              <a:rPr lang="en-US" sz="2000" dirty="0" err="1">
                <a:cs typeface="Arial" panose="020B0604020202020204" pitchFamily="34" charset="0"/>
              </a:rPr>
              <a:t>lệ</a:t>
            </a:r>
            <a:r>
              <a:rPr lang="en-US" sz="2000" dirty="0">
                <a:cs typeface="Arial" panose="020B0604020202020204" pitchFamily="34" charset="0"/>
              </a:rPr>
              <a:t> </a:t>
            </a:r>
            <a:r>
              <a:rPr lang="en-US" sz="2000" dirty="0" err="1">
                <a:cs typeface="Arial" panose="020B0604020202020204" pitchFamily="34" charset="0"/>
              </a:rPr>
              <a:t>bệnh</a:t>
            </a:r>
            <a:r>
              <a:rPr lang="en-US" sz="2000" dirty="0">
                <a:cs typeface="Arial" panose="020B0604020202020204" pitchFamily="34" charset="0"/>
              </a:rPr>
              <a:t> </a:t>
            </a:r>
            <a:r>
              <a:rPr lang="en-US" sz="2000" dirty="0" err="1">
                <a:cs typeface="Arial" panose="020B0604020202020204" pitchFamily="34" charset="0"/>
              </a:rPr>
              <a:t>nhân</a:t>
            </a:r>
            <a:r>
              <a:rPr lang="en-US" sz="2000" dirty="0">
                <a:cs typeface="Arial" panose="020B0604020202020204" pitchFamily="34" charset="0"/>
              </a:rPr>
              <a:t> </a:t>
            </a:r>
            <a:r>
              <a:rPr lang="en-US" sz="2000" dirty="0" err="1">
                <a:cs typeface="Arial" panose="020B0604020202020204" pitchFamily="34" charset="0"/>
              </a:rPr>
              <a:t>đái</a:t>
            </a:r>
            <a:r>
              <a:rPr lang="en-US" sz="2000" dirty="0">
                <a:cs typeface="Arial" panose="020B0604020202020204" pitchFamily="34" charset="0"/>
              </a:rPr>
              <a:t> </a:t>
            </a:r>
            <a:r>
              <a:rPr lang="en-US" sz="2000" dirty="0" err="1">
                <a:cs typeface="Arial" panose="020B0604020202020204" pitchFamily="34" charset="0"/>
              </a:rPr>
              <a:t>tháo</a:t>
            </a:r>
            <a:r>
              <a:rPr lang="en-US" sz="2000" dirty="0">
                <a:cs typeface="Arial" panose="020B0604020202020204" pitchFamily="34" charset="0"/>
              </a:rPr>
              <a:t> </a:t>
            </a:r>
            <a:r>
              <a:rPr lang="en-US" sz="2000" dirty="0" err="1">
                <a:cs typeface="Arial" panose="020B0604020202020204" pitchFamily="34" charset="0"/>
              </a:rPr>
              <a:t>đường</a:t>
            </a:r>
            <a:r>
              <a:rPr lang="en-US" sz="2000" dirty="0">
                <a:cs typeface="Arial" panose="020B0604020202020204" pitchFamily="34" charset="0"/>
              </a:rPr>
              <a:t> </a:t>
            </a:r>
            <a:r>
              <a:rPr lang="en-US" sz="2000" dirty="0" err="1">
                <a:cs typeface="Arial" panose="020B0604020202020204" pitchFamily="34" charset="0"/>
              </a:rPr>
              <a:t>đạt</a:t>
            </a:r>
            <a:r>
              <a:rPr lang="en-US" sz="2000" dirty="0">
                <a:cs typeface="Arial" panose="020B0604020202020204" pitchFamily="34" charset="0"/>
              </a:rPr>
              <a:t> </a:t>
            </a:r>
            <a:r>
              <a:rPr lang="en-US" sz="2000" dirty="0" err="1">
                <a:cs typeface="Arial" panose="020B0604020202020204" pitchFamily="34" charset="0"/>
              </a:rPr>
              <a:t>mục</a:t>
            </a:r>
            <a:r>
              <a:rPr lang="en-US" sz="2000" dirty="0">
                <a:cs typeface="Arial" panose="020B0604020202020204" pitchFamily="34" charset="0"/>
              </a:rPr>
              <a:t> </a:t>
            </a:r>
            <a:r>
              <a:rPr lang="en-US" sz="2000" dirty="0" err="1">
                <a:cs typeface="Arial" panose="020B0604020202020204" pitchFamily="34" charset="0"/>
              </a:rPr>
              <a:t>tiêu</a:t>
            </a:r>
            <a:r>
              <a:rPr lang="en-US" sz="2000" dirty="0">
                <a:cs typeface="Arial" panose="020B0604020202020204" pitchFamily="34" charset="0"/>
              </a:rPr>
              <a:t> </a:t>
            </a:r>
            <a:r>
              <a:rPr lang="en-US" sz="2000" dirty="0" err="1">
                <a:cs typeface="Arial" panose="020B0604020202020204" pitchFamily="34" charset="0"/>
              </a:rPr>
              <a:t>điều</a:t>
            </a:r>
            <a:r>
              <a:rPr lang="en-US" sz="2000" dirty="0">
                <a:cs typeface="Arial" panose="020B0604020202020204" pitchFamily="34" charset="0"/>
              </a:rPr>
              <a:t> </a:t>
            </a:r>
            <a:r>
              <a:rPr lang="en-US" sz="2000" dirty="0" err="1">
                <a:cs typeface="Arial" panose="020B0604020202020204" pitchFamily="34" charset="0"/>
              </a:rPr>
              <a:t>trị</a:t>
            </a:r>
            <a:r>
              <a:rPr lang="en-US" sz="2000" dirty="0">
                <a:cs typeface="Arial" panose="020B0604020202020204" pitchFamily="34" charset="0"/>
              </a:rPr>
              <a:t> </a:t>
            </a:r>
            <a:r>
              <a:rPr lang="en-US" sz="2000" dirty="0" err="1">
                <a:cs typeface="Arial" panose="020B0604020202020204" pitchFamily="34" charset="0"/>
              </a:rPr>
              <a:t>gia</a:t>
            </a:r>
            <a:r>
              <a:rPr lang="en-US" sz="2000" dirty="0">
                <a:cs typeface="Arial" panose="020B0604020202020204" pitchFamily="34" charset="0"/>
              </a:rPr>
              <a:t> </a:t>
            </a:r>
            <a:r>
              <a:rPr lang="en-US" sz="2000" dirty="0" err="1">
                <a:cs typeface="Arial" panose="020B0604020202020204" pitchFamily="34" charset="0"/>
              </a:rPr>
              <a:t>tăng</a:t>
            </a:r>
            <a:r>
              <a:rPr lang="en-US" sz="2000" dirty="0">
                <a:cs typeface="Arial" panose="020B0604020202020204" pitchFamily="34" charset="0"/>
              </a:rPr>
              <a:t>", Trung </a:t>
            </a:r>
            <a:r>
              <a:rPr lang="en-US" sz="2000" dirty="0" err="1">
                <a:cs typeface="Arial" panose="020B0604020202020204" pitchFamily="34" charset="0"/>
              </a:rPr>
              <a:t>Tâm</a:t>
            </a:r>
            <a:r>
              <a:rPr lang="en-US" sz="2000" dirty="0">
                <a:cs typeface="Arial" panose="020B0604020202020204" pitchFamily="34" charset="0"/>
              </a:rPr>
              <a:t> </a:t>
            </a:r>
            <a:r>
              <a:rPr lang="en-US" sz="2000" dirty="0" err="1">
                <a:cs typeface="Arial" panose="020B0604020202020204" pitchFamily="34" charset="0"/>
              </a:rPr>
              <a:t>Kiểm</a:t>
            </a:r>
            <a:r>
              <a:rPr lang="en-US" sz="2000" dirty="0">
                <a:cs typeface="Arial" panose="020B0604020202020204" pitchFamily="34" charset="0"/>
              </a:rPr>
              <a:t> </a:t>
            </a:r>
            <a:r>
              <a:rPr lang="en-US" sz="2000" dirty="0" err="1">
                <a:cs typeface="Arial" panose="020B0604020202020204" pitchFamily="34" charset="0"/>
              </a:rPr>
              <a:t>Soát</a:t>
            </a:r>
            <a:r>
              <a:rPr lang="en-US" sz="2000" dirty="0">
                <a:cs typeface="Arial" panose="020B0604020202020204" pitchFamily="34" charset="0"/>
              </a:rPr>
              <a:t> </a:t>
            </a:r>
            <a:r>
              <a:rPr lang="en-US" sz="2000" dirty="0" err="1">
                <a:cs typeface="Arial" panose="020B0604020202020204" pitchFamily="34" charset="0"/>
              </a:rPr>
              <a:t>Bệnh</a:t>
            </a:r>
            <a:r>
              <a:rPr lang="en-US" sz="2000" dirty="0">
                <a:cs typeface="Arial" panose="020B0604020202020204" pitchFamily="34" charset="0"/>
              </a:rPr>
              <a:t> </a:t>
            </a:r>
            <a:r>
              <a:rPr lang="en-US" sz="2000" dirty="0" err="1">
                <a:cs typeface="Arial" panose="020B0604020202020204" pitchFamily="34" charset="0"/>
              </a:rPr>
              <a:t>Tật</a:t>
            </a:r>
            <a:r>
              <a:rPr lang="en-US" sz="2000" dirty="0">
                <a:cs typeface="Arial" panose="020B0604020202020204" pitchFamily="34" charset="0"/>
              </a:rPr>
              <a:t> Thành </a:t>
            </a:r>
            <a:r>
              <a:rPr lang="en-US" sz="2000" dirty="0" err="1">
                <a:cs typeface="Arial" panose="020B0604020202020204" pitchFamily="34" charset="0"/>
              </a:rPr>
              <a:t>Phố</a:t>
            </a:r>
            <a:r>
              <a:rPr lang="en-US" sz="2000" dirty="0">
                <a:cs typeface="Arial" panose="020B0604020202020204" pitchFamily="34" charset="0"/>
              </a:rPr>
              <a:t> </a:t>
            </a:r>
            <a:r>
              <a:rPr lang="en-US" sz="2000" dirty="0" err="1">
                <a:cs typeface="Arial" panose="020B0604020202020204" pitchFamily="34" charset="0"/>
              </a:rPr>
              <a:t>Hồ</a:t>
            </a:r>
            <a:r>
              <a:rPr lang="en-US" sz="2000" dirty="0">
                <a:cs typeface="Arial" panose="020B0604020202020204" pitchFamily="34" charset="0"/>
              </a:rPr>
              <a:t> Chí Minh, Accessed: July 13, 2024. [Online]. Available: </a:t>
            </a:r>
            <a:r>
              <a:rPr lang="en-US" sz="2000" u="sng" dirty="0">
                <a:cs typeface="Arial" panose="020B0604020202020204" pitchFamily="34" charset="0"/>
                <a:hlinkClick r:id="rId2"/>
              </a:rPr>
              <a:t>https://hcdc.vn/tphcm-ty-le-benh-nhan-dai-thao-duong-dat-muc-tieu-dieu-tri-gia-tang-ZqNrA0.html</a:t>
            </a:r>
            <a:endParaRPr lang="en-US" sz="2000" dirty="0">
              <a:cs typeface="Arial" panose="020B0604020202020204" pitchFamily="34" charset="0"/>
            </a:endParaRPr>
          </a:p>
          <a:p>
            <a:pPr marL="342900" lvl="0" indent="-342900">
              <a:buFont typeface="+mj-lt"/>
              <a:buAutoNum type="arabicPeriod"/>
            </a:pPr>
            <a:r>
              <a:rPr lang="en-US" sz="2000" dirty="0">
                <a:cs typeface="Arial" panose="020B0604020202020204" pitchFamily="34" charset="0"/>
              </a:rPr>
              <a:t>F. B. Hu, “Globalization of diabetes: The role of diet, lifestyle, and genes,” Diabetes Care, vol. 34, no. 6, pp. 1249-1257, Jun. 2011.</a:t>
            </a:r>
          </a:p>
          <a:p>
            <a:pPr marL="342900" lvl="0" indent="-342900">
              <a:buFont typeface="+mj-lt"/>
              <a:buAutoNum type="arabicPeriod"/>
            </a:pPr>
            <a:r>
              <a:rPr lang="en-US" sz="2000" dirty="0">
                <a:cs typeface="Arial" panose="020B0604020202020204" pitchFamily="34" charset="0"/>
              </a:rPr>
              <a:t>O. D. R. Obesity, “Environmental and social determinants of diabetes and obesity: Evidence from a decade of research,” Int. J. Environ. Res. Public Health, vol. 11, no. 4, pp. 3785-3810, Apr. 2014.</a:t>
            </a:r>
          </a:p>
          <a:p>
            <a:pPr marL="342900" lvl="0" indent="-342900">
              <a:buFont typeface="+mj-lt"/>
              <a:buAutoNum type="arabicPeriod"/>
            </a:pPr>
            <a:r>
              <a:rPr lang="en-US" sz="2000" dirty="0">
                <a:cs typeface="Arial" panose="020B0604020202020204" pitchFamily="34" charset="0"/>
              </a:rPr>
              <a:t>P. King, I. Peacock, and R. Donnelly, “The UK prospective diabetes study (UKPDS): clinical and therapeutic implications for type 2 diabetes,” Br. J. Clin. </a:t>
            </a:r>
            <a:r>
              <a:rPr lang="en-US" sz="2000" dirty="0" err="1">
                <a:cs typeface="Arial" panose="020B0604020202020204" pitchFamily="34" charset="0"/>
              </a:rPr>
              <a:t>Pharmacol</a:t>
            </a:r>
            <a:r>
              <a:rPr lang="en-US" sz="2000" dirty="0">
                <a:cs typeface="Arial" panose="020B0604020202020204" pitchFamily="34" charset="0"/>
              </a:rPr>
              <a:t>., vol. 48, no. 5, pp. 643–648, Nov. 1999.</a:t>
            </a:r>
          </a:p>
          <a:p>
            <a:pPr marL="342900" lvl="0" indent="-342900">
              <a:buFont typeface="+mj-lt"/>
              <a:buAutoNum type="arabicPeriod"/>
            </a:pPr>
            <a:r>
              <a:rPr lang="en-US" sz="2000" dirty="0">
                <a:cs typeface="Arial" panose="020B0604020202020204" pitchFamily="34" charset="0"/>
              </a:rPr>
              <a:t>A. Saxena, B. F. Voight, V. </a:t>
            </a:r>
            <a:r>
              <a:rPr lang="en-US" sz="2000" dirty="0" err="1">
                <a:cs typeface="Arial" panose="020B0604020202020204" pitchFamily="34" charset="0"/>
              </a:rPr>
              <a:t>Lyssenko</a:t>
            </a:r>
            <a:r>
              <a:rPr lang="en-US" sz="2000" dirty="0">
                <a:cs typeface="Arial" panose="020B0604020202020204" pitchFamily="34" charset="0"/>
              </a:rPr>
              <a:t>, et al., “Genome-wide association analysis identifies loci for type 2 diabetes and triglyceride levels,” Nat. Genet., vol. 40, no. 5, pp. 667-675, May 2008.</a:t>
            </a:r>
          </a:p>
          <a:p>
            <a:pPr marL="342900" lvl="0" indent="-342900">
              <a:buFont typeface="+mj-lt"/>
              <a:buAutoNum type="arabicPeriod"/>
            </a:pPr>
            <a:r>
              <a:rPr lang="en-US" sz="2000" dirty="0">
                <a:cs typeface="Arial" panose="020B0604020202020204" pitchFamily="34" charset="0"/>
              </a:rPr>
              <a:t>R. </a:t>
            </a:r>
            <a:r>
              <a:rPr lang="en-US" sz="2000" dirty="0" err="1">
                <a:cs typeface="Arial" panose="020B0604020202020204" pitchFamily="34" charset="0"/>
              </a:rPr>
              <a:t>Sladek</a:t>
            </a:r>
            <a:r>
              <a:rPr lang="en-US" sz="2000" dirty="0">
                <a:cs typeface="Arial" panose="020B0604020202020204" pitchFamily="34" charset="0"/>
              </a:rPr>
              <a:t>, G. </a:t>
            </a:r>
            <a:r>
              <a:rPr lang="en-US" sz="2000" dirty="0" err="1">
                <a:cs typeface="Arial" panose="020B0604020202020204" pitchFamily="34" charset="0"/>
              </a:rPr>
              <a:t>Rocheleau</a:t>
            </a:r>
            <a:r>
              <a:rPr lang="en-US" sz="2000" dirty="0">
                <a:cs typeface="Arial" panose="020B0604020202020204" pitchFamily="34" charset="0"/>
              </a:rPr>
              <a:t>, J. Rung, et al., “A genome-wide association study identifies novel risk loci for type 2 diabetes,” Nature, vol. 445, no. 7130, pp. 881-885, Feb. 2007.</a:t>
            </a:r>
          </a:p>
        </p:txBody>
      </p:sp>
      <p:sp>
        <p:nvSpPr>
          <p:cNvPr id="2" name="TextBox 1">
            <a:extLst>
              <a:ext uri="{FF2B5EF4-FFF2-40B4-BE49-F238E27FC236}">
                <a16:creationId xmlns:a16="http://schemas.microsoft.com/office/drawing/2014/main" id="{CE9762E5-E86A-BF1C-C0B4-5CF7E6476063}"/>
              </a:ext>
            </a:extLst>
          </p:cNvPr>
          <p:cNvSpPr txBox="1">
            <a:spLocks noChangeArrowheads="1"/>
          </p:cNvSpPr>
          <p:nvPr/>
        </p:nvSpPr>
        <p:spPr bwMode="auto">
          <a:xfrm>
            <a:off x="-45905" y="0"/>
            <a:ext cx="1221039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algn="ctr">
              <a:spcBef>
                <a:spcPts val="450"/>
              </a:spcBef>
              <a:spcAft>
                <a:spcPts val="450"/>
              </a:spcAft>
              <a:buNone/>
            </a:pPr>
            <a:r>
              <a:rPr lang="en-US" altLang="en-US" b="1" dirty="0">
                <a:cs typeface="Arial" panose="020B0604020202020204" pitchFamily="34" charset="0"/>
              </a:rPr>
              <a:t>TÀI LIỆU THAM KHẢO</a:t>
            </a:r>
          </a:p>
        </p:txBody>
      </p:sp>
    </p:spTree>
    <p:extLst>
      <p:ext uri="{BB962C8B-B14F-4D97-AF65-F5344CB8AC3E}">
        <p14:creationId xmlns:p14="http://schemas.microsoft.com/office/powerpoint/2010/main" val="1624231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randombar(horizontal)">
                                      <p:cBhvr>
                                        <p:cTn id="7" dur="500"/>
                                        <p:tgtEl>
                                          <p:spTgt spid="11">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11">
                                            <p:txEl>
                                              <p:pRg st="1" end="1"/>
                                            </p:txEl>
                                          </p:spTgt>
                                        </p:tgtEl>
                                        <p:attrNameLst>
                                          <p:attrName>style.visibility</p:attrName>
                                        </p:attrNameLst>
                                      </p:cBhvr>
                                      <p:to>
                                        <p:strVal val="visible"/>
                                      </p:to>
                                    </p:set>
                                    <p:animEffect transition="in" filter="randombar(horizontal)">
                                      <p:cBhvr>
                                        <p:cTn id="10" dur="500"/>
                                        <p:tgtEl>
                                          <p:spTgt spid="11">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11">
                                            <p:txEl>
                                              <p:pRg st="2" end="2"/>
                                            </p:txEl>
                                          </p:spTgt>
                                        </p:tgtEl>
                                        <p:attrNameLst>
                                          <p:attrName>style.visibility</p:attrName>
                                        </p:attrNameLst>
                                      </p:cBhvr>
                                      <p:to>
                                        <p:strVal val="visible"/>
                                      </p:to>
                                    </p:set>
                                    <p:animEffect transition="in" filter="randombar(horizontal)">
                                      <p:cBhvr>
                                        <p:cTn id="13" dur="500"/>
                                        <p:tgtEl>
                                          <p:spTgt spid="11">
                                            <p:txEl>
                                              <p:pRg st="2" end="2"/>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11">
                                            <p:txEl>
                                              <p:pRg st="3" end="3"/>
                                            </p:txEl>
                                          </p:spTgt>
                                        </p:tgtEl>
                                        <p:attrNameLst>
                                          <p:attrName>style.visibility</p:attrName>
                                        </p:attrNameLst>
                                      </p:cBhvr>
                                      <p:to>
                                        <p:strVal val="visible"/>
                                      </p:to>
                                    </p:set>
                                    <p:animEffect transition="in" filter="randombar(horizontal)">
                                      <p:cBhvr>
                                        <p:cTn id="16" dur="500"/>
                                        <p:tgtEl>
                                          <p:spTgt spid="11">
                                            <p:txEl>
                                              <p:pRg st="3" end="3"/>
                                            </p:txEl>
                                          </p:spTgt>
                                        </p:tgtEl>
                                      </p:cBhvr>
                                    </p:animEffect>
                                  </p:childTnLst>
                                </p:cTn>
                              </p:par>
                              <p:par>
                                <p:cTn id="17" presetID="14" presetClass="entr" presetSubtype="10" fill="hold" nodeType="withEffect">
                                  <p:stCondLst>
                                    <p:cond delay="0"/>
                                  </p:stCondLst>
                                  <p:childTnLst>
                                    <p:set>
                                      <p:cBhvr>
                                        <p:cTn id="18" dur="1" fill="hold">
                                          <p:stCondLst>
                                            <p:cond delay="0"/>
                                          </p:stCondLst>
                                        </p:cTn>
                                        <p:tgtEl>
                                          <p:spTgt spid="11">
                                            <p:txEl>
                                              <p:pRg st="4" end="4"/>
                                            </p:txEl>
                                          </p:spTgt>
                                        </p:tgtEl>
                                        <p:attrNameLst>
                                          <p:attrName>style.visibility</p:attrName>
                                        </p:attrNameLst>
                                      </p:cBhvr>
                                      <p:to>
                                        <p:strVal val="visible"/>
                                      </p:to>
                                    </p:set>
                                    <p:animEffect transition="in" filter="randombar(horizontal)">
                                      <p:cBhvr>
                                        <p:cTn id="19" dur="500"/>
                                        <p:tgtEl>
                                          <p:spTgt spid="11">
                                            <p:txEl>
                                              <p:pRg st="4" end="4"/>
                                            </p:txEl>
                                          </p:spTgt>
                                        </p:tgtEl>
                                      </p:cBhvr>
                                    </p:animEffect>
                                  </p:childTnLst>
                                </p:cTn>
                              </p:par>
                              <p:par>
                                <p:cTn id="20" presetID="14" presetClass="entr" presetSubtype="10" fill="hold" nodeType="withEffect">
                                  <p:stCondLst>
                                    <p:cond delay="0"/>
                                  </p:stCondLst>
                                  <p:childTnLst>
                                    <p:set>
                                      <p:cBhvr>
                                        <p:cTn id="21" dur="1" fill="hold">
                                          <p:stCondLst>
                                            <p:cond delay="0"/>
                                          </p:stCondLst>
                                        </p:cTn>
                                        <p:tgtEl>
                                          <p:spTgt spid="11">
                                            <p:txEl>
                                              <p:pRg st="5" end="5"/>
                                            </p:txEl>
                                          </p:spTgt>
                                        </p:tgtEl>
                                        <p:attrNameLst>
                                          <p:attrName>style.visibility</p:attrName>
                                        </p:attrNameLst>
                                      </p:cBhvr>
                                      <p:to>
                                        <p:strVal val="visible"/>
                                      </p:to>
                                    </p:set>
                                    <p:animEffect transition="in" filter="randombar(horizontal)">
                                      <p:cBhvr>
                                        <p:cTn id="22" dur="500"/>
                                        <p:tgtEl>
                                          <p:spTgt spid="11">
                                            <p:txEl>
                                              <p:pRg st="5" end="5"/>
                                            </p:txEl>
                                          </p:spTgt>
                                        </p:tgtEl>
                                      </p:cBhvr>
                                    </p:animEffect>
                                  </p:childTnLst>
                                </p:cTn>
                              </p:par>
                              <p:par>
                                <p:cTn id="23" presetID="14" presetClass="entr" presetSubtype="10" fill="hold" nodeType="withEffect">
                                  <p:stCondLst>
                                    <p:cond delay="0"/>
                                  </p:stCondLst>
                                  <p:childTnLst>
                                    <p:set>
                                      <p:cBhvr>
                                        <p:cTn id="24" dur="1" fill="hold">
                                          <p:stCondLst>
                                            <p:cond delay="0"/>
                                          </p:stCondLst>
                                        </p:cTn>
                                        <p:tgtEl>
                                          <p:spTgt spid="11">
                                            <p:txEl>
                                              <p:pRg st="6" end="6"/>
                                            </p:txEl>
                                          </p:spTgt>
                                        </p:tgtEl>
                                        <p:attrNameLst>
                                          <p:attrName>style.visibility</p:attrName>
                                        </p:attrNameLst>
                                      </p:cBhvr>
                                      <p:to>
                                        <p:strVal val="visible"/>
                                      </p:to>
                                    </p:set>
                                    <p:animEffect transition="in" filter="randombar(horizontal)">
                                      <p:cBhvr>
                                        <p:cTn id="25" dur="500"/>
                                        <p:tgtEl>
                                          <p:spTgt spid="1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
            <a:extLst>
              <a:ext uri="{FF2B5EF4-FFF2-40B4-BE49-F238E27FC236}">
                <a16:creationId xmlns:a16="http://schemas.microsoft.com/office/drawing/2014/main" id="{71FBEBCE-54C9-42AF-A5E8-B020E18BE23F}"/>
              </a:ext>
            </a:extLst>
          </p:cNvPr>
          <p:cNvSpPr txBox="1">
            <a:spLocks noChangeArrowheads="1"/>
          </p:cNvSpPr>
          <p:nvPr/>
        </p:nvSpPr>
        <p:spPr bwMode="auto">
          <a:xfrm>
            <a:off x="28600" y="2686834"/>
            <a:ext cx="1219200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defRPr>
            </a:lvl9pPr>
          </a:lstStyle>
          <a:p>
            <a:pPr lvl="0" algn="ctr">
              <a:buNone/>
            </a:pPr>
            <a:r>
              <a:rPr lang="en-US" sz="4800" dirty="0" err="1">
                <a:cs typeface="Arial" panose="020B0604020202020204" pitchFamily="34" charset="0"/>
              </a:rPr>
              <a:t>Trân</a:t>
            </a:r>
            <a:r>
              <a:rPr lang="en-US" sz="4800" dirty="0">
                <a:cs typeface="Arial" panose="020B0604020202020204" pitchFamily="34" charset="0"/>
              </a:rPr>
              <a:t> </a:t>
            </a:r>
            <a:r>
              <a:rPr lang="en-US" sz="4800" dirty="0" err="1">
                <a:cs typeface="Arial" panose="020B0604020202020204" pitchFamily="34" charset="0"/>
              </a:rPr>
              <a:t>trọng</a:t>
            </a:r>
            <a:r>
              <a:rPr lang="en-US" sz="4800" dirty="0">
                <a:cs typeface="Arial" panose="020B0604020202020204" pitchFamily="34" charset="0"/>
              </a:rPr>
              <a:t> </a:t>
            </a:r>
            <a:r>
              <a:rPr lang="en-US" sz="4800" dirty="0" err="1">
                <a:cs typeface="Arial" panose="020B0604020202020204" pitchFamily="34" charset="0"/>
              </a:rPr>
              <a:t>cảm</a:t>
            </a:r>
            <a:r>
              <a:rPr lang="en-US" sz="4800" dirty="0">
                <a:cs typeface="Arial" panose="020B0604020202020204" pitchFamily="34" charset="0"/>
              </a:rPr>
              <a:t> </a:t>
            </a:r>
            <a:r>
              <a:rPr lang="en-US" sz="4800" dirty="0" err="1">
                <a:cs typeface="Arial" panose="020B0604020202020204" pitchFamily="34" charset="0"/>
              </a:rPr>
              <a:t>ơn</a:t>
            </a:r>
            <a:r>
              <a:rPr lang="en-US" sz="4800" dirty="0">
                <a:cs typeface="Arial" panose="020B0604020202020204" pitchFamily="34" charset="0"/>
              </a:rPr>
              <a:t> </a:t>
            </a:r>
            <a:r>
              <a:rPr lang="en-US" sz="4800" dirty="0" err="1">
                <a:cs typeface="Arial" panose="020B0604020202020204" pitchFamily="34" charset="0"/>
              </a:rPr>
              <a:t>Thầy</a:t>
            </a:r>
            <a:r>
              <a:rPr lang="en-US" sz="4800" dirty="0">
                <a:cs typeface="Arial" panose="020B0604020202020204" pitchFamily="34" charset="0"/>
              </a:rPr>
              <a:t>/</a:t>
            </a:r>
            <a:r>
              <a:rPr lang="en-US" sz="4800" dirty="0" err="1">
                <a:cs typeface="Arial" panose="020B0604020202020204" pitchFamily="34" charset="0"/>
              </a:rPr>
              <a:t>Cô</a:t>
            </a:r>
            <a:r>
              <a:rPr lang="en-US" sz="4800" dirty="0">
                <a:cs typeface="Arial" panose="020B0604020202020204" pitchFamily="34" charset="0"/>
              </a:rPr>
              <a:t>!</a:t>
            </a:r>
          </a:p>
        </p:txBody>
      </p:sp>
    </p:spTree>
    <p:extLst>
      <p:ext uri="{BB962C8B-B14F-4D97-AF65-F5344CB8AC3E}">
        <p14:creationId xmlns:p14="http://schemas.microsoft.com/office/powerpoint/2010/main" val="1059935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randombar(horizontal)">
                                      <p:cBhvr>
                                        <p:cTn id="7" dur="5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5695</TotalTime>
  <Words>1457</Words>
  <Application>Microsoft Office PowerPoint</Application>
  <PresentationFormat>Widescreen</PresentationFormat>
  <Paragraphs>141</Paragraphs>
  <Slides>19</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Aptos</vt:lpstr>
      <vt:lpstr>Aptos Display</vt:lpstr>
      <vt:lpstr>Arial</vt:lpstr>
      <vt:lpstr>Calibri</vt:lpstr>
      <vt:lpstr>Cambria Math</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Grizli777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TIEU_YEN_TU</dc:creator>
  <cp:lastModifiedBy>Nông Văn Tình</cp:lastModifiedBy>
  <cp:revision>121</cp:revision>
  <cp:lastPrinted>2020-02-13T00:23:03Z</cp:lastPrinted>
  <dcterms:created xsi:type="dcterms:W3CDTF">2011-04-20T03:13:03Z</dcterms:created>
  <dcterms:modified xsi:type="dcterms:W3CDTF">2024-07-26T01:28:03Z</dcterms:modified>
</cp:coreProperties>
</file>